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893DCA-8D06-4E4A-8F99-DD0FCAABDCC7}" v="22" dt="2025-11-30T03:35:02.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4660"/>
  </p:normalViewPr>
  <p:slideViewPr>
    <p:cSldViewPr snapToGrid="0">
      <p:cViewPr varScale="1">
        <p:scale>
          <a:sx n="67" d="100"/>
          <a:sy n="67" d="100"/>
        </p:scale>
        <p:origin x="7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银溪 安" userId="2734d0acdc2df4db" providerId="LiveId" clId="{D7190B0D-66F3-499A-8B63-9AB6F2B53230}"/>
    <pc:docChg chg="undo redo custSel addSld delSld modSld delMainMaster">
      <pc:chgData name="银溪 安" userId="2734d0acdc2df4db" providerId="LiveId" clId="{D7190B0D-66F3-499A-8B63-9AB6F2B53230}" dt="2025-11-30T03:35:09.697" v="63" actId="47"/>
      <pc:docMkLst>
        <pc:docMk/>
      </pc:docMkLst>
      <pc:sldChg chg="modSp mod">
        <pc:chgData name="银溪 安" userId="2734d0acdc2df4db" providerId="LiveId" clId="{D7190B0D-66F3-499A-8B63-9AB6F2B53230}" dt="2025-11-30T03:34:58.936" v="50" actId="21"/>
        <pc:sldMkLst>
          <pc:docMk/>
          <pc:sldMk cId="795449884" sldId="256"/>
        </pc:sldMkLst>
        <pc:spChg chg="mod">
          <ac:chgData name="银溪 安" userId="2734d0acdc2df4db" providerId="LiveId" clId="{D7190B0D-66F3-499A-8B63-9AB6F2B53230}" dt="2025-11-30T03:34:58.936" v="50" actId="21"/>
          <ac:spMkLst>
            <pc:docMk/>
            <pc:sldMk cId="795449884" sldId="256"/>
            <ac:spMk id="3" creationId="{5FF055ED-1265-6BC0-01BF-7ED488B63870}"/>
          </ac:spMkLst>
        </pc:spChg>
      </pc:sldChg>
      <pc:sldChg chg="modSp mod">
        <pc:chgData name="银溪 安" userId="2734d0acdc2df4db" providerId="LiveId" clId="{D7190B0D-66F3-499A-8B63-9AB6F2B53230}" dt="2025-11-30T03:34:56.028" v="44" actId="21"/>
        <pc:sldMkLst>
          <pc:docMk/>
          <pc:sldMk cId="4156778455" sldId="257"/>
        </pc:sldMkLst>
        <pc:spChg chg="mod">
          <ac:chgData name="银溪 安" userId="2734d0acdc2df4db" providerId="LiveId" clId="{D7190B0D-66F3-499A-8B63-9AB6F2B53230}" dt="2025-11-30T03:34:56.028" v="44" actId="21"/>
          <ac:spMkLst>
            <pc:docMk/>
            <pc:sldMk cId="4156778455" sldId="257"/>
            <ac:spMk id="3" creationId="{6DCEB44C-1828-1A65-766C-F30EDDCADF5C}"/>
          </ac:spMkLst>
        </pc:spChg>
      </pc:sldChg>
      <pc:sldChg chg="modSp mod">
        <pc:chgData name="银溪 安" userId="2734d0acdc2df4db" providerId="LiveId" clId="{D7190B0D-66F3-499A-8B63-9AB6F2B53230}" dt="2025-11-30T03:34:51.290" v="39" actId="21"/>
        <pc:sldMkLst>
          <pc:docMk/>
          <pc:sldMk cId="1724811749" sldId="258"/>
        </pc:sldMkLst>
        <pc:spChg chg="mod">
          <ac:chgData name="银溪 安" userId="2734d0acdc2df4db" providerId="LiveId" clId="{D7190B0D-66F3-499A-8B63-9AB6F2B53230}" dt="2025-11-30T03:34:51.290" v="39" actId="21"/>
          <ac:spMkLst>
            <pc:docMk/>
            <pc:sldMk cId="1724811749" sldId="258"/>
            <ac:spMk id="3" creationId="{129ACED2-4964-6BF6-DBA5-73BB50D30C3C}"/>
          </ac:spMkLst>
        </pc:spChg>
      </pc:sldChg>
      <pc:sldChg chg="addSp delSp mod">
        <pc:chgData name="银溪 安" userId="2734d0acdc2df4db" providerId="LiveId" clId="{D7190B0D-66F3-499A-8B63-9AB6F2B53230}" dt="2025-11-30T03:31:57.012" v="1" actId="478"/>
        <pc:sldMkLst>
          <pc:docMk/>
          <pc:sldMk cId="629065022" sldId="269"/>
        </pc:sldMkLst>
        <pc:spChg chg="add del">
          <ac:chgData name="银溪 安" userId="2734d0acdc2df4db" providerId="LiveId" clId="{D7190B0D-66F3-499A-8B63-9AB6F2B53230}" dt="2025-11-30T03:31:57.012" v="1" actId="478"/>
          <ac:spMkLst>
            <pc:docMk/>
            <pc:sldMk cId="629065022" sldId="269"/>
            <ac:spMk id="4" creationId="{A50D4758-E42C-DA29-D81F-91416793DC6F}"/>
          </ac:spMkLst>
        </pc:spChg>
      </pc:sldChg>
      <pc:sldChg chg="addSp delSp modSp add del mod">
        <pc:chgData name="银溪 安" userId="2734d0acdc2df4db" providerId="LiveId" clId="{D7190B0D-66F3-499A-8B63-9AB6F2B53230}" dt="2025-11-30T03:35:09.697" v="63" actId="47"/>
        <pc:sldMkLst>
          <pc:docMk/>
          <pc:sldMk cId="871201397" sldId="312"/>
        </pc:sldMkLst>
        <pc:spChg chg="add del">
          <ac:chgData name="银溪 安" userId="2734d0acdc2df4db" providerId="LiveId" clId="{D7190B0D-66F3-499A-8B63-9AB6F2B53230}" dt="2025-11-30T03:33:16.019" v="20" actId="22"/>
          <ac:spMkLst>
            <pc:docMk/>
            <pc:sldMk cId="871201397" sldId="312"/>
            <ac:spMk id="3" creationId="{B54BB66D-BA3A-8D22-187E-7808EB66F4D1}"/>
          </ac:spMkLst>
        </pc:spChg>
        <pc:spChg chg="add del mod">
          <ac:chgData name="银溪 安" userId="2734d0acdc2df4db" providerId="LiveId" clId="{D7190B0D-66F3-499A-8B63-9AB6F2B53230}" dt="2025-11-30T03:34:58.445" v="49" actId="22"/>
          <ac:spMkLst>
            <pc:docMk/>
            <pc:sldMk cId="871201397" sldId="312"/>
            <ac:spMk id="5" creationId="{F90249B3-A0A3-32DD-E52C-27838F1C265D}"/>
          </ac:spMkLst>
        </pc:spChg>
      </pc:sldChg>
      <pc:sldChg chg="addSp delSp modSp add del mod">
        <pc:chgData name="银溪 安" userId="2734d0acdc2df4db" providerId="LiveId" clId="{D7190B0D-66F3-499A-8B63-9AB6F2B53230}" dt="2025-11-30T03:35:08.996" v="62" actId="47"/>
        <pc:sldMkLst>
          <pc:docMk/>
          <pc:sldMk cId="1130404232" sldId="313"/>
        </pc:sldMkLst>
        <pc:spChg chg="add del">
          <ac:chgData name="银溪 安" userId="2734d0acdc2df4db" providerId="LiveId" clId="{D7190B0D-66F3-499A-8B63-9AB6F2B53230}" dt="2025-11-30T03:34:04.554" v="31" actId="22"/>
          <ac:spMkLst>
            <pc:docMk/>
            <pc:sldMk cId="1130404232" sldId="313"/>
            <ac:spMk id="3" creationId="{DA1081C0-C2E0-D3B2-29C4-DE3ECBA2B514}"/>
          </ac:spMkLst>
        </pc:spChg>
        <pc:spChg chg="add del mod">
          <ac:chgData name="银溪 安" userId="2734d0acdc2df4db" providerId="LiveId" clId="{D7190B0D-66F3-499A-8B63-9AB6F2B53230}" dt="2025-11-30T03:34:55.801" v="43" actId="22"/>
          <ac:spMkLst>
            <pc:docMk/>
            <pc:sldMk cId="1130404232" sldId="313"/>
            <ac:spMk id="5" creationId="{D87432E7-39D0-2493-30B1-A2A97EC71AE9}"/>
          </ac:spMkLst>
        </pc:spChg>
      </pc:sldChg>
      <pc:sldChg chg="addSp delSp add del mod">
        <pc:chgData name="银溪 安" userId="2734d0acdc2df4db" providerId="LiveId" clId="{D7190B0D-66F3-499A-8B63-9AB6F2B53230}" dt="2025-11-30T03:35:08.216" v="61" actId="47"/>
        <pc:sldMkLst>
          <pc:docMk/>
          <pc:sldMk cId="3045082943" sldId="314"/>
        </pc:sldMkLst>
        <pc:spChg chg="add del">
          <ac:chgData name="银溪 安" userId="2734d0acdc2df4db" providerId="LiveId" clId="{D7190B0D-66F3-499A-8B63-9AB6F2B53230}" dt="2025-11-30T03:34:50.425" v="38" actId="22"/>
          <ac:spMkLst>
            <pc:docMk/>
            <pc:sldMk cId="3045082943" sldId="314"/>
            <ac:spMk id="3" creationId="{A9B1280F-2794-B5CF-3CD5-61F7493104BE}"/>
          </ac:spMkLst>
        </pc:spChg>
      </pc:sldChg>
      <pc:sldChg chg="add del">
        <pc:chgData name="银溪 安" userId="2734d0acdc2df4db" providerId="LiveId" clId="{D7190B0D-66F3-499A-8B63-9AB6F2B53230}" dt="2025-11-30T03:35:07.758" v="60" actId="47"/>
        <pc:sldMkLst>
          <pc:docMk/>
          <pc:sldMk cId="196519227" sldId="315"/>
        </pc:sldMkLst>
      </pc:sldChg>
      <pc:sldChg chg="add del">
        <pc:chgData name="银溪 安" userId="2734d0acdc2df4db" providerId="LiveId" clId="{D7190B0D-66F3-499A-8B63-9AB6F2B53230}" dt="2025-11-30T03:35:07.092" v="59" actId="47"/>
        <pc:sldMkLst>
          <pc:docMk/>
          <pc:sldMk cId="3056724207" sldId="316"/>
        </pc:sldMkLst>
      </pc:sldChg>
      <pc:sldChg chg="add del">
        <pc:chgData name="银溪 安" userId="2734d0acdc2df4db" providerId="LiveId" clId="{D7190B0D-66F3-499A-8B63-9AB6F2B53230}" dt="2025-11-30T03:35:06.491" v="58" actId="47"/>
        <pc:sldMkLst>
          <pc:docMk/>
          <pc:sldMk cId="3283141567" sldId="317"/>
        </pc:sldMkLst>
      </pc:sldChg>
      <pc:sldChg chg="add del">
        <pc:chgData name="银溪 安" userId="2734d0acdc2df4db" providerId="LiveId" clId="{D7190B0D-66F3-499A-8B63-9AB6F2B53230}" dt="2025-11-30T03:35:02.537" v="57"/>
        <pc:sldMkLst>
          <pc:docMk/>
          <pc:sldMk cId="2797695638" sldId="318"/>
        </pc:sldMkLst>
      </pc:sldChg>
      <pc:sldChg chg="add del">
        <pc:chgData name="银溪 安" userId="2734d0acdc2df4db" providerId="LiveId" clId="{D7190B0D-66F3-499A-8B63-9AB6F2B53230}" dt="2025-11-30T03:35:02.350" v="56"/>
        <pc:sldMkLst>
          <pc:docMk/>
          <pc:sldMk cId="44610991" sldId="319"/>
        </pc:sldMkLst>
      </pc:sldChg>
      <pc:sldChg chg="add del">
        <pc:chgData name="银溪 安" userId="2734d0acdc2df4db" providerId="LiveId" clId="{D7190B0D-66F3-499A-8B63-9AB6F2B53230}" dt="2025-11-30T03:35:02.174" v="55"/>
        <pc:sldMkLst>
          <pc:docMk/>
          <pc:sldMk cId="3899392859" sldId="320"/>
        </pc:sldMkLst>
      </pc:sldChg>
      <pc:sldChg chg="add del">
        <pc:chgData name="银溪 安" userId="2734d0acdc2df4db" providerId="LiveId" clId="{D7190B0D-66F3-499A-8B63-9AB6F2B53230}" dt="2025-11-30T03:35:01.993" v="54"/>
        <pc:sldMkLst>
          <pc:docMk/>
          <pc:sldMk cId="2635252443" sldId="321"/>
        </pc:sldMkLst>
      </pc:sldChg>
      <pc:sldChg chg="add del">
        <pc:chgData name="银溪 安" userId="2734d0acdc2df4db" providerId="LiveId" clId="{D7190B0D-66F3-499A-8B63-9AB6F2B53230}" dt="2025-11-30T03:35:01.812" v="53"/>
        <pc:sldMkLst>
          <pc:docMk/>
          <pc:sldMk cId="937912755" sldId="322"/>
        </pc:sldMkLst>
      </pc:sldChg>
      <pc:sldChg chg="add del">
        <pc:chgData name="银溪 安" userId="2734d0acdc2df4db" providerId="LiveId" clId="{D7190B0D-66F3-499A-8B63-9AB6F2B53230}" dt="2025-11-30T03:35:01.156" v="52"/>
        <pc:sldMkLst>
          <pc:docMk/>
          <pc:sldMk cId="765238206" sldId="323"/>
        </pc:sldMkLst>
      </pc:sldChg>
      <pc:sldChg chg="add del">
        <pc:chgData name="银溪 安" userId="2734d0acdc2df4db" providerId="LiveId" clId="{D7190B0D-66F3-499A-8B63-9AB6F2B53230}" dt="2025-11-30T03:34:59.496" v="51"/>
        <pc:sldMkLst>
          <pc:docMk/>
          <pc:sldMk cId="2659056938" sldId="324"/>
        </pc:sldMkLst>
      </pc:sldChg>
      <pc:sldMasterChg chg="del delSldLayout">
        <pc:chgData name="银溪 安" userId="2734d0acdc2df4db" providerId="LiveId" clId="{D7190B0D-66F3-499A-8B63-9AB6F2B53230}" dt="2025-11-30T03:35:09.697" v="63" actId="47"/>
        <pc:sldMasterMkLst>
          <pc:docMk/>
          <pc:sldMasterMk cId="3890134010" sldId="2147483660"/>
        </pc:sldMasterMkLst>
        <pc:sldLayoutChg chg="del">
          <pc:chgData name="银溪 安" userId="2734d0acdc2df4db" providerId="LiveId" clId="{D7190B0D-66F3-499A-8B63-9AB6F2B53230}" dt="2025-11-30T03:35:09.697" v="63" actId="47"/>
          <pc:sldLayoutMkLst>
            <pc:docMk/>
            <pc:sldMasterMk cId="3890134010" sldId="2147483660"/>
            <pc:sldLayoutMk cId="1210849010" sldId="2147483661"/>
          </pc:sldLayoutMkLst>
        </pc:sldLayoutChg>
        <pc:sldLayoutChg chg="del">
          <pc:chgData name="银溪 安" userId="2734d0acdc2df4db" providerId="LiveId" clId="{D7190B0D-66F3-499A-8B63-9AB6F2B53230}" dt="2025-11-30T03:35:09.697" v="63" actId="47"/>
          <pc:sldLayoutMkLst>
            <pc:docMk/>
            <pc:sldMasterMk cId="3890134010" sldId="2147483660"/>
            <pc:sldLayoutMk cId="1267821355" sldId="2147483662"/>
          </pc:sldLayoutMkLst>
        </pc:sldLayoutChg>
        <pc:sldLayoutChg chg="del">
          <pc:chgData name="银溪 安" userId="2734d0acdc2df4db" providerId="LiveId" clId="{D7190B0D-66F3-499A-8B63-9AB6F2B53230}" dt="2025-11-30T03:35:09.697" v="63" actId="47"/>
          <pc:sldLayoutMkLst>
            <pc:docMk/>
            <pc:sldMasterMk cId="3890134010" sldId="2147483660"/>
            <pc:sldLayoutMk cId="1712797884" sldId="2147483663"/>
          </pc:sldLayoutMkLst>
        </pc:sldLayoutChg>
        <pc:sldLayoutChg chg="del">
          <pc:chgData name="银溪 安" userId="2734d0acdc2df4db" providerId="LiveId" clId="{D7190B0D-66F3-499A-8B63-9AB6F2B53230}" dt="2025-11-30T03:35:09.697" v="63" actId="47"/>
          <pc:sldLayoutMkLst>
            <pc:docMk/>
            <pc:sldMasterMk cId="3890134010" sldId="2147483660"/>
            <pc:sldLayoutMk cId="2759348545" sldId="2147483664"/>
          </pc:sldLayoutMkLst>
        </pc:sldLayoutChg>
        <pc:sldLayoutChg chg="del">
          <pc:chgData name="银溪 安" userId="2734d0acdc2df4db" providerId="LiveId" clId="{D7190B0D-66F3-499A-8B63-9AB6F2B53230}" dt="2025-11-30T03:35:09.697" v="63" actId="47"/>
          <pc:sldLayoutMkLst>
            <pc:docMk/>
            <pc:sldMasterMk cId="3890134010" sldId="2147483660"/>
            <pc:sldLayoutMk cId="337669010" sldId="2147483665"/>
          </pc:sldLayoutMkLst>
        </pc:sldLayoutChg>
        <pc:sldLayoutChg chg="del">
          <pc:chgData name="银溪 安" userId="2734d0acdc2df4db" providerId="LiveId" clId="{D7190B0D-66F3-499A-8B63-9AB6F2B53230}" dt="2025-11-30T03:35:09.697" v="63" actId="47"/>
          <pc:sldLayoutMkLst>
            <pc:docMk/>
            <pc:sldMasterMk cId="3890134010" sldId="2147483660"/>
            <pc:sldLayoutMk cId="3020067493" sldId="2147483666"/>
          </pc:sldLayoutMkLst>
        </pc:sldLayoutChg>
        <pc:sldLayoutChg chg="del">
          <pc:chgData name="银溪 安" userId="2734d0acdc2df4db" providerId="LiveId" clId="{D7190B0D-66F3-499A-8B63-9AB6F2B53230}" dt="2025-11-30T03:35:09.697" v="63" actId="47"/>
          <pc:sldLayoutMkLst>
            <pc:docMk/>
            <pc:sldMasterMk cId="3890134010" sldId="2147483660"/>
            <pc:sldLayoutMk cId="1882535584" sldId="2147483667"/>
          </pc:sldLayoutMkLst>
        </pc:sldLayoutChg>
        <pc:sldLayoutChg chg="del">
          <pc:chgData name="银溪 安" userId="2734d0acdc2df4db" providerId="LiveId" clId="{D7190B0D-66F3-499A-8B63-9AB6F2B53230}" dt="2025-11-30T03:35:09.697" v="63" actId="47"/>
          <pc:sldLayoutMkLst>
            <pc:docMk/>
            <pc:sldMasterMk cId="3890134010" sldId="2147483660"/>
            <pc:sldLayoutMk cId="354714812" sldId="2147483668"/>
          </pc:sldLayoutMkLst>
        </pc:sldLayoutChg>
        <pc:sldLayoutChg chg="del">
          <pc:chgData name="银溪 安" userId="2734d0acdc2df4db" providerId="LiveId" clId="{D7190B0D-66F3-499A-8B63-9AB6F2B53230}" dt="2025-11-30T03:35:09.697" v="63" actId="47"/>
          <pc:sldLayoutMkLst>
            <pc:docMk/>
            <pc:sldMasterMk cId="3890134010" sldId="2147483660"/>
            <pc:sldLayoutMk cId="2478089698" sldId="2147483669"/>
          </pc:sldLayoutMkLst>
        </pc:sldLayoutChg>
        <pc:sldLayoutChg chg="del">
          <pc:chgData name="银溪 安" userId="2734d0acdc2df4db" providerId="LiveId" clId="{D7190B0D-66F3-499A-8B63-9AB6F2B53230}" dt="2025-11-30T03:35:09.697" v="63" actId="47"/>
          <pc:sldLayoutMkLst>
            <pc:docMk/>
            <pc:sldMasterMk cId="3890134010" sldId="2147483660"/>
            <pc:sldLayoutMk cId="1706341368" sldId="2147483670"/>
          </pc:sldLayoutMkLst>
        </pc:sldLayoutChg>
        <pc:sldLayoutChg chg="del">
          <pc:chgData name="银溪 安" userId="2734d0acdc2df4db" providerId="LiveId" clId="{D7190B0D-66F3-499A-8B63-9AB6F2B53230}" dt="2025-11-30T03:35:09.697" v="63" actId="47"/>
          <pc:sldLayoutMkLst>
            <pc:docMk/>
            <pc:sldMasterMk cId="3890134010" sldId="2147483660"/>
            <pc:sldLayoutMk cId="3950327962" sldId="2147483671"/>
          </pc:sldLayoutMkLst>
        </pc:sldLayoutChg>
        <pc:sldLayoutChg chg="del">
          <pc:chgData name="银溪 安" userId="2734d0acdc2df4db" providerId="LiveId" clId="{D7190B0D-66F3-499A-8B63-9AB6F2B53230}" dt="2025-11-30T03:35:09.697" v="63" actId="47"/>
          <pc:sldLayoutMkLst>
            <pc:docMk/>
            <pc:sldMasterMk cId="3890134010" sldId="2147483660"/>
            <pc:sldLayoutMk cId="596904198" sldId="2147483672"/>
          </pc:sldLayoutMkLst>
        </pc:sldLayoutChg>
        <pc:sldLayoutChg chg="del">
          <pc:chgData name="银溪 安" userId="2734d0acdc2df4db" providerId="LiveId" clId="{D7190B0D-66F3-499A-8B63-9AB6F2B53230}" dt="2025-11-30T03:35:09.697" v="63" actId="47"/>
          <pc:sldLayoutMkLst>
            <pc:docMk/>
            <pc:sldMasterMk cId="3890134010" sldId="2147483660"/>
            <pc:sldLayoutMk cId="3552162853" sldId="2147483673"/>
          </pc:sldLayoutMkLst>
        </pc:sldLayoutChg>
        <pc:sldLayoutChg chg="del">
          <pc:chgData name="银溪 安" userId="2734d0acdc2df4db" providerId="LiveId" clId="{D7190B0D-66F3-499A-8B63-9AB6F2B53230}" dt="2025-11-30T03:35:09.697" v="63" actId="47"/>
          <pc:sldLayoutMkLst>
            <pc:docMk/>
            <pc:sldMasterMk cId="3890134010" sldId="2147483660"/>
            <pc:sldLayoutMk cId="2739770251" sldId="2147483674"/>
          </pc:sldLayoutMkLst>
        </pc:sldLayoutChg>
        <pc:sldLayoutChg chg="del">
          <pc:chgData name="银溪 安" userId="2734d0acdc2df4db" providerId="LiveId" clId="{D7190B0D-66F3-499A-8B63-9AB6F2B53230}" dt="2025-11-30T03:35:09.697" v="63" actId="47"/>
          <pc:sldLayoutMkLst>
            <pc:docMk/>
            <pc:sldMasterMk cId="3890134010" sldId="2147483660"/>
            <pc:sldLayoutMk cId="1764802000" sldId="2147483675"/>
          </pc:sldLayoutMkLst>
        </pc:sldLayoutChg>
        <pc:sldLayoutChg chg="del">
          <pc:chgData name="银溪 安" userId="2734d0acdc2df4db" providerId="LiveId" clId="{D7190B0D-66F3-499A-8B63-9AB6F2B53230}" dt="2025-11-30T03:35:09.697" v="63" actId="47"/>
          <pc:sldLayoutMkLst>
            <pc:docMk/>
            <pc:sldMasterMk cId="3890134010" sldId="2147483660"/>
            <pc:sldLayoutMk cId="584914963" sldId="2147483676"/>
          </pc:sldLayoutMkLst>
        </pc:sldLayoutChg>
        <pc:sldLayoutChg chg="del">
          <pc:chgData name="银溪 安" userId="2734d0acdc2df4db" providerId="LiveId" clId="{D7190B0D-66F3-499A-8B63-9AB6F2B53230}" dt="2025-11-30T03:35:09.697" v="63" actId="47"/>
          <pc:sldLayoutMkLst>
            <pc:docMk/>
            <pc:sldMasterMk cId="3890134010" sldId="2147483660"/>
            <pc:sldLayoutMk cId="49789997" sldId="2147483677"/>
          </pc:sldLayoutMkLst>
        </pc:sldLayoutChg>
        <pc:sldLayoutChg chg="del">
          <pc:chgData name="银溪 安" userId="2734d0acdc2df4db" providerId="LiveId" clId="{D7190B0D-66F3-499A-8B63-9AB6F2B53230}" dt="2025-11-30T03:35:09.697" v="63" actId="47"/>
          <pc:sldLayoutMkLst>
            <pc:docMk/>
            <pc:sldMasterMk cId="3890134010" sldId="2147483660"/>
            <pc:sldLayoutMk cId="1583166456" sldId="2147483678"/>
          </pc:sldLayoutMkLst>
        </pc:sldLayoutChg>
        <pc:sldLayoutChg chg="del">
          <pc:chgData name="银溪 安" userId="2734d0acdc2df4db" providerId="LiveId" clId="{D7190B0D-66F3-499A-8B63-9AB6F2B53230}" dt="2025-11-30T03:35:09.697" v="63" actId="47"/>
          <pc:sldLayoutMkLst>
            <pc:docMk/>
            <pc:sldMasterMk cId="3890134010" sldId="2147483660"/>
            <pc:sldLayoutMk cId="2679115401"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87AF8E-8697-48C4-BCDD-A826DA4F7FF5}" type="datetimeFigureOut">
              <a:rPr lang="zh-CN" altLang="en-US" smtClean="0"/>
              <a:t>2025/11/30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B8157-CB31-4DBF-AF42-71924AF75AD2}" type="slidenum">
              <a:rPr lang="zh-CN" altLang="en-US" smtClean="0"/>
              <a:t>‹#›</a:t>
            </a:fld>
            <a:endParaRPr lang="zh-CN" altLang="en-US"/>
          </a:p>
        </p:txBody>
      </p:sp>
    </p:spTree>
    <p:extLst>
      <p:ext uri="{BB962C8B-B14F-4D97-AF65-F5344CB8AC3E}">
        <p14:creationId xmlns:p14="http://schemas.microsoft.com/office/powerpoint/2010/main" val="4290950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8B8157-CB31-4DBF-AF42-71924AF75AD2}" type="slidenum">
              <a:rPr lang="zh-CN" altLang="en-US" smtClean="0"/>
              <a:t>8</a:t>
            </a:fld>
            <a:endParaRPr lang="zh-CN" altLang="en-US"/>
          </a:p>
        </p:txBody>
      </p:sp>
    </p:spTree>
    <p:extLst>
      <p:ext uri="{BB962C8B-B14F-4D97-AF65-F5344CB8AC3E}">
        <p14:creationId xmlns:p14="http://schemas.microsoft.com/office/powerpoint/2010/main" val="1964582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6326F-2B0D-7001-BA5E-53B03B5CAE2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5533768-D777-783D-4DE9-6343D6293E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FC6B513-C71A-24D9-2EF9-0842A01D2C41}"/>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3EBBD027-342D-25D7-7378-918D9FC255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B0B024-0C56-03C4-3301-63CA298CBBC9}"/>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2241864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CE08F5-962F-73B3-186B-5313E80DE0A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93E3BFB-636D-CCAA-5A76-C3C6BC9BAAA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975FF6-5393-54C8-615E-3517F6459939}"/>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08EF6337-FBD4-42E4-4250-209D138527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E61EC3-2AD7-37D9-D730-07A5AE2C4E52}"/>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132518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D09BBA-C655-EC03-EE0F-CA3F8811E3E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B2E9A5-B4A5-7B55-5F6C-95F400840B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D72C706-47C2-F79E-01E2-687D931D3FC1}"/>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D212545C-C0F5-1AB7-B561-C15185A4C3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C86B05-3E97-4109-1198-11C970D99D35}"/>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2774138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243156-58B2-4BC2-6633-222F904162C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03401C-1E03-AA08-0547-1FF2CC0C471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870BDD5-DBB7-5C83-142D-57DE744304D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6425FB6-6835-1B8E-6E9C-D0833F4F3337}"/>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04477EDB-9C26-CF1A-E04F-502C356696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08760E-1101-AD44-1C12-D5E34C0E64AF}"/>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2240135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359D2-9D19-76F2-D59C-0BC7EB0BEED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DBBEEEA-4448-EE92-FDEA-DAAA1B9DF2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BCE9E88-0551-2707-C97B-A69D9B1A6CF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28E7B27-BBAC-9FDE-7608-D8FEC8DC6C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FCD97B3-F8A0-1C66-12CE-4FBA3CE9FC2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A2B1A6E-18FF-762F-B676-ED1E5FC3C355}"/>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8" name="页脚占位符 7">
            <a:extLst>
              <a:ext uri="{FF2B5EF4-FFF2-40B4-BE49-F238E27FC236}">
                <a16:creationId xmlns:a16="http://schemas.microsoft.com/office/drawing/2014/main" id="{266CDA15-DC71-8591-FEBA-A5D2C9FF296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E646238-7F68-F8AC-1E55-FB627EB482AD}"/>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808690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0D86A-A012-8CEF-5228-8488D0679C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32FF13F-4C3E-01B4-7CF5-86F4E99139F6}"/>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4" name="页脚占位符 3">
            <a:extLst>
              <a:ext uri="{FF2B5EF4-FFF2-40B4-BE49-F238E27FC236}">
                <a16:creationId xmlns:a16="http://schemas.microsoft.com/office/drawing/2014/main" id="{173FA42E-F7DD-D636-D800-95F8EE24C63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FB51E2A-DF6A-CE90-74ED-F8157D118EE9}"/>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152259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21F66E7-6391-CB80-55F3-EA1A7604593B}"/>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3" name="页脚占位符 2">
            <a:extLst>
              <a:ext uri="{FF2B5EF4-FFF2-40B4-BE49-F238E27FC236}">
                <a16:creationId xmlns:a16="http://schemas.microsoft.com/office/drawing/2014/main" id="{B02AFD86-8D28-91FF-331A-2A7671C37FE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C1F6A1-3F83-78A3-BEE4-904C1DDEB3B2}"/>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1762174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00CBE-9333-C142-5320-28B30FAB96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EBC9D5-8197-2D28-DE60-76DF351A1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3988EC9-EA7C-47F1-071E-19CEAE46EF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92D72EC-6D50-A8A3-0587-5B1E2F3E2BE7}"/>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073FE9B9-FBAB-6C7D-576B-209B93D98C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398DDD-0F14-A982-04B5-F7EDF000EFFE}"/>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3655162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78B3F1-A97F-C06D-2E70-822EEC582E8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3357818-6F92-A0CA-6FCD-C6E2227EB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5095E78-E630-DA03-EE25-A2B69167A3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0DD4D78-4A26-784C-FB94-EBABF9D863B5}"/>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6" name="页脚占位符 5">
            <a:extLst>
              <a:ext uri="{FF2B5EF4-FFF2-40B4-BE49-F238E27FC236}">
                <a16:creationId xmlns:a16="http://schemas.microsoft.com/office/drawing/2014/main" id="{2FF62C52-7F0E-8451-D89D-94371AE3EEC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ACA878-CEF5-6AE8-89EE-EF89712645E1}"/>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2400716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DDBC1D-06EA-07A8-AEB8-4C135555859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48E1690-C31F-3E86-AADD-95FF2AE54F6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C04B1B-6B77-DBA0-687B-9E0BFDA541B3}"/>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1DFE5E4E-5782-4FF9-B3E7-FA6819FDB0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3D504A-C8D6-8A0A-CD5F-96AE8FD61355}"/>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2239904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450BD28-38AD-1568-F73C-83E24426223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8651DCB-B21F-2994-EF22-415C7C83352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06CC3E-3CAA-1340-5D41-5974BF43B6D9}"/>
              </a:ext>
            </a:extLst>
          </p:cNvPr>
          <p:cNvSpPr>
            <a:spLocks noGrp="1"/>
          </p:cNvSpPr>
          <p:nvPr>
            <p:ph type="dt" sz="half" idx="10"/>
          </p:nvPr>
        </p:nvSpPr>
        <p:spPr/>
        <p:txBody>
          <a:body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F0295C5C-7290-CF02-277A-1EFBF80562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D5ECD8-6C56-2EAC-17E5-8A71DFC754BD}"/>
              </a:ext>
            </a:extLst>
          </p:cNvPr>
          <p:cNvSpPr>
            <a:spLocks noGrp="1"/>
          </p:cNvSpPr>
          <p:nvPr>
            <p:ph type="sldNum" sz="quarter" idx="12"/>
          </p:nvPr>
        </p:nvSpPr>
        <p:spPr/>
        <p:txBody>
          <a:body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65729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0F3DCC-1C8C-643B-9150-18078BFC64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7624EEE-3C3F-9274-B7F7-30D5A776EA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1EBC02-2DA6-FB28-BBCB-71645FD24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02B48B-B12F-4E7F-8047-C8F9943A8893}" type="datetimeFigureOut">
              <a:rPr lang="zh-CN" altLang="en-US" smtClean="0"/>
              <a:t>2025/11/30</a:t>
            </a:fld>
            <a:endParaRPr lang="zh-CN" altLang="en-US"/>
          </a:p>
        </p:txBody>
      </p:sp>
      <p:sp>
        <p:nvSpPr>
          <p:cNvPr id="5" name="页脚占位符 4">
            <a:extLst>
              <a:ext uri="{FF2B5EF4-FFF2-40B4-BE49-F238E27FC236}">
                <a16:creationId xmlns:a16="http://schemas.microsoft.com/office/drawing/2014/main" id="{47EFA51E-1893-24AF-F3CB-2D4147E9E8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9E1084A-2460-B10F-8609-A55332CD7B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BB0B03-AB99-40C8-B831-B38167041BA7}" type="slidenum">
              <a:rPr lang="zh-CN" altLang="en-US" smtClean="0"/>
              <a:t>‹#›</a:t>
            </a:fld>
            <a:endParaRPr lang="zh-CN" altLang="en-US"/>
          </a:p>
        </p:txBody>
      </p:sp>
    </p:spTree>
    <p:extLst>
      <p:ext uri="{BB962C8B-B14F-4D97-AF65-F5344CB8AC3E}">
        <p14:creationId xmlns:p14="http://schemas.microsoft.com/office/powerpoint/2010/main" val="1593031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5FF055ED-1265-6BC0-01BF-7ED488B63870}"/>
              </a:ext>
            </a:extLst>
          </p:cNvPr>
          <p:cNvSpPr>
            <a:spLocks noGrp="1"/>
          </p:cNvSpPr>
          <p:nvPr>
            <p:ph type="subTitle" idx="1"/>
          </p:nvPr>
        </p:nvSpPr>
        <p:spPr>
          <a:xfrm>
            <a:off x="627459" y="678656"/>
            <a:ext cx="10937082" cy="5500688"/>
          </a:xfrm>
        </p:spPr>
        <p:txBody>
          <a:bodyPr>
            <a:normAutofit fontScale="92500"/>
          </a:bodyPr>
          <a:lstStyle/>
          <a:p>
            <a:pPr algn="l"/>
            <a:r>
              <a:rPr lang="zh-CN" altLang="en-US" sz="4300" dirty="0">
                <a:latin typeface="楷体" panose="02010609060101010101" pitchFamily="49" charset="-122"/>
                <a:ea typeface="楷体" panose="02010609060101010101" pitchFamily="49" charset="-122"/>
              </a:rPr>
              <a:t>题目一：中位数是有序列表中间的数。如果列表长度是偶数，中位数则是中间两个数的平均值。</a:t>
            </a:r>
          </a:p>
          <a:p>
            <a:pPr algn="l"/>
            <a:r>
              <a:rPr lang="zh-CN" altLang="en-US" sz="4300" dirty="0">
                <a:latin typeface="楷体" panose="02010609060101010101" pitchFamily="49" charset="-122"/>
                <a:ea typeface="楷体" panose="02010609060101010101" pitchFamily="49" charset="-122"/>
              </a:rPr>
              <a:t>例如，</a:t>
            </a:r>
            <a:r>
              <a:rPr lang="en-US" altLang="zh-CN" sz="4300" dirty="0">
                <a:latin typeface="楷体" panose="02010609060101010101" pitchFamily="49" charset="-122"/>
                <a:ea typeface="楷体" panose="02010609060101010101" pitchFamily="49" charset="-122"/>
              </a:rPr>
              <a:t>[2,3,4] </a:t>
            </a:r>
            <a:r>
              <a:rPr lang="zh-CN" altLang="en-US" sz="4300" dirty="0">
                <a:latin typeface="楷体" panose="02010609060101010101" pitchFamily="49" charset="-122"/>
                <a:ea typeface="楷体" panose="02010609060101010101" pitchFamily="49" charset="-122"/>
              </a:rPr>
              <a:t>的中位数是 </a:t>
            </a:r>
            <a:r>
              <a:rPr lang="en-US" altLang="zh-CN" sz="4300" dirty="0">
                <a:latin typeface="楷体" panose="02010609060101010101" pitchFamily="49" charset="-122"/>
                <a:ea typeface="楷体" panose="02010609060101010101" pitchFamily="49" charset="-122"/>
              </a:rPr>
              <a:t>3</a:t>
            </a:r>
            <a:r>
              <a:rPr lang="zh-CN" altLang="en-US" sz="4300" dirty="0">
                <a:latin typeface="楷体" panose="02010609060101010101" pitchFamily="49" charset="-122"/>
                <a:ea typeface="楷体" panose="02010609060101010101" pitchFamily="49" charset="-122"/>
              </a:rPr>
              <a:t>，</a:t>
            </a:r>
            <a:r>
              <a:rPr lang="en-US" altLang="zh-CN" sz="4300" dirty="0">
                <a:latin typeface="楷体" panose="02010609060101010101" pitchFamily="49" charset="-122"/>
                <a:ea typeface="楷体" panose="02010609060101010101" pitchFamily="49" charset="-122"/>
              </a:rPr>
              <a:t>[2,3] </a:t>
            </a:r>
            <a:r>
              <a:rPr lang="zh-CN" altLang="en-US" sz="4300" dirty="0">
                <a:latin typeface="楷体" panose="02010609060101010101" pitchFamily="49" charset="-122"/>
                <a:ea typeface="楷体" panose="02010609060101010101" pitchFamily="49" charset="-122"/>
              </a:rPr>
              <a:t>的中位数是 </a:t>
            </a:r>
            <a:r>
              <a:rPr lang="en-US" altLang="zh-CN" sz="4300" dirty="0">
                <a:latin typeface="楷体" panose="02010609060101010101" pitchFamily="49" charset="-122"/>
                <a:ea typeface="楷体" panose="02010609060101010101" pitchFamily="49" charset="-122"/>
              </a:rPr>
              <a:t>(2 + 3) / 2 = 2.5</a:t>
            </a:r>
            <a:r>
              <a:rPr lang="zh-CN" altLang="en-US" sz="4300" dirty="0">
                <a:latin typeface="楷体" panose="02010609060101010101" pitchFamily="49" charset="-122"/>
                <a:ea typeface="楷体" panose="02010609060101010101" pitchFamily="49" charset="-122"/>
              </a:rPr>
              <a:t>，设计一个支持以下两种操作的数据结构：</a:t>
            </a:r>
          </a:p>
          <a:p>
            <a:pPr algn="l"/>
            <a:r>
              <a:rPr lang="en-US" altLang="zh-CN" sz="4300" dirty="0">
                <a:latin typeface="楷体" panose="02010609060101010101" pitchFamily="49" charset="-122"/>
                <a:ea typeface="楷体" panose="02010609060101010101" pitchFamily="49" charset="-122"/>
              </a:rPr>
              <a:t>void </a:t>
            </a:r>
            <a:r>
              <a:rPr lang="en-US" altLang="zh-CN" sz="4300" dirty="0" err="1">
                <a:latin typeface="楷体" panose="02010609060101010101" pitchFamily="49" charset="-122"/>
                <a:ea typeface="楷体" panose="02010609060101010101" pitchFamily="49" charset="-122"/>
              </a:rPr>
              <a:t>addNum</a:t>
            </a:r>
            <a:r>
              <a:rPr lang="en-US" altLang="zh-CN" sz="4300" dirty="0">
                <a:latin typeface="楷体" panose="02010609060101010101" pitchFamily="49" charset="-122"/>
                <a:ea typeface="楷体" panose="02010609060101010101" pitchFamily="49" charset="-122"/>
              </a:rPr>
              <a:t>(int num)</a:t>
            </a:r>
            <a:r>
              <a:rPr lang="zh-CN" altLang="en-US" sz="4300" dirty="0">
                <a:latin typeface="楷体" panose="02010609060101010101" pitchFamily="49" charset="-122"/>
                <a:ea typeface="楷体" panose="02010609060101010101" pitchFamily="49" charset="-122"/>
              </a:rPr>
              <a:t> </a:t>
            </a:r>
            <a:r>
              <a:rPr lang="en-US" altLang="zh-CN" sz="4300" dirty="0">
                <a:latin typeface="楷体" panose="02010609060101010101" pitchFamily="49" charset="-122"/>
                <a:ea typeface="楷体" panose="02010609060101010101" pitchFamily="49" charset="-122"/>
              </a:rPr>
              <a:t>- </a:t>
            </a:r>
            <a:r>
              <a:rPr lang="zh-CN" altLang="en-US" sz="4300" dirty="0">
                <a:latin typeface="楷体" panose="02010609060101010101" pitchFamily="49" charset="-122"/>
                <a:ea typeface="楷体" panose="02010609060101010101" pitchFamily="49" charset="-122"/>
              </a:rPr>
              <a:t>从数据流中添加一个整数到数据结构中。</a:t>
            </a:r>
          </a:p>
          <a:p>
            <a:pPr algn="l"/>
            <a:r>
              <a:rPr lang="en-US" altLang="zh-CN" sz="4300" dirty="0">
                <a:latin typeface="楷体" panose="02010609060101010101" pitchFamily="49" charset="-122"/>
                <a:ea typeface="楷体" panose="02010609060101010101" pitchFamily="49" charset="-122"/>
              </a:rPr>
              <a:t>double </a:t>
            </a:r>
            <a:r>
              <a:rPr lang="en-US" altLang="zh-CN" sz="4300" dirty="0" err="1">
                <a:latin typeface="楷体" panose="02010609060101010101" pitchFamily="49" charset="-122"/>
                <a:ea typeface="楷体" panose="02010609060101010101" pitchFamily="49" charset="-122"/>
              </a:rPr>
              <a:t>findMedian</a:t>
            </a:r>
            <a:r>
              <a:rPr lang="en-US" altLang="zh-CN" sz="4300" dirty="0">
                <a:latin typeface="楷体" panose="02010609060101010101" pitchFamily="49" charset="-122"/>
                <a:ea typeface="楷体" panose="02010609060101010101" pitchFamily="49" charset="-122"/>
              </a:rPr>
              <a:t>()</a:t>
            </a:r>
            <a:r>
              <a:rPr lang="zh-CN" altLang="en-US" sz="4300" dirty="0">
                <a:latin typeface="楷体" panose="02010609060101010101" pitchFamily="49" charset="-122"/>
                <a:ea typeface="楷体" panose="02010609060101010101" pitchFamily="49" charset="-122"/>
              </a:rPr>
              <a:t> </a:t>
            </a:r>
            <a:r>
              <a:rPr lang="en-US" altLang="zh-CN" sz="4300" dirty="0">
                <a:latin typeface="楷体" panose="02010609060101010101" pitchFamily="49" charset="-122"/>
                <a:ea typeface="楷体" panose="02010609060101010101" pitchFamily="49" charset="-122"/>
              </a:rPr>
              <a:t>- </a:t>
            </a:r>
            <a:r>
              <a:rPr lang="zh-CN" altLang="en-US" sz="4300" dirty="0">
                <a:latin typeface="楷体" panose="02010609060101010101" pitchFamily="49" charset="-122"/>
                <a:ea typeface="楷体" panose="02010609060101010101" pitchFamily="49" charset="-122"/>
              </a:rPr>
              <a:t>返回目前所有元素的中位数。</a:t>
            </a:r>
          </a:p>
          <a:p>
            <a:pPr algn="l"/>
            <a:endParaRPr lang="zh-CN" altLang="en-US" dirty="0"/>
          </a:p>
        </p:txBody>
      </p:sp>
    </p:spTree>
    <p:extLst>
      <p:ext uri="{BB962C8B-B14F-4D97-AF65-F5344CB8AC3E}">
        <p14:creationId xmlns:p14="http://schemas.microsoft.com/office/powerpoint/2010/main" val="79544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CEB44C-1828-1A65-766C-F30EDDCADF5C}"/>
              </a:ext>
            </a:extLst>
          </p:cNvPr>
          <p:cNvSpPr>
            <a:spLocks noGrp="1"/>
          </p:cNvSpPr>
          <p:nvPr>
            <p:ph idx="1"/>
          </p:nvPr>
        </p:nvSpPr>
        <p:spPr>
          <a:xfrm>
            <a:off x="538162" y="768350"/>
            <a:ext cx="11134726" cy="5289550"/>
          </a:xfrm>
        </p:spPr>
        <p:txBody>
          <a:bodyPr>
            <a:normAutofit lnSpcReduction="10000"/>
          </a:bodyPr>
          <a:lstStyle/>
          <a:p>
            <a:r>
              <a:rPr lang="zh-CN" altLang="en-US" sz="3600" dirty="0">
                <a:latin typeface="楷体" panose="02010609060101010101" pitchFamily="49" charset="-122"/>
                <a:ea typeface="楷体" panose="02010609060101010101" pitchFamily="49" charset="-122"/>
              </a:rPr>
              <a:t>解题思路：</a:t>
            </a:r>
          </a:p>
          <a:p>
            <a:pPr marL="0" indent="0">
              <a:buNone/>
            </a:pPr>
            <a:r>
              <a:rPr lang="zh-CN" altLang="en-US" sz="3600" dirty="0">
                <a:latin typeface="楷体" panose="02010609060101010101" pitchFamily="49" charset="-122"/>
                <a:ea typeface="楷体" panose="02010609060101010101" pitchFamily="49" charset="-122"/>
              </a:rPr>
              <a:t>核心思想是使用两个堆来将数据流分为两半。</a:t>
            </a:r>
          </a:p>
          <a:p>
            <a:pPr marL="0" indent="0">
              <a:buNone/>
            </a:pPr>
            <a:r>
              <a:rPr lang="zh-CN" altLang="en-US" sz="3600" dirty="0">
                <a:latin typeface="楷体" panose="02010609060101010101" pitchFamily="49" charset="-122"/>
                <a:ea typeface="楷体" panose="02010609060101010101" pitchFamily="49" charset="-122"/>
              </a:rPr>
              <a:t>①最大堆（</a:t>
            </a:r>
            <a:r>
              <a:rPr lang="en-US" altLang="zh-CN" sz="3600" dirty="0">
                <a:latin typeface="楷体" panose="02010609060101010101" pitchFamily="49" charset="-122"/>
                <a:ea typeface="楷体" panose="02010609060101010101" pitchFamily="49" charset="-122"/>
              </a:rPr>
              <a:t>small</a:t>
            </a:r>
            <a:r>
              <a:rPr lang="zh-CN" altLang="en-US" sz="3600" dirty="0">
                <a:latin typeface="楷体" panose="02010609060101010101" pitchFamily="49" charset="-122"/>
                <a:ea typeface="楷体" panose="02010609060101010101" pitchFamily="49" charset="-122"/>
              </a:rPr>
              <a:t>）：存储数据流中较小的一半。在</a:t>
            </a:r>
            <a:r>
              <a:rPr lang="en-US" altLang="zh-CN" sz="3600" dirty="0">
                <a:latin typeface="楷体" panose="02010609060101010101" pitchFamily="49" charset="-122"/>
                <a:ea typeface="楷体" panose="02010609060101010101" pitchFamily="49" charset="-122"/>
              </a:rPr>
              <a:t>Python</a:t>
            </a:r>
            <a:r>
              <a:rPr lang="zh-CN" altLang="en-US" sz="3600" dirty="0">
                <a:latin typeface="楷体" panose="02010609060101010101" pitchFamily="49" charset="-122"/>
                <a:ea typeface="楷体" panose="02010609060101010101" pitchFamily="49" charset="-122"/>
              </a:rPr>
              <a:t>中，由于只有最小堆，我们通过存入负值来模拟最大堆。</a:t>
            </a:r>
          </a:p>
          <a:p>
            <a:pPr marL="0" indent="0">
              <a:buNone/>
            </a:pPr>
            <a:r>
              <a:rPr lang="zh-CN" altLang="en-US" sz="3600" dirty="0">
                <a:latin typeface="楷体" panose="02010609060101010101" pitchFamily="49" charset="-122"/>
                <a:ea typeface="楷体" panose="02010609060101010101" pitchFamily="49" charset="-122"/>
              </a:rPr>
              <a:t>②最小堆（</a:t>
            </a:r>
            <a:r>
              <a:rPr lang="en-US" altLang="zh-CN" sz="3600" dirty="0">
                <a:latin typeface="楷体" panose="02010609060101010101" pitchFamily="49" charset="-122"/>
                <a:ea typeface="楷体" panose="02010609060101010101" pitchFamily="49" charset="-122"/>
              </a:rPr>
              <a:t>large</a:t>
            </a:r>
            <a:r>
              <a:rPr lang="zh-CN" altLang="en-US" sz="3600" dirty="0">
                <a:latin typeface="楷体" panose="02010609060101010101" pitchFamily="49" charset="-122"/>
                <a:ea typeface="楷体" panose="02010609060101010101" pitchFamily="49" charset="-122"/>
              </a:rPr>
              <a:t>）：存储数据流中较大的一半。</a:t>
            </a:r>
            <a:endParaRPr lang="en-US" altLang="zh-CN" sz="3600" dirty="0">
              <a:latin typeface="楷体" panose="02010609060101010101" pitchFamily="49" charset="-122"/>
              <a:ea typeface="楷体" panose="02010609060101010101" pitchFamily="49" charset="-122"/>
            </a:endParaRPr>
          </a:p>
          <a:p>
            <a:pPr marL="0" indent="0">
              <a:buNone/>
            </a:pPr>
            <a:r>
              <a:rPr lang="zh-CN" altLang="en-US" sz="3600" dirty="0">
                <a:latin typeface="楷体" panose="02010609060101010101" pitchFamily="49" charset="-122"/>
                <a:ea typeface="楷体" panose="02010609060101010101" pitchFamily="49" charset="-122"/>
              </a:rPr>
              <a:t>最大堆和最小堆满足：</a:t>
            </a:r>
            <a:endParaRPr lang="en-US" altLang="zh-CN" sz="3600" dirty="0">
              <a:latin typeface="楷体" panose="02010609060101010101" pitchFamily="49" charset="-122"/>
              <a:ea typeface="楷体" panose="02010609060101010101" pitchFamily="49" charset="-122"/>
            </a:endParaRPr>
          </a:p>
          <a:p>
            <a:pPr marL="0" indent="0">
              <a:buNone/>
            </a:pPr>
            <a:r>
              <a:rPr lang="zh-CN" altLang="en-US" sz="3600" dirty="0">
                <a:latin typeface="楷体" panose="02010609060101010101" pitchFamily="49" charset="-122"/>
                <a:ea typeface="楷体" panose="02010609060101010101" pitchFamily="49" charset="-122"/>
              </a:rPr>
              <a:t>①最大堆的大小 </a:t>
            </a:r>
            <a:r>
              <a:rPr lang="en-US" altLang="zh-CN" sz="3600" dirty="0">
                <a:latin typeface="楷体" panose="02010609060101010101" pitchFamily="49" charset="-122"/>
                <a:ea typeface="楷体" panose="02010609060101010101" pitchFamily="49" charset="-122"/>
              </a:rPr>
              <a:t>&gt;= </a:t>
            </a:r>
            <a:r>
              <a:rPr lang="zh-CN" altLang="en-US" sz="3600" dirty="0">
                <a:latin typeface="楷体" panose="02010609060101010101" pitchFamily="49" charset="-122"/>
                <a:ea typeface="楷体" panose="02010609060101010101" pitchFamily="49" charset="-122"/>
              </a:rPr>
              <a:t>最小堆的大小，且最多只能大</a:t>
            </a:r>
            <a:r>
              <a:rPr lang="en-US" altLang="zh-CN" sz="3600" dirty="0">
                <a:latin typeface="楷体" panose="02010609060101010101" pitchFamily="49" charset="-122"/>
                <a:ea typeface="楷体" panose="02010609060101010101" pitchFamily="49" charset="-122"/>
              </a:rPr>
              <a:t>1</a:t>
            </a:r>
          </a:p>
          <a:p>
            <a:pPr marL="0" indent="0">
              <a:buNone/>
            </a:pPr>
            <a:r>
              <a:rPr lang="zh-CN" altLang="en-US" sz="3600" dirty="0">
                <a:latin typeface="楷体" panose="02010609060101010101" pitchFamily="49" charset="-122"/>
                <a:ea typeface="楷体" panose="02010609060101010101" pitchFamily="49" charset="-122"/>
              </a:rPr>
              <a:t>②最大堆的所有元素 </a:t>
            </a:r>
            <a:r>
              <a:rPr lang="en-US" altLang="zh-CN" sz="3600" dirty="0">
                <a:latin typeface="楷体" panose="02010609060101010101" pitchFamily="49" charset="-122"/>
                <a:ea typeface="楷体" panose="02010609060101010101" pitchFamily="49" charset="-122"/>
              </a:rPr>
              <a:t>&lt;= </a:t>
            </a:r>
            <a:r>
              <a:rPr lang="zh-CN" altLang="en-US" sz="3600" dirty="0">
                <a:latin typeface="楷体" panose="02010609060101010101" pitchFamily="49" charset="-122"/>
                <a:ea typeface="楷体" panose="02010609060101010101" pitchFamily="49" charset="-122"/>
              </a:rPr>
              <a:t>最小堆的所有元素</a:t>
            </a:r>
          </a:p>
          <a:p>
            <a:pPr marL="0" indent="0">
              <a:buNone/>
            </a:pPr>
            <a:endParaRPr lang="zh-CN" altLang="en-US" dirty="0"/>
          </a:p>
        </p:txBody>
      </p:sp>
    </p:spTree>
    <p:extLst>
      <p:ext uri="{BB962C8B-B14F-4D97-AF65-F5344CB8AC3E}">
        <p14:creationId xmlns:p14="http://schemas.microsoft.com/office/powerpoint/2010/main" val="4156778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9ACED2-4964-6BF6-DBA5-73BB50D30C3C}"/>
              </a:ext>
            </a:extLst>
          </p:cNvPr>
          <p:cNvSpPr>
            <a:spLocks noGrp="1"/>
          </p:cNvSpPr>
          <p:nvPr>
            <p:ph idx="1"/>
          </p:nvPr>
        </p:nvSpPr>
        <p:spPr>
          <a:xfrm>
            <a:off x="638175" y="242888"/>
            <a:ext cx="11177588" cy="5976938"/>
          </a:xfrm>
        </p:spPr>
        <p:txBody>
          <a:bodyPr>
            <a:normAutofit/>
          </a:bodyPr>
          <a:lstStyle/>
          <a:p>
            <a:r>
              <a:rPr lang="zh-CN" altLang="en-US" sz="3600" b="1" dirty="0">
                <a:latin typeface="楷体" panose="02010609060101010101" pitchFamily="49" charset="-122"/>
                <a:ea typeface="楷体" panose="02010609060101010101" pitchFamily="49" charset="-122"/>
              </a:rPr>
              <a:t>操作流程：</a:t>
            </a:r>
            <a:endParaRPr lang="zh-CN" altLang="en-US" sz="3600" dirty="0">
              <a:latin typeface="楷体" panose="02010609060101010101" pitchFamily="49" charset="-122"/>
              <a:ea typeface="楷体" panose="02010609060101010101" pitchFamily="49" charset="-122"/>
            </a:endParaRPr>
          </a:p>
          <a:p>
            <a:pPr marL="0" indent="0">
              <a:buNone/>
            </a:pPr>
            <a:r>
              <a:rPr lang="zh-CN" altLang="en-US" sz="3600" b="1" dirty="0">
                <a:latin typeface="楷体" panose="02010609060101010101" pitchFamily="49" charset="-122"/>
                <a:ea typeface="楷体" panose="02010609060101010101" pitchFamily="49" charset="-122"/>
              </a:rPr>
              <a:t>（</a:t>
            </a:r>
            <a:r>
              <a:rPr lang="en-US" altLang="zh-CN" sz="3600" b="1" dirty="0">
                <a:latin typeface="楷体" panose="02010609060101010101" pitchFamily="49" charset="-122"/>
                <a:ea typeface="楷体" panose="02010609060101010101" pitchFamily="49" charset="-122"/>
              </a:rPr>
              <a:t>1</a:t>
            </a:r>
            <a:r>
              <a:rPr lang="zh-CN" altLang="en-US" sz="3600" b="1" dirty="0">
                <a:latin typeface="楷体" panose="02010609060101010101" pitchFamily="49" charset="-122"/>
                <a:ea typeface="楷体" panose="02010609060101010101" pitchFamily="49" charset="-122"/>
              </a:rPr>
              <a:t>）添加元素</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①先将元素加入最大堆</a:t>
            </a:r>
          </a:p>
          <a:p>
            <a:pPr marL="457200" lvl="1" indent="0">
              <a:buNone/>
            </a:pPr>
            <a:r>
              <a:rPr lang="zh-CN" altLang="en-US" sz="3600" dirty="0">
                <a:latin typeface="楷体" panose="02010609060101010101" pitchFamily="49" charset="-122"/>
                <a:ea typeface="楷体" panose="02010609060101010101" pitchFamily="49" charset="-122"/>
              </a:rPr>
              <a:t>②将最大堆的堆顶移到最小堆（保证最大堆 </a:t>
            </a:r>
            <a:r>
              <a:rPr lang="en-US" altLang="zh-CN" sz="3600" dirty="0">
                <a:latin typeface="楷体" panose="02010609060101010101" pitchFamily="49" charset="-122"/>
                <a:ea typeface="楷体" panose="02010609060101010101" pitchFamily="49" charset="-122"/>
              </a:rPr>
              <a:t>&lt;= </a:t>
            </a:r>
            <a:r>
              <a:rPr lang="zh-CN" altLang="en-US" sz="3600" dirty="0">
                <a:latin typeface="楷体" panose="02010609060101010101" pitchFamily="49" charset="-122"/>
                <a:ea typeface="楷体" panose="02010609060101010101" pitchFamily="49" charset="-122"/>
              </a:rPr>
              <a:t>最小堆）</a:t>
            </a:r>
          </a:p>
          <a:p>
            <a:pPr marL="457200" lvl="1" indent="0">
              <a:buNone/>
            </a:pPr>
            <a:r>
              <a:rPr lang="zh-CN" altLang="en-US" sz="3600" dirty="0">
                <a:latin typeface="楷体" panose="02010609060101010101" pitchFamily="49" charset="-122"/>
                <a:ea typeface="楷体" panose="02010609060101010101" pitchFamily="49" charset="-122"/>
              </a:rPr>
              <a:t>③如果最大堆大小 </a:t>
            </a:r>
            <a:r>
              <a:rPr lang="en-US" altLang="zh-CN" sz="3600" dirty="0">
                <a:latin typeface="楷体" panose="02010609060101010101" pitchFamily="49" charset="-122"/>
                <a:ea typeface="楷体" panose="02010609060101010101" pitchFamily="49" charset="-122"/>
              </a:rPr>
              <a:t>&lt; </a:t>
            </a:r>
            <a:r>
              <a:rPr lang="zh-CN" altLang="en-US" sz="3600" dirty="0">
                <a:latin typeface="楷体" panose="02010609060101010101" pitchFamily="49" charset="-122"/>
                <a:ea typeface="楷体" panose="02010609060101010101" pitchFamily="49" charset="-122"/>
              </a:rPr>
              <a:t>最小堆大小，将最小堆堆顶移回最大堆（保持平衡）</a:t>
            </a:r>
          </a:p>
          <a:p>
            <a:pPr marL="0" indent="0">
              <a:buNone/>
            </a:pPr>
            <a:r>
              <a:rPr lang="zh-CN" altLang="en-US" sz="3600" b="1" dirty="0">
                <a:latin typeface="楷体" panose="02010609060101010101" pitchFamily="49" charset="-122"/>
                <a:ea typeface="楷体" panose="02010609060101010101" pitchFamily="49" charset="-122"/>
              </a:rPr>
              <a:t>（</a:t>
            </a:r>
            <a:r>
              <a:rPr lang="en-US" altLang="zh-CN" sz="3600" b="1" dirty="0">
                <a:latin typeface="楷体" panose="02010609060101010101" pitchFamily="49" charset="-122"/>
                <a:ea typeface="楷体" panose="02010609060101010101" pitchFamily="49" charset="-122"/>
              </a:rPr>
              <a:t>2</a:t>
            </a:r>
            <a:r>
              <a:rPr lang="zh-CN" altLang="en-US" sz="3600" b="1" dirty="0">
                <a:latin typeface="楷体" panose="02010609060101010101" pitchFamily="49" charset="-122"/>
                <a:ea typeface="楷体" panose="02010609060101010101" pitchFamily="49" charset="-122"/>
              </a:rPr>
              <a:t>）查找中位数</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①如果堆大小相等：返回两个堆顶的平均值</a:t>
            </a:r>
          </a:p>
          <a:p>
            <a:pPr marL="457200" lvl="1" indent="0">
              <a:buNone/>
            </a:pPr>
            <a:r>
              <a:rPr lang="zh-CN" altLang="en-US" sz="3600" dirty="0">
                <a:latin typeface="楷体" panose="02010609060101010101" pitchFamily="49" charset="-122"/>
                <a:ea typeface="楷体" panose="02010609060101010101" pitchFamily="49" charset="-122"/>
              </a:rPr>
              <a:t>②如果最大堆更大：返回最大堆堆顶</a:t>
            </a:r>
          </a:p>
          <a:p>
            <a:endParaRPr lang="zh-CN" altLang="en-US" dirty="0"/>
          </a:p>
        </p:txBody>
      </p:sp>
    </p:spTree>
    <p:extLst>
      <p:ext uri="{BB962C8B-B14F-4D97-AF65-F5344CB8AC3E}">
        <p14:creationId xmlns:p14="http://schemas.microsoft.com/office/powerpoint/2010/main" val="1724811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0D56BD8-D27C-D74D-8247-66FB71907298}"/>
              </a:ext>
            </a:extLst>
          </p:cNvPr>
          <p:cNvSpPr>
            <a:spLocks noGrp="1"/>
          </p:cNvSpPr>
          <p:nvPr>
            <p:ph idx="1"/>
          </p:nvPr>
        </p:nvSpPr>
        <p:spPr>
          <a:xfrm>
            <a:off x="838200" y="371475"/>
            <a:ext cx="10515600" cy="5805488"/>
          </a:xfrm>
        </p:spPr>
        <p:txBody>
          <a:bodyPr>
            <a:noAutofit/>
          </a:bodyPr>
          <a:lstStyle/>
          <a:p>
            <a:pPr marL="0" indent="0">
              <a:buNone/>
            </a:pPr>
            <a:r>
              <a:rPr lang="zh-CN" altLang="en-US" sz="3200" dirty="0">
                <a:latin typeface="楷体" panose="02010609060101010101" pitchFamily="49" charset="-122"/>
                <a:ea typeface="楷体" panose="02010609060101010101" pitchFamily="49" charset="-122"/>
              </a:rPr>
              <a:t>题目二：城市的天际线是从远处观看城市中所有建筑物形成的轮廓的外部轮廓。给你所有建筑物的位置和高度，请返回由这些建筑物形成的天际线。每个建筑物的几何信息由数组 </a:t>
            </a:r>
            <a:r>
              <a:rPr lang="en-US" altLang="zh-CN" sz="3200" dirty="0">
                <a:latin typeface="楷体" panose="02010609060101010101" pitchFamily="49" charset="-122"/>
                <a:ea typeface="楷体" panose="02010609060101010101" pitchFamily="49" charset="-122"/>
              </a:rPr>
              <a:t>buildings </a:t>
            </a:r>
            <a:r>
              <a:rPr lang="zh-CN" altLang="en-US" sz="3200" dirty="0">
                <a:latin typeface="楷体" panose="02010609060101010101" pitchFamily="49" charset="-122"/>
                <a:ea typeface="楷体" panose="02010609060101010101" pitchFamily="49" charset="-122"/>
              </a:rPr>
              <a:t>表示，其中 </a:t>
            </a:r>
            <a:r>
              <a:rPr lang="en-US" altLang="zh-CN" sz="3200" dirty="0">
                <a:latin typeface="楷体" panose="02010609060101010101" pitchFamily="49" charset="-122"/>
                <a:ea typeface="楷体" panose="02010609060101010101" pitchFamily="49" charset="-122"/>
              </a:rPr>
              <a:t>buildings[</a:t>
            </a:r>
            <a:r>
              <a:rPr lang="en-US" altLang="zh-CN" sz="3200" dirty="0" err="1">
                <a:latin typeface="楷体" panose="02010609060101010101" pitchFamily="49" charset="-122"/>
                <a:ea typeface="楷体" panose="02010609060101010101" pitchFamily="49" charset="-122"/>
              </a:rPr>
              <a:t>i</a:t>
            </a:r>
            <a:r>
              <a:rPr lang="en-US" altLang="zh-CN" sz="3200" dirty="0">
                <a:latin typeface="楷体" panose="02010609060101010101" pitchFamily="49" charset="-122"/>
                <a:ea typeface="楷体" panose="02010609060101010101" pitchFamily="49" charset="-122"/>
              </a:rPr>
              <a:t>] = [</a:t>
            </a:r>
            <a:r>
              <a:rPr lang="en-US" altLang="zh-CN" sz="3200" dirty="0" err="1">
                <a:latin typeface="楷体" panose="02010609060101010101" pitchFamily="49" charset="-122"/>
                <a:ea typeface="楷体" panose="02010609060101010101" pitchFamily="49" charset="-122"/>
              </a:rPr>
              <a:t>lefti,righti</a:t>
            </a:r>
            <a:r>
              <a:rPr lang="en-US" altLang="zh-CN" sz="3200" dirty="0">
                <a:latin typeface="楷体" panose="02010609060101010101" pitchFamily="49" charset="-122"/>
                <a:ea typeface="楷体" panose="02010609060101010101" pitchFamily="49" charset="-122"/>
              </a:rPr>
              <a:t>, </a:t>
            </a:r>
            <a:r>
              <a:rPr lang="en-US" altLang="zh-CN" sz="3200" dirty="0" err="1">
                <a:latin typeface="楷体" panose="02010609060101010101" pitchFamily="49" charset="-122"/>
                <a:ea typeface="楷体" panose="02010609060101010101" pitchFamily="49" charset="-122"/>
              </a:rPr>
              <a:t>heighti</a:t>
            </a:r>
            <a:r>
              <a:rPr lang="en-US" altLang="zh-CN" sz="3200" dirty="0">
                <a:latin typeface="楷体" panose="02010609060101010101" pitchFamily="49" charset="-122"/>
                <a:ea typeface="楷体" panose="02010609060101010101" pitchFamily="49" charset="-122"/>
              </a:rPr>
              <a:t>]</a:t>
            </a:r>
            <a:r>
              <a:rPr lang="zh-CN" altLang="en-US" sz="3200" dirty="0">
                <a:latin typeface="楷体" panose="02010609060101010101" pitchFamily="49" charset="-122"/>
                <a:ea typeface="楷体" panose="02010609060101010101" pitchFamily="49" charset="-122"/>
              </a:rPr>
              <a:t>：</a:t>
            </a:r>
            <a:r>
              <a:rPr lang="en-US" altLang="zh-CN" sz="3200" dirty="0" err="1">
                <a:latin typeface="楷体" panose="02010609060101010101" pitchFamily="49" charset="-122"/>
                <a:ea typeface="楷体" panose="02010609060101010101" pitchFamily="49" charset="-122"/>
              </a:rPr>
              <a:t>lefti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是第 </a:t>
            </a:r>
            <a:r>
              <a:rPr lang="en-US" altLang="zh-CN" sz="3200" dirty="0" err="1">
                <a:latin typeface="楷体" panose="02010609060101010101" pitchFamily="49" charset="-122"/>
                <a:ea typeface="楷体" panose="02010609060101010101" pitchFamily="49" charset="-122"/>
              </a:rPr>
              <a: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座建筑物左边缘的 </a:t>
            </a:r>
            <a:r>
              <a:rPr lang="en-US" altLang="zh-CN" sz="3200" dirty="0">
                <a:latin typeface="楷体" panose="02010609060101010101" pitchFamily="49" charset="-122"/>
                <a:ea typeface="楷体" panose="02010609060101010101" pitchFamily="49" charset="-122"/>
              </a:rPr>
              <a:t>x </a:t>
            </a:r>
            <a:r>
              <a:rPr lang="zh-CN" altLang="en-US" sz="3200" dirty="0">
                <a:latin typeface="楷体" panose="02010609060101010101" pitchFamily="49" charset="-122"/>
                <a:ea typeface="楷体" panose="02010609060101010101" pitchFamily="49" charset="-122"/>
              </a:rPr>
              <a:t>坐标。</a:t>
            </a:r>
            <a:r>
              <a:rPr lang="en-US" altLang="zh-CN" sz="3200" dirty="0" err="1">
                <a:latin typeface="楷体" panose="02010609060101010101" pitchFamily="49" charset="-122"/>
                <a:ea typeface="楷体" panose="02010609060101010101" pitchFamily="49" charset="-122"/>
              </a:rPr>
              <a:t>righti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是第 </a:t>
            </a:r>
            <a:r>
              <a:rPr lang="en-US" altLang="zh-CN" sz="3200" dirty="0" err="1">
                <a:latin typeface="楷体" panose="02010609060101010101" pitchFamily="49" charset="-122"/>
                <a:ea typeface="楷体" panose="02010609060101010101" pitchFamily="49" charset="-122"/>
              </a:rPr>
              <a: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座建筑物右边缘的 </a:t>
            </a:r>
            <a:r>
              <a:rPr lang="en-US" altLang="zh-CN" sz="3200" dirty="0">
                <a:latin typeface="楷体" panose="02010609060101010101" pitchFamily="49" charset="-122"/>
                <a:ea typeface="楷体" panose="02010609060101010101" pitchFamily="49" charset="-122"/>
              </a:rPr>
              <a:t>x </a:t>
            </a:r>
            <a:r>
              <a:rPr lang="zh-CN" altLang="en-US" sz="3200" dirty="0">
                <a:latin typeface="楷体" panose="02010609060101010101" pitchFamily="49" charset="-122"/>
                <a:ea typeface="楷体" panose="02010609060101010101" pitchFamily="49" charset="-122"/>
              </a:rPr>
              <a:t>坐标。</a:t>
            </a:r>
            <a:r>
              <a:rPr lang="en-US" altLang="zh-CN" sz="3200" dirty="0" err="1">
                <a:latin typeface="楷体" panose="02010609060101010101" pitchFamily="49" charset="-122"/>
                <a:ea typeface="楷体" panose="02010609060101010101" pitchFamily="49" charset="-122"/>
              </a:rPr>
              <a:t>heighti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是第 </a:t>
            </a:r>
            <a:r>
              <a:rPr lang="en-US" altLang="zh-CN" sz="3200" dirty="0" err="1">
                <a:latin typeface="楷体" panose="02010609060101010101" pitchFamily="49" charset="-122"/>
                <a:ea typeface="楷体" panose="02010609060101010101" pitchFamily="49" charset="-122"/>
              </a:rPr>
              <a:t>i</a:t>
            </a:r>
            <a:r>
              <a:rPr lang="en-US" altLang="zh-CN" sz="3200" dirty="0">
                <a:latin typeface="楷体" panose="02010609060101010101" pitchFamily="49" charset="-122"/>
                <a:ea typeface="楷体" panose="02010609060101010101" pitchFamily="49" charset="-122"/>
              </a:rPr>
              <a:t> </a:t>
            </a:r>
            <a:r>
              <a:rPr lang="zh-CN" altLang="en-US" sz="3200" dirty="0">
                <a:latin typeface="楷体" panose="02010609060101010101" pitchFamily="49" charset="-122"/>
                <a:ea typeface="楷体" panose="02010609060101010101" pitchFamily="49" charset="-122"/>
              </a:rPr>
              <a:t>座建筑物的高度。你可以假设所有的建筑都是完美的矩形，在高度为 </a:t>
            </a:r>
            <a:r>
              <a:rPr lang="en-US" altLang="zh-CN" sz="3200" dirty="0">
                <a:latin typeface="楷体" panose="02010609060101010101" pitchFamily="49" charset="-122"/>
                <a:ea typeface="楷体" panose="02010609060101010101" pitchFamily="49" charset="-122"/>
              </a:rPr>
              <a:t>0</a:t>
            </a:r>
            <a:r>
              <a:rPr lang="zh-CN" altLang="en-US" sz="3200" dirty="0">
                <a:latin typeface="楷体" panose="02010609060101010101" pitchFamily="49" charset="-122"/>
                <a:ea typeface="楷体" panose="02010609060101010101" pitchFamily="49" charset="-122"/>
              </a:rPr>
              <a:t> 的绝对平坦的表面上。天际线应该表示为由 “关键点” 组成的列表，格式 </a:t>
            </a:r>
            <a:r>
              <a:rPr lang="en-US" altLang="zh-CN" sz="3200" dirty="0">
                <a:latin typeface="楷体" panose="02010609060101010101" pitchFamily="49" charset="-122"/>
                <a:ea typeface="楷体" panose="02010609060101010101" pitchFamily="49" charset="-122"/>
              </a:rPr>
              <a:t>[[x1,y1],[x2,y2],...]</a:t>
            </a:r>
            <a:r>
              <a:rPr lang="zh-CN" altLang="en-US" sz="3200" dirty="0">
                <a:latin typeface="楷体" panose="02010609060101010101" pitchFamily="49" charset="-122"/>
                <a:ea typeface="楷体" panose="02010609060101010101" pitchFamily="49" charset="-122"/>
              </a:rPr>
              <a:t> ，并按 </a:t>
            </a:r>
            <a:r>
              <a:rPr lang="en-US" altLang="zh-CN" sz="3200" dirty="0">
                <a:latin typeface="楷体" panose="02010609060101010101" pitchFamily="49" charset="-122"/>
                <a:ea typeface="楷体" panose="02010609060101010101" pitchFamily="49" charset="-122"/>
              </a:rPr>
              <a:t>x</a:t>
            </a:r>
            <a:r>
              <a:rPr lang="zh-CN" altLang="en-US" sz="3200" dirty="0">
                <a:latin typeface="楷体" panose="02010609060101010101" pitchFamily="49" charset="-122"/>
                <a:ea typeface="楷体" panose="02010609060101010101" pitchFamily="49" charset="-122"/>
              </a:rPr>
              <a:t> 坐标进行排序。关键点是水平线段的左端点。最后一个关键点是最右侧建筑的结束，高度为</a:t>
            </a:r>
            <a:r>
              <a:rPr lang="en-US" altLang="zh-CN" sz="3200" dirty="0">
                <a:latin typeface="楷体" panose="02010609060101010101" pitchFamily="49" charset="-122"/>
                <a:ea typeface="楷体" panose="02010609060101010101" pitchFamily="49" charset="-122"/>
              </a:rPr>
              <a:t>0</a:t>
            </a:r>
            <a:r>
              <a:rPr lang="zh-CN" altLang="en-US" sz="32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41189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7CA6-9E21-B10A-5DD5-F525AF0D46CE}"/>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E2A092F-3436-1FAD-7CA5-A8B3168280FC}"/>
              </a:ext>
            </a:extLst>
          </p:cNvPr>
          <p:cNvSpPr>
            <a:spLocks noGrp="1"/>
          </p:cNvSpPr>
          <p:nvPr>
            <p:ph idx="1"/>
          </p:nvPr>
        </p:nvSpPr>
        <p:spPr>
          <a:xfrm>
            <a:off x="538162" y="314325"/>
            <a:ext cx="11134726" cy="6172200"/>
          </a:xfrm>
        </p:spPr>
        <p:txBody>
          <a:bodyPr>
            <a:normAutofit lnSpcReduction="10000"/>
          </a:bodyPr>
          <a:lstStyle/>
          <a:p>
            <a:r>
              <a:rPr lang="zh-CN" altLang="en-US" sz="3900" b="1" dirty="0">
                <a:latin typeface="楷体" panose="02010609060101010101" pitchFamily="49" charset="-122"/>
                <a:ea typeface="楷体" panose="02010609060101010101" pitchFamily="49" charset="-122"/>
              </a:rPr>
              <a:t>解题思路</a:t>
            </a:r>
            <a:r>
              <a:rPr lang="zh-CN" altLang="en-US" sz="3900" dirty="0">
                <a:latin typeface="楷体" panose="02010609060101010101" pitchFamily="49" charset="-122"/>
                <a:ea typeface="楷体" panose="02010609060101010101" pitchFamily="49" charset="-122"/>
              </a:rPr>
              <a:t>：</a:t>
            </a:r>
          </a:p>
          <a:p>
            <a:pPr marL="0" indent="0">
              <a:buNone/>
            </a:pPr>
            <a:r>
              <a:rPr lang="en-US" altLang="zh-CN" sz="3900" dirty="0">
                <a:latin typeface="楷体" panose="02010609060101010101" pitchFamily="49" charset="-122"/>
                <a:ea typeface="楷体" panose="02010609060101010101" pitchFamily="49" charset="-122"/>
              </a:rPr>
              <a:t>1</a:t>
            </a:r>
            <a:r>
              <a:rPr lang="zh-CN" altLang="en-US" sz="3900" dirty="0">
                <a:latin typeface="楷体" panose="02010609060101010101" pitchFamily="49" charset="-122"/>
                <a:ea typeface="楷体" panose="02010609060101010101" pitchFamily="49" charset="-122"/>
              </a:rPr>
              <a:t>、将每个建筑拆分成两个事件：</a:t>
            </a:r>
            <a:r>
              <a:rPr lang="en-US" altLang="zh-CN" sz="3900" dirty="0">
                <a:latin typeface="楷体" panose="02010609060101010101" pitchFamily="49" charset="-122"/>
                <a:ea typeface="楷体" panose="02010609060101010101" pitchFamily="49" charset="-122"/>
              </a:rPr>
              <a:t>(left, -height)</a:t>
            </a:r>
            <a:r>
              <a:rPr lang="zh-CN" altLang="en-US" sz="3900" dirty="0">
                <a:latin typeface="楷体" panose="02010609060101010101" pitchFamily="49" charset="-122"/>
                <a:ea typeface="楷体" panose="02010609060101010101" pitchFamily="49" charset="-122"/>
              </a:rPr>
              <a:t> 表示一个建筑的开始，</a:t>
            </a:r>
            <a:r>
              <a:rPr lang="en-US" altLang="zh-CN" sz="3900" dirty="0">
                <a:latin typeface="楷体" panose="02010609060101010101" pitchFamily="49" charset="-122"/>
                <a:ea typeface="楷体" panose="02010609060101010101" pitchFamily="49" charset="-122"/>
              </a:rPr>
              <a:t>(right, height)</a:t>
            </a:r>
            <a:r>
              <a:rPr lang="zh-CN" altLang="en-US" sz="3900" dirty="0">
                <a:latin typeface="楷体" panose="02010609060101010101" pitchFamily="49" charset="-122"/>
                <a:ea typeface="楷体" panose="02010609060101010101" pitchFamily="49" charset="-122"/>
              </a:rPr>
              <a:t> 表示一个建筑的结束。使用负高度来区分开始和结束，这样在同一个</a:t>
            </a:r>
            <a:r>
              <a:rPr lang="en-US" altLang="zh-CN" sz="3900" dirty="0">
                <a:latin typeface="楷体" panose="02010609060101010101" pitchFamily="49" charset="-122"/>
                <a:ea typeface="楷体" panose="02010609060101010101" pitchFamily="49" charset="-122"/>
              </a:rPr>
              <a:t>x</a:t>
            </a:r>
            <a:r>
              <a:rPr lang="zh-CN" altLang="en-US" sz="3900" dirty="0">
                <a:latin typeface="楷体" panose="02010609060101010101" pitchFamily="49" charset="-122"/>
                <a:ea typeface="楷体" panose="02010609060101010101" pitchFamily="49" charset="-122"/>
              </a:rPr>
              <a:t>坐标上，开始事件会排在结束事件之前（因为负数比正数小），并且更高的建筑开始会排在前面（因为 </a:t>
            </a:r>
            <a:r>
              <a:rPr lang="en-US" altLang="zh-CN" sz="3900" dirty="0">
                <a:latin typeface="楷体" panose="02010609060101010101" pitchFamily="49" charset="-122"/>
                <a:ea typeface="楷体" panose="02010609060101010101" pitchFamily="49" charset="-122"/>
              </a:rPr>
              <a:t>-height </a:t>
            </a:r>
            <a:r>
              <a:rPr lang="zh-CN" altLang="en-US" sz="3900" dirty="0">
                <a:latin typeface="楷体" panose="02010609060101010101" pitchFamily="49" charset="-122"/>
                <a:ea typeface="楷体" panose="02010609060101010101" pitchFamily="49" charset="-122"/>
              </a:rPr>
              <a:t>更小）。</a:t>
            </a:r>
          </a:p>
          <a:p>
            <a:pPr marL="0" indent="0">
              <a:buNone/>
            </a:pPr>
            <a:r>
              <a:rPr lang="en-US" altLang="zh-CN" sz="3900" dirty="0">
                <a:latin typeface="楷体" panose="02010609060101010101" pitchFamily="49" charset="-122"/>
                <a:ea typeface="楷体" panose="02010609060101010101" pitchFamily="49" charset="-122"/>
              </a:rPr>
              <a:t>2</a:t>
            </a:r>
            <a:r>
              <a:rPr lang="zh-CN" altLang="en-US" sz="3900" dirty="0">
                <a:latin typeface="楷体" panose="02010609060101010101" pitchFamily="49" charset="-122"/>
                <a:ea typeface="楷体" panose="02010609060101010101" pitchFamily="49" charset="-122"/>
              </a:rPr>
              <a:t>、使用一个</a:t>
            </a:r>
            <a:r>
              <a:rPr lang="zh-CN" altLang="en-US" sz="3900" b="1" dirty="0">
                <a:latin typeface="楷体" panose="02010609060101010101" pitchFamily="49" charset="-122"/>
                <a:ea typeface="楷体" panose="02010609060101010101" pitchFamily="49" charset="-122"/>
              </a:rPr>
              <a:t>最大堆</a:t>
            </a:r>
            <a:r>
              <a:rPr lang="zh-CN" altLang="en-US" sz="3900" dirty="0">
                <a:latin typeface="楷体" panose="02010609060101010101" pitchFamily="49" charset="-122"/>
                <a:ea typeface="楷体" panose="02010609060101010101" pitchFamily="49" charset="-122"/>
              </a:rPr>
              <a:t> </a:t>
            </a:r>
            <a:r>
              <a:rPr lang="en-US" altLang="zh-CN" sz="3900" dirty="0">
                <a:latin typeface="楷体" panose="02010609060101010101" pitchFamily="49" charset="-122"/>
                <a:ea typeface="楷体" panose="02010609060101010101" pitchFamily="49" charset="-122"/>
              </a:rPr>
              <a:t>heap</a:t>
            </a:r>
            <a:r>
              <a:rPr lang="zh-CN" altLang="en-US" sz="3900" dirty="0">
                <a:latin typeface="楷体" panose="02010609060101010101" pitchFamily="49" charset="-122"/>
                <a:ea typeface="楷体" panose="02010609060101010101" pitchFamily="49" charset="-122"/>
              </a:rPr>
              <a:t> 来动态记录当前扫描线穿过的所有建筑的高度。堆顶是当前的最大高度。</a:t>
            </a:r>
          </a:p>
          <a:p>
            <a:pPr marL="0" indent="0">
              <a:buNone/>
            </a:pPr>
            <a:r>
              <a:rPr lang="en-US" altLang="zh-CN" sz="3900" dirty="0">
                <a:latin typeface="楷体" panose="02010609060101010101" pitchFamily="49" charset="-122"/>
                <a:ea typeface="楷体" panose="02010609060101010101" pitchFamily="49" charset="-122"/>
              </a:rPr>
              <a:t>3</a:t>
            </a:r>
            <a:r>
              <a:rPr lang="zh-CN" altLang="en-US" sz="3900" dirty="0">
                <a:latin typeface="楷体" panose="02010609060101010101" pitchFamily="49" charset="-122"/>
                <a:ea typeface="楷体" panose="02010609060101010101" pitchFamily="49" charset="-122"/>
              </a:rPr>
              <a:t>、用一个变量 </a:t>
            </a:r>
            <a:r>
              <a:rPr lang="en-US" altLang="zh-CN" sz="3900" dirty="0" err="1">
                <a:latin typeface="楷体" panose="02010609060101010101" pitchFamily="49" charset="-122"/>
                <a:ea typeface="楷体" panose="02010609060101010101" pitchFamily="49" charset="-122"/>
              </a:rPr>
              <a:t>prev_max</a:t>
            </a:r>
            <a:r>
              <a:rPr lang="zh-CN" altLang="en-US" sz="3900" dirty="0">
                <a:latin typeface="楷体" panose="02010609060101010101" pitchFamily="49" charset="-122"/>
                <a:ea typeface="楷体" panose="02010609060101010101" pitchFamily="49" charset="-122"/>
              </a:rPr>
              <a:t> 记录上一次关键点产生时的最大高度。</a:t>
            </a:r>
          </a:p>
          <a:p>
            <a:pPr marL="0" indent="0">
              <a:buNone/>
            </a:pPr>
            <a:endParaRPr lang="zh-CN" altLang="en-US" dirty="0"/>
          </a:p>
        </p:txBody>
      </p:sp>
    </p:spTree>
    <p:extLst>
      <p:ext uri="{BB962C8B-B14F-4D97-AF65-F5344CB8AC3E}">
        <p14:creationId xmlns:p14="http://schemas.microsoft.com/office/powerpoint/2010/main" val="1428284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3874-66DE-784A-51CB-DA5BEAB9F49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AADC483D-D457-DA23-8EBA-4AD2651B5A05}"/>
              </a:ext>
            </a:extLst>
          </p:cNvPr>
          <p:cNvSpPr>
            <a:spLocks noGrp="1"/>
          </p:cNvSpPr>
          <p:nvPr>
            <p:ph idx="1"/>
          </p:nvPr>
        </p:nvSpPr>
        <p:spPr>
          <a:xfrm>
            <a:off x="464343" y="477043"/>
            <a:ext cx="11263313" cy="5903913"/>
          </a:xfrm>
        </p:spPr>
        <p:txBody>
          <a:bodyPr>
            <a:normAutofit fontScale="92500" lnSpcReduction="10000"/>
          </a:bodyPr>
          <a:lstStyle/>
          <a:p>
            <a:r>
              <a:rPr lang="zh-CN" altLang="en-US" sz="3900" b="1" dirty="0">
                <a:latin typeface="楷体" panose="02010609060101010101" pitchFamily="49" charset="-122"/>
                <a:ea typeface="楷体" panose="02010609060101010101" pitchFamily="49" charset="-122"/>
              </a:rPr>
              <a:t>操作流程</a:t>
            </a:r>
            <a:r>
              <a:rPr lang="zh-CN" altLang="en-US" sz="3900" dirty="0">
                <a:latin typeface="楷体" panose="02010609060101010101" pitchFamily="49" charset="-122"/>
                <a:ea typeface="楷体" panose="02010609060101010101" pitchFamily="49" charset="-122"/>
              </a:rPr>
              <a:t>：</a:t>
            </a:r>
          </a:p>
          <a:p>
            <a:pPr marL="457200" lvl="1" indent="0">
              <a:buNone/>
            </a:pPr>
            <a:r>
              <a:rPr lang="zh-CN" altLang="en-US" sz="3900" dirty="0">
                <a:latin typeface="楷体" panose="02010609060101010101" pitchFamily="49" charset="-122"/>
                <a:ea typeface="楷体" panose="02010609060101010101" pitchFamily="49" charset="-122"/>
              </a:rPr>
              <a:t>按</a:t>
            </a:r>
            <a:r>
              <a:rPr lang="en-US" altLang="zh-CN" sz="3900" dirty="0">
                <a:latin typeface="楷体" panose="02010609060101010101" pitchFamily="49" charset="-122"/>
                <a:ea typeface="楷体" panose="02010609060101010101" pitchFamily="49" charset="-122"/>
              </a:rPr>
              <a:t>x</a:t>
            </a:r>
            <a:r>
              <a:rPr lang="zh-CN" altLang="en-US" sz="3900" dirty="0">
                <a:latin typeface="楷体" panose="02010609060101010101" pitchFamily="49" charset="-122"/>
                <a:ea typeface="楷体" panose="02010609060101010101" pitchFamily="49" charset="-122"/>
              </a:rPr>
              <a:t>坐标排序所有事件点。</a:t>
            </a:r>
          </a:p>
          <a:p>
            <a:pPr marL="457200" lvl="1" indent="0">
              <a:buNone/>
            </a:pPr>
            <a:r>
              <a:rPr lang="zh-CN" altLang="en-US" sz="3900" dirty="0">
                <a:latin typeface="楷体" panose="02010609060101010101" pitchFamily="49" charset="-122"/>
                <a:ea typeface="楷体" panose="02010609060101010101" pitchFamily="49" charset="-122"/>
              </a:rPr>
              <a:t>遍历事件点：</a:t>
            </a:r>
          </a:p>
          <a:p>
            <a:pPr marL="914400" lvl="2" indent="0">
              <a:buNone/>
            </a:pPr>
            <a:r>
              <a:rPr lang="zh-CN" altLang="en-US" sz="3900" dirty="0">
                <a:latin typeface="楷体" panose="02010609060101010101" pitchFamily="49" charset="-122"/>
                <a:ea typeface="楷体" panose="02010609060101010101" pitchFamily="49" charset="-122"/>
              </a:rPr>
              <a:t>如果是开始事件（高度为负），将高度绝对值加入堆。</a:t>
            </a:r>
          </a:p>
          <a:p>
            <a:pPr marL="914400" lvl="2" indent="0">
              <a:buNone/>
            </a:pPr>
            <a:r>
              <a:rPr lang="zh-CN" altLang="en-US" sz="3900" dirty="0">
                <a:latin typeface="楷体" panose="02010609060101010101" pitchFamily="49" charset="-122"/>
                <a:ea typeface="楷体" panose="02010609060101010101" pitchFamily="49" charset="-122"/>
              </a:rPr>
              <a:t>如果是结束事件（高度为正），从堆中移除该高度。（注意：</a:t>
            </a:r>
            <a:r>
              <a:rPr lang="en-US" altLang="zh-CN" sz="3900" dirty="0">
                <a:latin typeface="楷体" panose="02010609060101010101" pitchFamily="49" charset="-122"/>
                <a:ea typeface="楷体" panose="02010609060101010101" pitchFamily="49" charset="-122"/>
              </a:rPr>
              <a:t>Python</a:t>
            </a:r>
            <a:r>
              <a:rPr lang="zh-CN" altLang="en-US" sz="3900" dirty="0">
                <a:latin typeface="楷体" panose="02010609060101010101" pitchFamily="49" charset="-122"/>
                <a:ea typeface="楷体" panose="02010609060101010101" pitchFamily="49" charset="-122"/>
              </a:rPr>
              <a:t>的 </a:t>
            </a:r>
            <a:r>
              <a:rPr lang="en-US" altLang="zh-CN" sz="3900" dirty="0" err="1">
                <a:latin typeface="楷体" panose="02010609060101010101" pitchFamily="49" charset="-122"/>
                <a:ea typeface="楷体" panose="02010609060101010101" pitchFamily="49" charset="-122"/>
              </a:rPr>
              <a:t>heapq</a:t>
            </a:r>
            <a:r>
              <a:rPr lang="zh-CN" altLang="en-US" sz="3900" dirty="0">
                <a:latin typeface="楷体" panose="02010609060101010101" pitchFamily="49" charset="-122"/>
                <a:ea typeface="楷体" panose="02010609060101010101" pitchFamily="49" charset="-122"/>
              </a:rPr>
              <a:t> 不支持直接删除，所以我们使用“延迟删除”技巧，用一个字典记录待删除的元素，当它到堆顶时才真正弹出。）</a:t>
            </a:r>
          </a:p>
          <a:p>
            <a:pPr marL="457200" lvl="1" indent="0">
              <a:buNone/>
            </a:pPr>
            <a:r>
              <a:rPr lang="zh-CN" altLang="en-US" sz="3900" dirty="0">
                <a:latin typeface="楷体" panose="02010609060101010101" pitchFamily="49" charset="-122"/>
                <a:ea typeface="楷体" panose="02010609060101010101" pitchFamily="49" charset="-122"/>
              </a:rPr>
              <a:t>获取当前堆顶（最大高度），如果当前最大高度 </a:t>
            </a:r>
            <a:r>
              <a:rPr lang="en-US" altLang="zh-CN" sz="3900" dirty="0" err="1">
                <a:latin typeface="楷体" panose="02010609060101010101" pitchFamily="49" charset="-122"/>
                <a:ea typeface="楷体" panose="02010609060101010101" pitchFamily="49" charset="-122"/>
              </a:rPr>
              <a:t>curr_max</a:t>
            </a:r>
            <a:r>
              <a:rPr lang="zh-CN" altLang="en-US" sz="3900" dirty="0">
                <a:latin typeface="楷体" panose="02010609060101010101" pitchFamily="49" charset="-122"/>
                <a:ea typeface="楷体" panose="02010609060101010101" pitchFamily="49" charset="-122"/>
              </a:rPr>
              <a:t> 与 </a:t>
            </a:r>
            <a:r>
              <a:rPr lang="en-US" altLang="zh-CN" sz="3900" dirty="0" err="1">
                <a:latin typeface="楷体" panose="02010609060101010101" pitchFamily="49" charset="-122"/>
                <a:ea typeface="楷体" panose="02010609060101010101" pitchFamily="49" charset="-122"/>
              </a:rPr>
              <a:t>prev_max</a:t>
            </a:r>
            <a:r>
              <a:rPr lang="zh-CN" altLang="en-US" sz="3900" dirty="0">
                <a:latin typeface="楷体" panose="02010609060101010101" pitchFamily="49" charset="-122"/>
                <a:ea typeface="楷体" panose="02010609060101010101" pitchFamily="49" charset="-122"/>
              </a:rPr>
              <a:t> 不同，说明产生了关键点 </a:t>
            </a:r>
            <a:r>
              <a:rPr lang="en-US" altLang="zh-CN" sz="3900" dirty="0">
                <a:latin typeface="楷体" panose="02010609060101010101" pitchFamily="49" charset="-122"/>
                <a:ea typeface="楷体" panose="02010609060101010101" pitchFamily="49" charset="-122"/>
              </a:rPr>
              <a:t>(x, </a:t>
            </a:r>
            <a:r>
              <a:rPr lang="en-US" altLang="zh-CN" sz="3900" dirty="0" err="1">
                <a:latin typeface="楷体" panose="02010609060101010101" pitchFamily="49" charset="-122"/>
                <a:ea typeface="楷体" panose="02010609060101010101" pitchFamily="49" charset="-122"/>
              </a:rPr>
              <a:t>curr_max</a:t>
            </a:r>
            <a:r>
              <a:rPr lang="en-US" altLang="zh-CN" sz="3900" dirty="0">
                <a:latin typeface="楷体" panose="02010609060101010101" pitchFamily="49" charset="-122"/>
                <a:ea typeface="楷体" panose="02010609060101010101" pitchFamily="49" charset="-122"/>
              </a:rPr>
              <a:t>)</a:t>
            </a:r>
            <a:r>
              <a:rPr lang="zh-CN" altLang="en-US" sz="3900" dirty="0">
                <a:latin typeface="楷体" panose="02010609060101010101" pitchFamily="49" charset="-122"/>
                <a:ea typeface="楷体" panose="02010609060101010101" pitchFamily="49" charset="-122"/>
              </a:rPr>
              <a:t>，并更新 </a:t>
            </a:r>
            <a:r>
              <a:rPr lang="en-US" altLang="zh-CN" sz="3900" dirty="0" err="1">
                <a:latin typeface="楷体" panose="02010609060101010101" pitchFamily="49" charset="-122"/>
                <a:ea typeface="楷体" panose="02010609060101010101" pitchFamily="49" charset="-122"/>
              </a:rPr>
              <a:t>prev_max</a:t>
            </a:r>
            <a:r>
              <a:rPr lang="zh-CN" altLang="en-US" sz="3900" dirty="0">
                <a:latin typeface="楷体" panose="02010609060101010101" pitchFamily="49" charset="-122"/>
                <a:ea typeface="楷体" panose="02010609060101010101" pitchFamily="49" charset="-122"/>
              </a:rPr>
              <a:t>。</a:t>
            </a:r>
          </a:p>
          <a:p>
            <a:pPr marL="0" indent="0">
              <a:buNone/>
            </a:pPr>
            <a:endParaRPr lang="zh-CN" altLang="en-US" dirty="0"/>
          </a:p>
        </p:txBody>
      </p:sp>
    </p:spTree>
    <p:extLst>
      <p:ext uri="{BB962C8B-B14F-4D97-AF65-F5344CB8AC3E}">
        <p14:creationId xmlns:p14="http://schemas.microsoft.com/office/powerpoint/2010/main" val="70809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ADA4-5915-683F-65B4-8DB9E9220EE5}"/>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E4C96948-2A3A-601F-B77E-D9BA30F2608B}"/>
              </a:ext>
            </a:extLst>
          </p:cNvPr>
          <p:cNvSpPr>
            <a:spLocks noGrp="1"/>
          </p:cNvSpPr>
          <p:nvPr>
            <p:ph type="subTitle" idx="1"/>
          </p:nvPr>
        </p:nvSpPr>
        <p:spPr>
          <a:xfrm>
            <a:off x="775493" y="1949223"/>
            <a:ext cx="10937082" cy="3363006"/>
          </a:xfrm>
        </p:spPr>
        <p:txBody>
          <a:bodyPr>
            <a:normAutofit/>
          </a:bodyPr>
          <a:lstStyle/>
          <a:p>
            <a:pPr algn="l"/>
            <a:r>
              <a:rPr lang="zh-CN" altLang="en-US" sz="4300" dirty="0">
                <a:latin typeface="楷体" panose="02010609060101010101" pitchFamily="49" charset="-122"/>
                <a:ea typeface="楷体" panose="02010609060101010101" pitchFamily="49" charset="-122"/>
              </a:rPr>
              <a:t>题目三：给你一个链表数组，每个链表都已经按升序排列。请你将所有链表合并到一个升序链表中，返回合并后的链表。</a:t>
            </a:r>
            <a:endParaRPr lang="zh-CN" altLang="en-US" dirty="0"/>
          </a:p>
        </p:txBody>
      </p:sp>
    </p:spTree>
    <p:extLst>
      <p:ext uri="{BB962C8B-B14F-4D97-AF65-F5344CB8AC3E}">
        <p14:creationId xmlns:p14="http://schemas.microsoft.com/office/powerpoint/2010/main" val="1897035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B0AC0-4F57-A349-CCCC-7F43BDE92E7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C098EECD-4F58-B1E8-A11F-48DFAF3E4FF8}"/>
              </a:ext>
            </a:extLst>
          </p:cNvPr>
          <p:cNvSpPr>
            <a:spLocks noGrp="1"/>
          </p:cNvSpPr>
          <p:nvPr>
            <p:ph idx="1"/>
          </p:nvPr>
        </p:nvSpPr>
        <p:spPr>
          <a:xfrm>
            <a:off x="528637" y="314325"/>
            <a:ext cx="11134726" cy="6457950"/>
          </a:xfrm>
        </p:spPr>
        <p:txBody>
          <a:bodyPr>
            <a:noAutofit/>
          </a:bodyPr>
          <a:lstStyle/>
          <a:p>
            <a:pPr marL="0" indent="0">
              <a:buNone/>
            </a:pPr>
            <a:r>
              <a:rPr lang="zh-CN" altLang="en-US" sz="3600" b="1" dirty="0">
                <a:latin typeface="楷体" panose="02010609060101010101" pitchFamily="49" charset="-122"/>
                <a:ea typeface="楷体" panose="02010609060101010101" pitchFamily="49" charset="-122"/>
              </a:rPr>
              <a:t>解题思路：</a:t>
            </a:r>
          </a:p>
          <a:p>
            <a:pPr marL="0" indent="0" latinLnBrk="1">
              <a:buNone/>
            </a:pPr>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、初始化一个最小堆。</a:t>
            </a:r>
          </a:p>
          <a:p>
            <a:pPr marL="0" indent="0" latinLnBrk="1">
              <a:buNone/>
            </a:pPr>
            <a:r>
              <a:rPr lang="en-US" altLang="zh-CN" sz="3600" dirty="0">
                <a:latin typeface="楷体" panose="02010609060101010101" pitchFamily="49" charset="-122"/>
                <a:ea typeface="楷体" panose="02010609060101010101" pitchFamily="49" charset="-122"/>
              </a:rPr>
              <a:t>2</a:t>
            </a:r>
            <a:r>
              <a:rPr lang="zh-CN" altLang="en-US" sz="3600" dirty="0">
                <a:latin typeface="楷体" panose="02010609060101010101" pitchFamily="49" charset="-122"/>
                <a:ea typeface="楷体" panose="02010609060101010101" pitchFamily="49" charset="-122"/>
              </a:rPr>
              <a:t>、将每个链表的头节点放入堆中。堆中元素是 </a:t>
            </a:r>
            <a:r>
              <a:rPr lang="en-US" altLang="zh-CN" sz="3600" dirty="0">
                <a:latin typeface="楷体" panose="02010609060101010101" pitchFamily="49" charset="-122"/>
                <a:ea typeface="楷体" panose="02010609060101010101" pitchFamily="49" charset="-122"/>
              </a:rPr>
              <a:t>(</a:t>
            </a:r>
            <a:r>
              <a:rPr lang="en-US" altLang="zh-CN" sz="3600" dirty="0" err="1">
                <a:latin typeface="楷体" panose="02010609060101010101" pitchFamily="49" charset="-122"/>
                <a:ea typeface="楷体" panose="02010609060101010101" pitchFamily="49" charset="-122"/>
              </a:rPr>
              <a:t>node.val</a:t>
            </a:r>
            <a:r>
              <a:rPr lang="en-US" altLang="zh-CN" sz="3600" dirty="0">
                <a:latin typeface="楷体" panose="02010609060101010101" pitchFamily="49" charset="-122"/>
                <a:ea typeface="楷体" panose="02010609060101010101" pitchFamily="49" charset="-122"/>
              </a:rPr>
              <a:t>, index, node)</a:t>
            </a:r>
            <a:r>
              <a:rPr lang="zh-CN" altLang="en-US" sz="3600" dirty="0">
                <a:latin typeface="楷体" panose="02010609060101010101" pitchFamily="49" charset="-122"/>
                <a:ea typeface="楷体" panose="02010609060101010101" pitchFamily="49" charset="-122"/>
              </a:rPr>
              <a:t>。这里加入 </a:t>
            </a:r>
            <a:r>
              <a:rPr lang="en-US" altLang="zh-CN" sz="3600" dirty="0">
                <a:latin typeface="楷体" panose="02010609060101010101" pitchFamily="49" charset="-122"/>
                <a:ea typeface="楷体" panose="02010609060101010101" pitchFamily="49" charset="-122"/>
              </a:rPr>
              <a:t>index</a:t>
            </a:r>
            <a:r>
              <a:rPr lang="zh-CN" altLang="en-US" sz="3600" dirty="0">
                <a:latin typeface="楷体" panose="02010609060101010101" pitchFamily="49" charset="-122"/>
                <a:ea typeface="楷体" panose="02010609060101010101" pitchFamily="49" charset="-122"/>
              </a:rPr>
              <a:t> 是为了防止当两个节点的 </a:t>
            </a:r>
            <a:r>
              <a:rPr lang="en-US" altLang="zh-CN" sz="3600" dirty="0" err="1">
                <a:latin typeface="楷体" panose="02010609060101010101" pitchFamily="49" charset="-122"/>
                <a:ea typeface="楷体" panose="02010609060101010101" pitchFamily="49" charset="-122"/>
              </a:rPr>
              <a:t>val</a:t>
            </a:r>
            <a:r>
              <a:rPr lang="zh-CN" altLang="en-US" sz="3600" dirty="0">
                <a:latin typeface="楷体" panose="02010609060101010101" pitchFamily="49" charset="-122"/>
                <a:ea typeface="楷体" panose="02010609060101010101" pitchFamily="49" charset="-122"/>
              </a:rPr>
              <a:t> 相同时，</a:t>
            </a:r>
            <a:r>
              <a:rPr lang="en-US" altLang="zh-CN" sz="3600" dirty="0">
                <a:latin typeface="楷体" panose="02010609060101010101" pitchFamily="49" charset="-122"/>
                <a:ea typeface="楷体" panose="02010609060101010101" pitchFamily="49" charset="-122"/>
              </a:rPr>
              <a:t>Python</a:t>
            </a:r>
            <a:r>
              <a:rPr lang="zh-CN" altLang="en-US" sz="3600" dirty="0">
                <a:latin typeface="楷体" panose="02010609060101010101" pitchFamily="49" charset="-122"/>
                <a:ea typeface="楷体" panose="02010609060101010101" pitchFamily="49" charset="-122"/>
              </a:rPr>
              <a:t>尝试比较 </a:t>
            </a:r>
            <a:r>
              <a:rPr lang="en-US" altLang="zh-CN" sz="3600" dirty="0">
                <a:latin typeface="楷体" panose="02010609060101010101" pitchFamily="49" charset="-122"/>
                <a:ea typeface="楷体" panose="02010609060101010101" pitchFamily="49" charset="-122"/>
              </a:rPr>
              <a:t>node</a:t>
            </a:r>
            <a:r>
              <a:rPr lang="zh-CN" altLang="en-US" sz="3600" dirty="0">
                <a:latin typeface="楷体" panose="02010609060101010101" pitchFamily="49" charset="-122"/>
                <a:ea typeface="楷体" panose="02010609060101010101" pitchFamily="49" charset="-122"/>
              </a:rPr>
              <a:t> 对象（不可比较）而报错。</a:t>
            </a:r>
          </a:p>
          <a:p>
            <a:pPr marL="0" indent="0" latinLnBrk="1">
              <a:buNone/>
            </a:pPr>
            <a:r>
              <a:rPr lang="en-US" altLang="zh-CN" sz="3600" dirty="0">
                <a:latin typeface="楷体" panose="02010609060101010101" pitchFamily="49" charset="-122"/>
                <a:ea typeface="楷体" panose="02010609060101010101" pitchFamily="49" charset="-122"/>
              </a:rPr>
              <a:t>3</a:t>
            </a:r>
            <a:r>
              <a:rPr lang="zh-CN" altLang="en-US" sz="3600" dirty="0">
                <a:latin typeface="楷体" panose="02010609060101010101" pitchFamily="49" charset="-122"/>
                <a:ea typeface="楷体" panose="02010609060101010101" pitchFamily="49" charset="-122"/>
              </a:rPr>
              <a:t>、创建一个哑节点（</a:t>
            </a:r>
            <a:r>
              <a:rPr lang="en-US" altLang="zh-CN" sz="3600" dirty="0">
                <a:latin typeface="楷体" panose="02010609060101010101" pitchFamily="49" charset="-122"/>
                <a:ea typeface="楷体" panose="02010609060101010101" pitchFamily="49" charset="-122"/>
              </a:rPr>
              <a:t>dummy</a:t>
            </a:r>
            <a:r>
              <a:rPr lang="zh-CN" altLang="en-US" sz="3600" dirty="0">
                <a:latin typeface="楷体" panose="02010609060101010101" pitchFamily="49" charset="-122"/>
                <a:ea typeface="楷体" panose="02010609060101010101" pitchFamily="49" charset="-122"/>
              </a:rPr>
              <a:t>）作为结果链表的头部。</a:t>
            </a:r>
          </a:p>
          <a:p>
            <a:pPr marL="0" indent="0" latinLnBrk="1">
              <a:buNone/>
            </a:pPr>
            <a:r>
              <a:rPr lang="en-US" altLang="zh-CN" sz="3600" dirty="0">
                <a:latin typeface="楷体" panose="02010609060101010101" pitchFamily="49" charset="-122"/>
                <a:ea typeface="楷体" panose="02010609060101010101" pitchFamily="49" charset="-122"/>
              </a:rPr>
              <a:t>4</a:t>
            </a:r>
            <a:r>
              <a:rPr lang="zh-CN" altLang="en-US" sz="3600" dirty="0">
                <a:latin typeface="楷体" panose="02010609060101010101" pitchFamily="49" charset="-122"/>
                <a:ea typeface="楷体" panose="02010609060101010101" pitchFamily="49" charset="-122"/>
              </a:rPr>
              <a:t>、循环直到堆为空：从堆中弹出值最小的节点 </a:t>
            </a:r>
            <a:r>
              <a:rPr lang="en-US" altLang="zh-CN" sz="3600" dirty="0">
                <a:latin typeface="楷体" panose="02010609060101010101" pitchFamily="49" charset="-122"/>
                <a:ea typeface="楷体" panose="02010609060101010101" pitchFamily="49" charset="-122"/>
              </a:rPr>
              <a:t>node</a:t>
            </a:r>
            <a:r>
              <a:rPr lang="zh-CN" altLang="en-US" sz="3600" dirty="0">
                <a:latin typeface="楷体" panose="02010609060101010101" pitchFamily="49" charset="-122"/>
                <a:ea typeface="楷体" panose="02010609060101010101" pitchFamily="49" charset="-122"/>
              </a:rPr>
              <a:t>。将该节点连接到结果链表的末尾。如果该节点还有下一个节点 </a:t>
            </a:r>
            <a:r>
              <a:rPr lang="en-US" altLang="zh-CN" sz="3600" dirty="0" err="1">
                <a:latin typeface="楷体" panose="02010609060101010101" pitchFamily="49" charset="-122"/>
                <a:ea typeface="楷体" panose="02010609060101010101" pitchFamily="49" charset="-122"/>
              </a:rPr>
              <a:t>node.next</a:t>
            </a:r>
            <a:r>
              <a:rPr lang="zh-CN" altLang="en-US" sz="3600" dirty="0">
                <a:latin typeface="楷体" panose="02010609060101010101" pitchFamily="49" charset="-122"/>
                <a:ea typeface="楷体" panose="02010609060101010101" pitchFamily="49" charset="-122"/>
              </a:rPr>
              <a:t>，则将 </a:t>
            </a:r>
            <a:r>
              <a:rPr lang="en-US" altLang="zh-CN" sz="3600" dirty="0" err="1">
                <a:latin typeface="楷体" panose="02010609060101010101" pitchFamily="49" charset="-122"/>
                <a:ea typeface="楷体" panose="02010609060101010101" pitchFamily="49" charset="-122"/>
              </a:rPr>
              <a:t>node.next</a:t>
            </a:r>
            <a:r>
              <a:rPr lang="zh-CN" altLang="en-US" sz="3600" dirty="0">
                <a:latin typeface="楷体" panose="02010609060101010101" pitchFamily="49" charset="-122"/>
                <a:ea typeface="楷体" panose="02010609060101010101" pitchFamily="49" charset="-122"/>
              </a:rPr>
              <a:t> 加入堆中。返回 </a:t>
            </a:r>
            <a:r>
              <a:rPr lang="en-US" altLang="zh-CN" sz="3600" dirty="0" err="1">
                <a:latin typeface="楷体" panose="02010609060101010101" pitchFamily="49" charset="-122"/>
                <a:ea typeface="楷体" panose="02010609060101010101" pitchFamily="49" charset="-122"/>
              </a:rPr>
              <a:t>dummy.next</a:t>
            </a:r>
            <a:r>
              <a:rPr lang="zh-CN" altLang="en-US" sz="3600" dirty="0">
                <a:latin typeface="楷体" panose="02010609060101010101" pitchFamily="49" charset="-122"/>
                <a:ea typeface="楷体" panose="02010609060101010101" pitchFamily="49" charset="-122"/>
              </a:rPr>
              <a:t>。</a:t>
            </a:r>
          </a:p>
          <a:p>
            <a:pPr marL="0" indent="0">
              <a:buNone/>
            </a:pPr>
            <a:br>
              <a:rPr lang="zh-CN" altLang="en-US" sz="3600" dirty="0">
                <a:latin typeface="楷体" panose="02010609060101010101" pitchFamily="49" charset="-122"/>
                <a:ea typeface="楷体" panose="02010609060101010101" pitchFamily="49" charset="-122"/>
              </a:rPr>
            </a:br>
            <a:endParaRPr lang="zh-CN" altLang="en-US" sz="36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12773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5EF6C-55B1-1B37-18BE-5DFFC08A8D9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0573348-6A6D-A116-34FE-5BC19F9318A6}"/>
              </a:ext>
            </a:extLst>
          </p:cNvPr>
          <p:cNvSpPr>
            <a:spLocks noGrp="1"/>
          </p:cNvSpPr>
          <p:nvPr>
            <p:ph idx="1"/>
          </p:nvPr>
        </p:nvSpPr>
        <p:spPr>
          <a:xfrm>
            <a:off x="638175" y="242888"/>
            <a:ext cx="11177588" cy="5976938"/>
          </a:xfrm>
        </p:spPr>
        <p:txBody>
          <a:bodyPr>
            <a:normAutofit/>
          </a:bodyPr>
          <a:lstStyle/>
          <a:p>
            <a:pPr marL="0" indent="0">
              <a:buNone/>
            </a:pPr>
            <a:r>
              <a:rPr lang="zh-CN" altLang="en-US" sz="4000" b="1" dirty="0">
                <a:latin typeface="楷体" panose="02010609060101010101" pitchFamily="49" charset="-122"/>
                <a:ea typeface="楷体" panose="02010609060101010101" pitchFamily="49" charset="-122"/>
              </a:rPr>
              <a:t>题目四</a:t>
            </a:r>
            <a:r>
              <a:rPr lang="zh-CN" altLang="en-US" sz="4000" dirty="0">
                <a:latin typeface="楷体" panose="02010609060101010101" pitchFamily="49" charset="-122"/>
                <a:ea typeface="楷体" panose="02010609060101010101" pitchFamily="49" charset="-122"/>
              </a:rPr>
              <a:t>：序列化是将一个数据结构或者对象转换为连续的比特位的操作，进而可以将转换后的数据存储在一个文件或者内存中，同时也可以通过网络传输到另一个计算机环境，采取相反方式重构得到原数据。</a:t>
            </a:r>
          </a:p>
          <a:p>
            <a:pPr marL="0" indent="0">
              <a:buNone/>
            </a:pPr>
            <a:r>
              <a:rPr lang="zh-CN" altLang="en-US" sz="4000" dirty="0">
                <a:latin typeface="楷体" panose="02010609060101010101" pitchFamily="49" charset="-122"/>
                <a:ea typeface="楷体" panose="02010609060101010101" pitchFamily="49" charset="-122"/>
              </a:rPr>
              <a:t>请设计一个算法来实现二叉树的序列化与反序列化。这里不限定你的序列 </a:t>
            </a:r>
            <a:r>
              <a:rPr lang="en-US" altLang="zh-CN" sz="4000" dirty="0">
                <a:latin typeface="楷体" panose="02010609060101010101" pitchFamily="49" charset="-122"/>
                <a:ea typeface="楷体" panose="02010609060101010101" pitchFamily="49" charset="-122"/>
              </a:rPr>
              <a:t>/ </a:t>
            </a:r>
            <a:r>
              <a:rPr lang="zh-CN" altLang="en-US" sz="4000" dirty="0">
                <a:latin typeface="楷体" panose="02010609060101010101" pitchFamily="49" charset="-122"/>
                <a:ea typeface="楷体" panose="02010609060101010101" pitchFamily="49" charset="-122"/>
              </a:rPr>
              <a:t>反序列化算法执行逻辑，你只需要保证一个二叉树可以被序列化为一个字符串并且将这个字符串反序列化为原始的树结构。</a:t>
            </a:r>
          </a:p>
          <a:p>
            <a:endParaRPr lang="zh-CN" altLang="en-US" dirty="0"/>
          </a:p>
        </p:txBody>
      </p:sp>
    </p:spTree>
    <p:extLst>
      <p:ext uri="{BB962C8B-B14F-4D97-AF65-F5344CB8AC3E}">
        <p14:creationId xmlns:p14="http://schemas.microsoft.com/office/powerpoint/2010/main" val="661115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5C469-DF4E-B3ED-FE77-F16D4273C3F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02252EE-2C8A-955D-C0E1-CCD90B8E5C6A}"/>
              </a:ext>
            </a:extLst>
          </p:cNvPr>
          <p:cNvSpPr>
            <a:spLocks noGrp="1"/>
          </p:cNvSpPr>
          <p:nvPr>
            <p:ph idx="1"/>
          </p:nvPr>
        </p:nvSpPr>
        <p:spPr>
          <a:xfrm>
            <a:off x="538162" y="185737"/>
            <a:ext cx="11134726" cy="6543675"/>
          </a:xfrm>
        </p:spPr>
        <p:txBody>
          <a:bodyPr>
            <a:normAutofit/>
          </a:bodyPr>
          <a:lstStyle/>
          <a:p>
            <a:r>
              <a:rPr lang="zh-CN" altLang="en-US" sz="3600" dirty="0">
                <a:latin typeface="楷体" panose="02010609060101010101" pitchFamily="49" charset="-122"/>
                <a:ea typeface="楷体" panose="02010609060101010101" pitchFamily="49" charset="-122"/>
              </a:rPr>
              <a:t>解题思路：</a:t>
            </a:r>
          </a:p>
          <a:p>
            <a:pPr marL="0" indent="0">
              <a:buNone/>
            </a:pPr>
            <a:r>
              <a:rPr lang="zh-CN" altLang="en-US" sz="3600" b="1" dirty="0">
                <a:latin typeface="楷体" panose="02010609060101010101" pitchFamily="49" charset="-122"/>
                <a:ea typeface="楷体" panose="02010609060101010101" pitchFamily="49" charset="-122"/>
              </a:rPr>
              <a:t>（</a:t>
            </a:r>
            <a:r>
              <a:rPr lang="en-US" altLang="zh-CN" sz="3600" b="1" dirty="0">
                <a:latin typeface="楷体" panose="02010609060101010101" pitchFamily="49" charset="-122"/>
                <a:ea typeface="楷体" panose="02010609060101010101" pitchFamily="49" charset="-122"/>
              </a:rPr>
              <a:t>1</a:t>
            </a:r>
            <a:r>
              <a:rPr lang="zh-CN" altLang="en-US" sz="3600" b="1" dirty="0">
                <a:latin typeface="楷体" panose="02010609060101010101" pitchFamily="49" charset="-122"/>
                <a:ea typeface="楷体" panose="02010609060101010101" pitchFamily="49" charset="-122"/>
              </a:rPr>
              <a:t>）序列化</a:t>
            </a:r>
            <a:r>
              <a:rPr lang="zh-CN" altLang="en-US" sz="3600" dirty="0">
                <a:latin typeface="楷体" panose="02010609060101010101" pitchFamily="49" charset="-122"/>
                <a:ea typeface="楷体" panose="02010609060101010101" pitchFamily="49" charset="-122"/>
              </a:rPr>
              <a:t>：使用</a:t>
            </a:r>
            <a:r>
              <a:rPr lang="zh-CN" altLang="en-US" sz="3600" b="1" dirty="0">
                <a:latin typeface="楷体" panose="02010609060101010101" pitchFamily="49" charset="-122"/>
                <a:ea typeface="楷体" panose="02010609060101010101" pitchFamily="49" charset="-122"/>
              </a:rPr>
              <a:t>前序遍历</a:t>
            </a:r>
            <a:r>
              <a:rPr lang="zh-CN" altLang="en-US" sz="3600" dirty="0">
                <a:latin typeface="楷体" panose="02010609060101010101" pitchFamily="49" charset="-122"/>
                <a:ea typeface="楷体" panose="02010609060101010101" pitchFamily="49" charset="-122"/>
              </a:rPr>
              <a:t>（根</a:t>
            </a:r>
            <a:r>
              <a:rPr lang="en-US" altLang="zh-CN" sz="3600" dirty="0">
                <a:latin typeface="楷体" panose="02010609060101010101" pitchFamily="49" charset="-122"/>
                <a:ea typeface="楷体" panose="02010609060101010101" pitchFamily="49" charset="-122"/>
              </a:rPr>
              <a:t>-&gt;</a:t>
            </a:r>
            <a:r>
              <a:rPr lang="zh-CN" altLang="en-US" sz="3600" dirty="0">
                <a:latin typeface="楷体" panose="02010609060101010101" pitchFamily="49" charset="-122"/>
                <a:ea typeface="楷体" panose="02010609060101010101" pitchFamily="49" charset="-122"/>
              </a:rPr>
              <a:t>左</a:t>
            </a:r>
            <a:r>
              <a:rPr lang="en-US" altLang="zh-CN" sz="3600" dirty="0">
                <a:latin typeface="楷体" panose="02010609060101010101" pitchFamily="49" charset="-122"/>
                <a:ea typeface="楷体" panose="02010609060101010101" pitchFamily="49" charset="-122"/>
              </a:rPr>
              <a:t>-&gt;</a:t>
            </a:r>
            <a:r>
              <a:rPr lang="zh-CN" altLang="en-US" sz="3600" dirty="0">
                <a:latin typeface="楷体" panose="02010609060101010101" pitchFamily="49" charset="-122"/>
                <a:ea typeface="楷体" panose="02010609060101010101" pitchFamily="49" charset="-122"/>
              </a:rPr>
              <a:t>右）递归地遍历二叉树。将节点值转换为字符串，并用一个分隔符（如逗号）连接。如果遇到空节点，则用一个特殊标记（如</a:t>
            </a:r>
            <a:r>
              <a:rPr lang="en-US" altLang="zh-CN" sz="3600" dirty="0">
                <a:latin typeface="楷体" panose="02010609060101010101" pitchFamily="49" charset="-122"/>
                <a:ea typeface="楷体" panose="02010609060101010101" pitchFamily="49" charset="-122"/>
              </a:rPr>
              <a:t>"None"</a:t>
            </a:r>
            <a:r>
              <a:rPr lang="zh-CN" altLang="en-US" sz="3600" dirty="0">
                <a:latin typeface="楷体" panose="02010609060101010101" pitchFamily="49" charset="-122"/>
                <a:ea typeface="楷体" panose="02010609060101010101" pitchFamily="49" charset="-122"/>
              </a:rPr>
              <a:t>）表示。</a:t>
            </a:r>
          </a:p>
          <a:p>
            <a:pPr marL="0" indent="0">
              <a:buNone/>
            </a:pPr>
            <a:r>
              <a:rPr lang="zh-CN" altLang="en-US" sz="3600" b="1" dirty="0">
                <a:latin typeface="楷体" panose="02010609060101010101" pitchFamily="49" charset="-122"/>
                <a:ea typeface="楷体" panose="02010609060101010101" pitchFamily="49" charset="-122"/>
              </a:rPr>
              <a:t>（</a:t>
            </a:r>
            <a:r>
              <a:rPr lang="en-US" altLang="zh-CN" sz="3600" b="1" dirty="0">
                <a:latin typeface="楷体" panose="02010609060101010101" pitchFamily="49" charset="-122"/>
                <a:ea typeface="楷体" panose="02010609060101010101" pitchFamily="49" charset="-122"/>
              </a:rPr>
              <a:t>2</a:t>
            </a:r>
            <a:r>
              <a:rPr lang="zh-CN" altLang="en-US" sz="3600" b="1" dirty="0">
                <a:latin typeface="楷体" panose="02010609060101010101" pitchFamily="49" charset="-122"/>
                <a:ea typeface="楷体" panose="02010609060101010101" pitchFamily="49" charset="-122"/>
              </a:rPr>
              <a:t>）反序列化</a:t>
            </a:r>
            <a:r>
              <a:rPr lang="zh-CN" altLang="en-US" sz="3600" dirty="0">
                <a:latin typeface="楷体" panose="02010609060101010101" pitchFamily="49" charset="-122"/>
                <a:ea typeface="楷体" panose="02010609060101010101" pitchFamily="49" charset="-122"/>
              </a:rPr>
              <a:t>：将序列化的字符串按分隔符拆分成一个列表。然后递归地重建二叉树：</a:t>
            </a:r>
          </a:p>
          <a:p>
            <a:pPr marL="457200" lvl="1" indent="0">
              <a:buNone/>
            </a:pPr>
            <a:r>
              <a:rPr lang="zh-CN" altLang="en-US" sz="3600" dirty="0">
                <a:latin typeface="楷体" panose="02010609060101010101" pitchFamily="49" charset="-122"/>
                <a:ea typeface="楷体" panose="02010609060101010101" pitchFamily="49" charset="-122"/>
              </a:rPr>
              <a:t>①弹出列表的第一个元素。</a:t>
            </a:r>
          </a:p>
          <a:p>
            <a:pPr marL="457200" lvl="1" indent="0">
              <a:buNone/>
            </a:pPr>
            <a:r>
              <a:rPr lang="zh-CN" altLang="en-US" sz="3600" dirty="0">
                <a:latin typeface="楷体" panose="02010609060101010101" pitchFamily="49" charset="-122"/>
                <a:ea typeface="楷体" panose="02010609060101010101" pitchFamily="49" charset="-122"/>
              </a:rPr>
              <a:t>②如果它是特殊标记 </a:t>
            </a:r>
            <a:r>
              <a:rPr lang="en-US" altLang="zh-CN" sz="3600" dirty="0">
                <a:latin typeface="楷体" panose="02010609060101010101" pitchFamily="49" charset="-122"/>
                <a:ea typeface="楷体" panose="02010609060101010101" pitchFamily="49" charset="-122"/>
              </a:rPr>
              <a:t>"None"</a:t>
            </a:r>
            <a:r>
              <a:rPr lang="zh-CN" altLang="en-US" sz="3600" dirty="0">
                <a:latin typeface="楷体" panose="02010609060101010101" pitchFamily="49" charset="-122"/>
                <a:ea typeface="楷体" panose="02010609060101010101" pitchFamily="49" charset="-122"/>
              </a:rPr>
              <a:t>，返回 </a:t>
            </a:r>
            <a:r>
              <a:rPr lang="en-US" altLang="zh-CN" sz="3600" dirty="0">
                <a:latin typeface="楷体" panose="02010609060101010101" pitchFamily="49" charset="-122"/>
                <a:ea typeface="楷体" panose="02010609060101010101" pitchFamily="49" charset="-122"/>
              </a:rPr>
              <a:t>None</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③否则，以此值创建一个新的树节点。</a:t>
            </a:r>
          </a:p>
          <a:p>
            <a:pPr marL="457200" lvl="1" indent="0">
              <a:buNone/>
            </a:pPr>
            <a:r>
              <a:rPr lang="zh-CN" altLang="en-US" sz="3600" dirty="0">
                <a:latin typeface="楷体" panose="02010609060101010101" pitchFamily="49" charset="-122"/>
                <a:ea typeface="楷体" panose="02010609060101010101" pitchFamily="49" charset="-122"/>
              </a:rPr>
              <a:t>④递归地构建节点的左子树和右子树。</a:t>
            </a:r>
          </a:p>
          <a:p>
            <a:pPr marL="0" indent="0">
              <a:buNone/>
            </a:pPr>
            <a:endParaRPr lang="zh-CN" altLang="en-US" dirty="0"/>
          </a:p>
        </p:txBody>
      </p:sp>
    </p:spTree>
    <p:extLst>
      <p:ext uri="{BB962C8B-B14F-4D97-AF65-F5344CB8AC3E}">
        <p14:creationId xmlns:p14="http://schemas.microsoft.com/office/powerpoint/2010/main" val="473372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AA357-197F-021F-3A85-250C77941579}"/>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EB0B1EA8-292D-63D7-4844-62CCF1E9A6A9}"/>
              </a:ext>
            </a:extLst>
          </p:cNvPr>
          <p:cNvSpPr>
            <a:spLocks noGrp="1"/>
          </p:cNvSpPr>
          <p:nvPr>
            <p:ph type="subTitle" idx="1"/>
          </p:nvPr>
        </p:nvSpPr>
        <p:spPr>
          <a:xfrm>
            <a:off x="627458" y="678656"/>
            <a:ext cx="11202591" cy="5500688"/>
          </a:xfrm>
        </p:spPr>
        <p:txBody>
          <a:bodyPr>
            <a:normAutofit/>
          </a:bodyPr>
          <a:lstStyle/>
          <a:p>
            <a:pPr algn="l"/>
            <a:r>
              <a:rPr lang="zh-CN" altLang="en-US" sz="4400" b="1" dirty="0">
                <a:latin typeface="楷体" panose="02010609060101010101" pitchFamily="49" charset="-122"/>
                <a:ea typeface="楷体" panose="02010609060101010101" pitchFamily="49" charset="-122"/>
              </a:rPr>
              <a:t>题目五</a:t>
            </a:r>
            <a:r>
              <a:rPr lang="zh-CN" altLang="en-US" sz="4400" dirty="0">
                <a:latin typeface="楷体" panose="02010609060101010101" pitchFamily="49" charset="-122"/>
                <a:ea typeface="楷体" panose="02010609060101010101" pitchFamily="49" charset="-122"/>
              </a:rPr>
              <a:t>：</a:t>
            </a:r>
            <a:endParaRPr lang="en-US" altLang="zh-CN" sz="4400" dirty="0">
              <a:latin typeface="楷体" panose="02010609060101010101" pitchFamily="49" charset="-122"/>
              <a:ea typeface="楷体" panose="02010609060101010101" pitchFamily="49" charset="-122"/>
            </a:endParaRPr>
          </a:p>
          <a:p>
            <a:pPr algn="l" latinLnBrk="1"/>
            <a:r>
              <a:rPr lang="zh-CN" altLang="en-US" sz="4400" dirty="0">
                <a:latin typeface="楷体" panose="02010609060101010101" pitchFamily="49" charset="-122"/>
                <a:ea typeface="楷体" panose="02010609060101010101" pitchFamily="49" charset="-122"/>
              </a:rPr>
              <a:t>设计一个类似堆栈的数据结构，并实现 </a:t>
            </a:r>
            <a:r>
              <a:rPr lang="en-US" altLang="zh-CN" sz="4400" dirty="0">
                <a:latin typeface="楷体" panose="02010609060101010101" pitchFamily="49" charset="-122"/>
                <a:ea typeface="楷体" panose="02010609060101010101" pitchFamily="49" charset="-122"/>
              </a:rPr>
              <a:t>push</a:t>
            </a:r>
            <a:r>
              <a:rPr lang="zh-CN" altLang="en-US" sz="4400" dirty="0">
                <a:latin typeface="楷体" panose="02010609060101010101" pitchFamily="49" charset="-122"/>
                <a:ea typeface="楷体" panose="02010609060101010101" pitchFamily="49" charset="-122"/>
              </a:rPr>
              <a:t> 和 </a:t>
            </a:r>
            <a:r>
              <a:rPr lang="en-US" altLang="zh-CN" sz="4400" dirty="0">
                <a:latin typeface="楷体" panose="02010609060101010101" pitchFamily="49" charset="-122"/>
                <a:ea typeface="楷体" panose="02010609060101010101" pitchFamily="49" charset="-122"/>
              </a:rPr>
              <a:t>pop</a:t>
            </a:r>
            <a:r>
              <a:rPr lang="zh-CN" altLang="en-US" sz="4400" dirty="0">
                <a:latin typeface="楷体" panose="02010609060101010101" pitchFamily="49" charset="-122"/>
                <a:ea typeface="楷体" panose="02010609060101010101" pitchFamily="49" charset="-122"/>
              </a:rPr>
              <a:t> 操作。</a:t>
            </a:r>
            <a:r>
              <a:rPr lang="en-US" altLang="zh-CN" sz="4400" dirty="0" err="1">
                <a:latin typeface="楷体" panose="02010609060101010101" pitchFamily="49" charset="-122"/>
                <a:ea typeface="楷体" panose="02010609060101010101" pitchFamily="49" charset="-122"/>
              </a:rPr>
              <a:t>FreqStack</a:t>
            </a: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 构造一个空的频率栈。</a:t>
            </a:r>
            <a:r>
              <a:rPr lang="en-US" altLang="zh-CN" sz="4400" dirty="0">
                <a:latin typeface="楷体" panose="02010609060101010101" pitchFamily="49" charset="-122"/>
                <a:ea typeface="楷体" panose="02010609060101010101" pitchFamily="49" charset="-122"/>
              </a:rPr>
              <a:t>void push(int </a:t>
            </a:r>
            <a:r>
              <a:rPr lang="en-US" altLang="zh-CN" sz="4400" dirty="0" err="1">
                <a:latin typeface="楷体" panose="02010609060101010101" pitchFamily="49" charset="-122"/>
                <a:ea typeface="楷体" panose="02010609060101010101" pitchFamily="49" charset="-122"/>
              </a:rPr>
              <a:t>val</a:t>
            </a:r>
            <a:r>
              <a:rPr lang="en-US" altLang="zh-CN" sz="4400" dirty="0">
                <a:latin typeface="楷体" panose="02010609060101010101" pitchFamily="49" charset="-122"/>
                <a:ea typeface="楷体" panose="02010609060101010101" pitchFamily="49" charset="-122"/>
              </a:rPr>
              <a:t>)</a:t>
            </a:r>
            <a:r>
              <a:rPr lang="zh-CN" altLang="en-US" sz="4400" dirty="0">
                <a:latin typeface="楷体" panose="02010609060101010101" pitchFamily="49" charset="-122"/>
                <a:ea typeface="楷体" panose="02010609060101010101" pitchFamily="49" charset="-122"/>
              </a:rPr>
              <a:t> 将一个整数 </a:t>
            </a:r>
            <a:r>
              <a:rPr lang="en-US" altLang="zh-CN" sz="4400" dirty="0" err="1">
                <a:latin typeface="楷体" panose="02010609060101010101" pitchFamily="49" charset="-122"/>
                <a:ea typeface="楷体" panose="02010609060101010101" pitchFamily="49" charset="-122"/>
              </a:rPr>
              <a:t>val</a:t>
            </a:r>
            <a:r>
              <a:rPr lang="zh-CN" altLang="en-US" sz="4400" dirty="0">
                <a:latin typeface="楷体" panose="02010609060101010101" pitchFamily="49" charset="-122"/>
                <a:ea typeface="楷体" panose="02010609060101010101" pitchFamily="49" charset="-122"/>
              </a:rPr>
              <a:t> 压入栈顶。</a:t>
            </a:r>
            <a:r>
              <a:rPr lang="en-US" altLang="zh-CN" sz="4400" dirty="0">
                <a:latin typeface="楷体" panose="02010609060101010101" pitchFamily="49" charset="-122"/>
                <a:ea typeface="楷体" panose="02010609060101010101" pitchFamily="49" charset="-122"/>
              </a:rPr>
              <a:t>int pop()</a:t>
            </a:r>
            <a:r>
              <a:rPr lang="zh-CN" altLang="en-US" sz="4400" dirty="0">
                <a:latin typeface="楷体" panose="02010609060101010101" pitchFamily="49" charset="-122"/>
                <a:ea typeface="楷体" panose="02010609060101010101" pitchFamily="49" charset="-122"/>
              </a:rPr>
              <a:t> 弹出并返回栈中出现频率最高的元素。如果出现频率最高的元素不止一个，则返回最接近栈顶的那个</a:t>
            </a:r>
            <a:r>
              <a:rPr lang="zh-CN" altLang="en-US" sz="4000" dirty="0">
                <a:latin typeface="楷体" panose="02010609060101010101" pitchFamily="49" charset="-122"/>
                <a:ea typeface="楷体" panose="02010609060101010101" pitchFamily="49" charset="-122"/>
              </a:rPr>
              <a:t>。</a:t>
            </a:r>
          </a:p>
          <a:p>
            <a:pPr algn="l"/>
            <a:endParaRPr lang="zh-CN" altLang="en-US" dirty="0"/>
          </a:p>
        </p:txBody>
      </p:sp>
    </p:spTree>
    <p:extLst>
      <p:ext uri="{BB962C8B-B14F-4D97-AF65-F5344CB8AC3E}">
        <p14:creationId xmlns:p14="http://schemas.microsoft.com/office/powerpoint/2010/main" val="406114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D841-B0CA-9F54-EBFC-B69C3B7FCD3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EA454BF-62A7-854B-4817-2F68C02E4C31}"/>
              </a:ext>
            </a:extLst>
          </p:cNvPr>
          <p:cNvSpPr>
            <a:spLocks noGrp="1"/>
          </p:cNvSpPr>
          <p:nvPr>
            <p:ph idx="1"/>
          </p:nvPr>
        </p:nvSpPr>
        <p:spPr>
          <a:xfrm>
            <a:off x="538162" y="185737"/>
            <a:ext cx="11134726" cy="6543675"/>
          </a:xfrm>
        </p:spPr>
        <p:txBody>
          <a:bodyPr>
            <a:normAutofit/>
          </a:bodyPr>
          <a:lstStyle/>
          <a:p>
            <a:r>
              <a:rPr lang="zh-CN" altLang="en-US" sz="3600" b="1" dirty="0">
                <a:latin typeface="楷体" panose="02010609060101010101" pitchFamily="49" charset="-122"/>
                <a:ea typeface="楷体" panose="02010609060101010101" pitchFamily="49" charset="-122"/>
              </a:rPr>
              <a:t>解题思路</a:t>
            </a:r>
            <a:r>
              <a:rPr lang="zh-CN" altLang="en-US" sz="3600" dirty="0">
                <a:latin typeface="楷体" panose="02010609060101010101" pitchFamily="49" charset="-122"/>
                <a:ea typeface="楷体" panose="02010609060101010101" pitchFamily="49" charset="-122"/>
              </a:rPr>
              <a:t>：</a:t>
            </a:r>
            <a:endParaRPr lang="en-US" altLang="zh-CN" sz="3600" dirty="0">
              <a:latin typeface="楷体" panose="02010609060101010101" pitchFamily="49" charset="-122"/>
              <a:ea typeface="楷体" panose="02010609060101010101" pitchFamily="49" charset="-122"/>
            </a:endParaRPr>
          </a:p>
          <a:p>
            <a:pPr marL="0" indent="0">
              <a:buNone/>
            </a:pPr>
            <a:r>
              <a:rPr lang="zh-CN" altLang="en-US" sz="3600" dirty="0">
                <a:latin typeface="楷体" panose="02010609060101010101" pitchFamily="49" charset="-122"/>
                <a:ea typeface="楷体" panose="02010609060101010101" pitchFamily="49" charset="-122"/>
              </a:rPr>
              <a:t>使用两个散列表。三个变量设置如下：</a:t>
            </a:r>
          </a:p>
          <a:p>
            <a:pPr marL="0" indent="0">
              <a:buNone/>
            </a:pPr>
            <a:r>
              <a:rPr lang="en-US" altLang="zh-CN" sz="4000" dirty="0" err="1">
                <a:latin typeface="楷体" panose="02010609060101010101" pitchFamily="49" charset="-122"/>
                <a:ea typeface="楷体" panose="02010609060101010101" pitchFamily="49" charset="-122"/>
              </a:rPr>
              <a:t>freq</a:t>
            </a:r>
            <a:r>
              <a:rPr lang="zh-CN" altLang="en-US" sz="4000" dirty="0">
                <a:latin typeface="楷体" panose="02010609060101010101" pitchFamily="49" charset="-122"/>
                <a:ea typeface="楷体" panose="02010609060101010101" pitchFamily="49" charset="-122"/>
              </a:rPr>
              <a:t>：一个哈希表，记录每个值出现的</a:t>
            </a:r>
            <a:r>
              <a:rPr lang="zh-CN" altLang="en-US" sz="4000" b="1" dirty="0">
                <a:latin typeface="楷体" panose="02010609060101010101" pitchFamily="49" charset="-122"/>
                <a:ea typeface="楷体" panose="02010609060101010101" pitchFamily="49" charset="-122"/>
              </a:rPr>
              <a:t>频率</a:t>
            </a:r>
            <a:r>
              <a:rPr lang="zh-CN" altLang="en-US" sz="4000" dirty="0">
                <a:latin typeface="楷体" panose="02010609060101010101" pitchFamily="49" charset="-122"/>
                <a:ea typeface="楷体" panose="02010609060101010101" pitchFamily="49" charset="-122"/>
              </a:rPr>
              <a:t>。</a:t>
            </a:r>
          </a:p>
          <a:p>
            <a:pPr marL="0" indent="0">
              <a:buNone/>
            </a:pPr>
            <a:r>
              <a:rPr lang="en-US" altLang="zh-CN" sz="4000" dirty="0">
                <a:latin typeface="楷体" panose="02010609060101010101" pitchFamily="49" charset="-122"/>
                <a:ea typeface="楷体" panose="02010609060101010101" pitchFamily="49" charset="-122"/>
              </a:rPr>
              <a:t>group</a:t>
            </a:r>
            <a:r>
              <a:rPr lang="zh-CN" altLang="en-US" sz="4000" dirty="0">
                <a:latin typeface="楷体" panose="02010609060101010101" pitchFamily="49" charset="-122"/>
                <a:ea typeface="楷体" panose="02010609060101010101" pitchFamily="49" charset="-122"/>
              </a:rPr>
              <a:t>：一个哈希表，键是频率 </a:t>
            </a:r>
            <a:r>
              <a:rPr lang="en-US" altLang="zh-CN" sz="4000" dirty="0">
                <a:latin typeface="楷体" panose="02010609060101010101" pitchFamily="49" charset="-122"/>
                <a:ea typeface="楷体" panose="02010609060101010101" pitchFamily="49" charset="-122"/>
              </a:rPr>
              <a:t>f</a:t>
            </a:r>
            <a:r>
              <a:rPr lang="zh-CN" altLang="en-US" sz="4000" dirty="0">
                <a:latin typeface="楷体" panose="02010609060101010101" pitchFamily="49" charset="-122"/>
                <a:ea typeface="楷体" panose="02010609060101010101" pitchFamily="49" charset="-122"/>
              </a:rPr>
              <a:t>，值是一个栈，存储所有达到过这个频率 </a:t>
            </a:r>
            <a:r>
              <a:rPr lang="en-US" altLang="zh-CN" sz="4000" dirty="0">
                <a:latin typeface="楷体" panose="02010609060101010101" pitchFamily="49" charset="-122"/>
                <a:ea typeface="楷体" panose="02010609060101010101" pitchFamily="49" charset="-122"/>
              </a:rPr>
              <a:t>f</a:t>
            </a:r>
            <a:r>
              <a:rPr lang="zh-CN" altLang="en-US" sz="4000" dirty="0">
                <a:latin typeface="楷体" panose="02010609060101010101" pitchFamily="49" charset="-122"/>
                <a:ea typeface="楷体" panose="02010609060101010101" pitchFamily="49" charset="-122"/>
              </a:rPr>
              <a:t> 的值。这个栈保证了在相同频率下，后入栈的元素（更接近栈顶）会被先弹出。</a:t>
            </a:r>
          </a:p>
          <a:p>
            <a:pPr marL="0" indent="0">
              <a:buNone/>
            </a:pPr>
            <a:r>
              <a:rPr lang="en-US" altLang="zh-CN" sz="4000" dirty="0" err="1">
                <a:latin typeface="楷体" panose="02010609060101010101" pitchFamily="49" charset="-122"/>
                <a:ea typeface="楷体" panose="02010609060101010101" pitchFamily="49" charset="-122"/>
              </a:rPr>
              <a:t>max_freq</a:t>
            </a:r>
            <a:r>
              <a:rPr lang="zh-CN" altLang="en-US" sz="4000" dirty="0">
                <a:latin typeface="楷体" panose="02010609060101010101" pitchFamily="49" charset="-122"/>
                <a:ea typeface="楷体" panose="02010609060101010101" pitchFamily="49" charset="-122"/>
              </a:rPr>
              <a:t>：记录当前栈中的</a:t>
            </a:r>
            <a:r>
              <a:rPr lang="zh-CN" altLang="en-US" sz="4000" b="1" dirty="0">
                <a:latin typeface="楷体" panose="02010609060101010101" pitchFamily="49" charset="-122"/>
                <a:ea typeface="楷体" panose="02010609060101010101" pitchFamily="49" charset="-122"/>
              </a:rPr>
              <a:t>最大频率</a:t>
            </a:r>
            <a:r>
              <a:rPr lang="zh-CN" altLang="en-US" sz="4000" dirty="0">
                <a:latin typeface="楷体" panose="02010609060101010101" pitchFamily="49" charset="-122"/>
                <a:ea typeface="楷体" panose="02010609060101010101" pitchFamily="49" charset="-122"/>
              </a:rPr>
              <a:t>。</a:t>
            </a:r>
          </a:p>
          <a:p>
            <a:pPr marL="0" indent="0">
              <a:buNone/>
            </a:pPr>
            <a:br>
              <a:rPr lang="zh-CN" altLang="en-US" sz="4000" dirty="0">
                <a:latin typeface="楷体" panose="02010609060101010101" pitchFamily="49" charset="-122"/>
                <a:ea typeface="楷体" panose="02010609060101010101" pitchFamily="49" charset="-122"/>
              </a:rPr>
            </a:br>
            <a:endParaRPr lang="zh-CN" altLang="en-US" sz="4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71483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30F5-0891-F03E-B68F-427889354F7A}"/>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75AAEBB-0A7A-EB3F-019C-64F10EC0B498}"/>
              </a:ext>
            </a:extLst>
          </p:cNvPr>
          <p:cNvSpPr>
            <a:spLocks noGrp="1"/>
          </p:cNvSpPr>
          <p:nvPr>
            <p:ph idx="1"/>
          </p:nvPr>
        </p:nvSpPr>
        <p:spPr>
          <a:xfrm>
            <a:off x="638175" y="242889"/>
            <a:ext cx="11177588" cy="6743700"/>
          </a:xfrm>
        </p:spPr>
        <p:txBody>
          <a:bodyPr>
            <a:normAutofit lnSpcReduction="10000"/>
          </a:bodyPr>
          <a:lstStyle/>
          <a:p>
            <a:r>
              <a:rPr lang="zh-CN" altLang="en-US" sz="3600" b="1" dirty="0">
                <a:latin typeface="楷体" panose="02010609060101010101" pitchFamily="49" charset="-122"/>
                <a:ea typeface="楷体" panose="02010609060101010101" pitchFamily="49" charset="-122"/>
              </a:rPr>
              <a:t>操作流程：</a:t>
            </a:r>
            <a:endParaRPr lang="zh-CN" altLang="en-US" sz="3600" dirty="0">
              <a:latin typeface="楷体" panose="02010609060101010101" pitchFamily="49" charset="-122"/>
              <a:ea typeface="楷体" panose="02010609060101010101" pitchFamily="49" charset="-122"/>
            </a:endParaRPr>
          </a:p>
          <a:p>
            <a:pPr marL="0" indent="0">
              <a:buNone/>
            </a:pPr>
            <a:r>
              <a:rPr lang="en-US" altLang="zh-CN" sz="3600" dirty="0">
                <a:latin typeface="楷体" panose="02010609060101010101" pitchFamily="49" charset="-122"/>
                <a:ea typeface="楷体" panose="02010609060101010101" pitchFamily="49" charset="-122"/>
              </a:rPr>
              <a:t>push(</a:t>
            </a:r>
            <a:r>
              <a:rPr lang="en-US" altLang="zh-CN" sz="3600" dirty="0" err="1">
                <a:latin typeface="楷体" panose="02010609060101010101" pitchFamily="49" charset="-122"/>
                <a:ea typeface="楷体" panose="02010609060101010101" pitchFamily="49" charset="-122"/>
              </a:rPr>
              <a:t>val</a:t>
            </a:r>
            <a:r>
              <a:rPr lang="en-US" altLang="zh-CN"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①将 </a:t>
            </a:r>
            <a:r>
              <a:rPr lang="en-US" altLang="zh-CN" sz="3600" dirty="0" err="1">
                <a:latin typeface="楷体" panose="02010609060101010101" pitchFamily="49" charset="-122"/>
                <a:ea typeface="楷体" panose="02010609060101010101" pitchFamily="49" charset="-122"/>
              </a:rPr>
              <a:t>val</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的频率加</a:t>
            </a:r>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a:t>
            </a:r>
            <a:r>
              <a:rPr lang="en-US" altLang="zh-CN" sz="3600" dirty="0" err="1">
                <a:latin typeface="楷体" panose="02010609060101010101" pitchFamily="49" charset="-122"/>
                <a:ea typeface="楷体" panose="02010609060101010101" pitchFamily="49" charset="-122"/>
              </a:rPr>
              <a:t>freq</a:t>
            </a:r>
            <a:r>
              <a:rPr lang="en-US" altLang="zh-CN" sz="3600" dirty="0">
                <a:latin typeface="楷体" panose="02010609060101010101" pitchFamily="49" charset="-122"/>
                <a:ea typeface="楷体" panose="02010609060101010101" pitchFamily="49" charset="-122"/>
              </a:rPr>
              <a:t>[</a:t>
            </a:r>
            <a:r>
              <a:rPr lang="en-US" altLang="zh-CN" sz="3600" dirty="0" err="1">
                <a:latin typeface="楷体" panose="02010609060101010101" pitchFamily="49" charset="-122"/>
                <a:ea typeface="楷体" panose="02010609060101010101" pitchFamily="49" charset="-122"/>
              </a:rPr>
              <a:t>val</a:t>
            </a:r>
            <a:r>
              <a:rPr lang="en-US" altLang="zh-CN" sz="3600" dirty="0">
                <a:latin typeface="楷体" panose="02010609060101010101" pitchFamily="49" charset="-122"/>
                <a:ea typeface="楷体" panose="02010609060101010101" pitchFamily="49" charset="-122"/>
              </a:rPr>
              <a:t>] += 1</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②获取新的频率 </a:t>
            </a:r>
            <a:r>
              <a:rPr lang="en-US" altLang="zh-CN" sz="3600" dirty="0">
                <a:latin typeface="楷体" panose="02010609060101010101" pitchFamily="49" charset="-122"/>
                <a:ea typeface="楷体" panose="02010609060101010101" pitchFamily="49" charset="-122"/>
              </a:rPr>
              <a:t>f = </a:t>
            </a:r>
            <a:r>
              <a:rPr lang="en-US" altLang="zh-CN" sz="3600" dirty="0" err="1">
                <a:latin typeface="楷体" panose="02010609060101010101" pitchFamily="49" charset="-122"/>
                <a:ea typeface="楷体" panose="02010609060101010101" pitchFamily="49" charset="-122"/>
              </a:rPr>
              <a:t>freq</a:t>
            </a:r>
            <a:r>
              <a:rPr lang="en-US" altLang="zh-CN" sz="3600" dirty="0">
                <a:latin typeface="楷体" panose="02010609060101010101" pitchFamily="49" charset="-122"/>
                <a:ea typeface="楷体" panose="02010609060101010101" pitchFamily="49" charset="-122"/>
              </a:rPr>
              <a:t>[</a:t>
            </a:r>
            <a:r>
              <a:rPr lang="en-US" altLang="zh-CN" sz="3600" dirty="0" err="1">
                <a:latin typeface="楷体" panose="02010609060101010101" pitchFamily="49" charset="-122"/>
                <a:ea typeface="楷体" panose="02010609060101010101" pitchFamily="49" charset="-122"/>
              </a:rPr>
              <a:t>val</a:t>
            </a:r>
            <a:r>
              <a:rPr lang="en-US" altLang="zh-CN" sz="3600" dirty="0">
                <a:latin typeface="楷体" panose="02010609060101010101" pitchFamily="49" charset="-122"/>
                <a:ea typeface="楷体" panose="02010609060101010101" pitchFamily="49" charset="-122"/>
              </a:rPr>
              <a:t>]</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③更新 </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 max(</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f)</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④将 </a:t>
            </a:r>
            <a:r>
              <a:rPr lang="en-US" altLang="zh-CN" sz="3600" dirty="0" err="1">
                <a:latin typeface="楷体" panose="02010609060101010101" pitchFamily="49" charset="-122"/>
                <a:ea typeface="楷体" panose="02010609060101010101" pitchFamily="49" charset="-122"/>
              </a:rPr>
              <a:t>val</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加入到 </a:t>
            </a:r>
            <a:r>
              <a:rPr lang="en-US" altLang="zh-CN" sz="3600" dirty="0">
                <a:latin typeface="楷体" panose="02010609060101010101" pitchFamily="49" charset="-122"/>
                <a:ea typeface="楷体" panose="02010609060101010101" pitchFamily="49" charset="-122"/>
              </a:rPr>
              <a:t>group[f] </a:t>
            </a:r>
            <a:r>
              <a:rPr lang="zh-CN" altLang="en-US" sz="3600" dirty="0">
                <a:latin typeface="楷体" panose="02010609060101010101" pitchFamily="49" charset="-122"/>
                <a:ea typeface="楷体" panose="02010609060101010101" pitchFamily="49" charset="-122"/>
              </a:rPr>
              <a:t>对应的栈中。</a:t>
            </a:r>
          </a:p>
          <a:p>
            <a:pPr marL="0" indent="0">
              <a:buNone/>
            </a:pPr>
            <a:r>
              <a:rPr lang="en-US" altLang="zh-CN" sz="3600" dirty="0">
                <a:latin typeface="楷体" panose="02010609060101010101" pitchFamily="49" charset="-122"/>
                <a:ea typeface="楷体" panose="02010609060101010101" pitchFamily="49" charset="-122"/>
              </a:rPr>
              <a:t>pop():</a:t>
            </a:r>
          </a:p>
          <a:p>
            <a:pPr marL="457200" lvl="1" indent="0">
              <a:buNone/>
            </a:pPr>
            <a:r>
              <a:rPr lang="zh-CN" altLang="en-US" sz="3600" dirty="0">
                <a:latin typeface="楷体" panose="02010609060101010101" pitchFamily="49" charset="-122"/>
                <a:ea typeface="楷体" panose="02010609060101010101" pitchFamily="49" charset="-122"/>
              </a:rPr>
              <a:t>①从 </a:t>
            </a:r>
            <a:r>
              <a:rPr lang="en-US" altLang="zh-CN" sz="3600" dirty="0">
                <a:latin typeface="楷体" panose="02010609060101010101" pitchFamily="49" charset="-122"/>
                <a:ea typeface="楷体" panose="02010609060101010101" pitchFamily="49" charset="-122"/>
              </a:rPr>
              <a:t>group[</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的栈顶弹出值 </a:t>
            </a:r>
            <a:r>
              <a:rPr lang="en-US" altLang="zh-CN" sz="3600" dirty="0">
                <a:latin typeface="楷体" panose="02010609060101010101" pitchFamily="49" charset="-122"/>
                <a:ea typeface="楷体" panose="02010609060101010101" pitchFamily="49" charset="-122"/>
              </a:rPr>
              <a:t>x</a:t>
            </a:r>
            <a:r>
              <a:rPr lang="zh-CN" altLang="en-US" sz="3600" dirty="0">
                <a:latin typeface="楷体" panose="02010609060101010101" pitchFamily="49" charset="-122"/>
                <a:ea typeface="楷体" panose="02010609060101010101" pitchFamily="49" charset="-122"/>
              </a:rPr>
              <a:t>。这个 </a:t>
            </a:r>
            <a:r>
              <a:rPr lang="en-US" altLang="zh-CN" sz="3600" dirty="0">
                <a:latin typeface="楷体" panose="02010609060101010101" pitchFamily="49" charset="-122"/>
                <a:ea typeface="楷体" panose="02010609060101010101" pitchFamily="49" charset="-122"/>
              </a:rPr>
              <a:t>x </a:t>
            </a:r>
            <a:r>
              <a:rPr lang="zh-CN" altLang="en-US" sz="3600" dirty="0">
                <a:latin typeface="楷体" panose="02010609060101010101" pitchFamily="49" charset="-122"/>
                <a:ea typeface="楷体" panose="02010609060101010101" pitchFamily="49" charset="-122"/>
              </a:rPr>
              <a:t>就是当前出现频率最高且最接近栈顶的元素。</a:t>
            </a:r>
          </a:p>
          <a:p>
            <a:pPr marL="457200" lvl="1" indent="0">
              <a:buNone/>
            </a:pPr>
            <a:r>
              <a:rPr lang="zh-CN" altLang="en-US" sz="3600" dirty="0">
                <a:latin typeface="楷体" panose="02010609060101010101" pitchFamily="49" charset="-122"/>
                <a:ea typeface="楷体" panose="02010609060101010101" pitchFamily="49" charset="-122"/>
              </a:rPr>
              <a:t>②将 </a:t>
            </a:r>
            <a:r>
              <a:rPr lang="en-US" altLang="zh-CN" sz="3600" dirty="0" err="1">
                <a:latin typeface="楷体" panose="02010609060101010101" pitchFamily="49" charset="-122"/>
                <a:ea typeface="楷体" panose="02010609060101010101" pitchFamily="49" charset="-122"/>
              </a:rPr>
              <a:t>freq</a:t>
            </a:r>
            <a:r>
              <a:rPr lang="en-US" altLang="zh-CN" sz="3600" dirty="0">
                <a:latin typeface="楷体" panose="02010609060101010101" pitchFamily="49" charset="-122"/>
                <a:ea typeface="楷体" panose="02010609060101010101" pitchFamily="49" charset="-122"/>
              </a:rPr>
              <a:t>[x] </a:t>
            </a:r>
            <a:r>
              <a:rPr lang="zh-CN" altLang="en-US" sz="3600" dirty="0">
                <a:latin typeface="楷体" panose="02010609060101010101" pitchFamily="49" charset="-122"/>
                <a:ea typeface="楷体" panose="02010609060101010101" pitchFamily="49" charset="-122"/>
              </a:rPr>
              <a:t>减</a:t>
            </a:r>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③如果 </a:t>
            </a:r>
            <a:r>
              <a:rPr lang="en-US" altLang="zh-CN" sz="3600" dirty="0">
                <a:latin typeface="楷体" panose="02010609060101010101" pitchFamily="49" charset="-122"/>
                <a:ea typeface="楷体" panose="02010609060101010101" pitchFamily="49" charset="-122"/>
              </a:rPr>
              <a:t>group[</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的栈变空了，说明当前没有元素达到 </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这个频率了，将 </a:t>
            </a:r>
            <a:r>
              <a:rPr lang="en-US" altLang="zh-CN" sz="3600" dirty="0" err="1">
                <a:latin typeface="楷体" panose="02010609060101010101" pitchFamily="49" charset="-122"/>
                <a:ea typeface="楷体" panose="02010609060101010101" pitchFamily="49" charset="-122"/>
              </a:rPr>
              <a:t>max_freq</a:t>
            </a:r>
            <a:r>
              <a:rPr lang="en-US" altLang="zh-CN" sz="3600" dirty="0">
                <a:latin typeface="楷体" panose="02010609060101010101" pitchFamily="49" charset="-122"/>
                <a:ea typeface="楷体" panose="02010609060101010101" pitchFamily="49" charset="-122"/>
              </a:rPr>
              <a:t> </a:t>
            </a:r>
            <a:r>
              <a:rPr lang="zh-CN" altLang="en-US" sz="3600" dirty="0">
                <a:latin typeface="楷体" panose="02010609060101010101" pitchFamily="49" charset="-122"/>
                <a:ea typeface="楷体" panose="02010609060101010101" pitchFamily="49" charset="-122"/>
              </a:rPr>
              <a:t>减</a:t>
            </a:r>
            <a:r>
              <a:rPr lang="en-US" altLang="zh-CN" sz="3600" dirty="0">
                <a:latin typeface="楷体" panose="02010609060101010101" pitchFamily="49" charset="-122"/>
                <a:ea typeface="楷体" panose="02010609060101010101" pitchFamily="49" charset="-122"/>
              </a:rPr>
              <a:t>1</a:t>
            </a:r>
            <a:r>
              <a:rPr lang="zh-CN" altLang="en-US" sz="3600" dirty="0">
                <a:latin typeface="楷体" panose="02010609060101010101" pitchFamily="49" charset="-122"/>
                <a:ea typeface="楷体" panose="02010609060101010101" pitchFamily="49" charset="-122"/>
              </a:rPr>
              <a:t>。</a:t>
            </a:r>
          </a:p>
          <a:p>
            <a:pPr marL="457200" lvl="1" indent="0">
              <a:buNone/>
            </a:pPr>
            <a:r>
              <a:rPr lang="zh-CN" altLang="en-US" sz="3600" dirty="0">
                <a:latin typeface="楷体" panose="02010609060101010101" pitchFamily="49" charset="-122"/>
                <a:ea typeface="楷体" panose="02010609060101010101" pitchFamily="49" charset="-122"/>
              </a:rPr>
              <a:t>返回 </a:t>
            </a:r>
            <a:r>
              <a:rPr lang="en-US" altLang="zh-CN" sz="3600" dirty="0">
                <a:latin typeface="楷体" panose="02010609060101010101" pitchFamily="49" charset="-122"/>
                <a:ea typeface="楷体" panose="02010609060101010101" pitchFamily="49" charset="-122"/>
              </a:rPr>
              <a:t>x</a:t>
            </a:r>
            <a:r>
              <a:rPr lang="zh-CN" altLang="en-US" sz="3600" dirty="0">
                <a:latin typeface="楷体" panose="02010609060101010101" pitchFamily="49" charset="-122"/>
                <a:ea typeface="楷体" panose="02010609060101010101" pitchFamily="49" charset="-122"/>
              </a:rPr>
              <a:t>。</a:t>
            </a:r>
            <a:endParaRPr lang="zh-CN" altLang="en-US" dirty="0"/>
          </a:p>
        </p:txBody>
      </p:sp>
    </p:spTree>
    <p:extLst>
      <p:ext uri="{BB962C8B-B14F-4D97-AF65-F5344CB8AC3E}">
        <p14:creationId xmlns:p14="http://schemas.microsoft.com/office/powerpoint/2010/main" val="6290650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1438</Words>
  <Application>Microsoft Office PowerPoint</Application>
  <PresentationFormat>宽屏</PresentationFormat>
  <Paragraphs>66</Paragraphs>
  <Slides>13</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等线</vt:lpstr>
      <vt:lpstr>等线 Light</vt:lpstr>
      <vt:lpstr>楷体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银溪 安</dc:creator>
  <cp:lastModifiedBy>银溪 安</cp:lastModifiedBy>
  <cp:revision>1</cp:revision>
  <dcterms:created xsi:type="dcterms:W3CDTF">2025-11-30T03:03:56Z</dcterms:created>
  <dcterms:modified xsi:type="dcterms:W3CDTF">2025-11-30T03:35:16Z</dcterms:modified>
</cp:coreProperties>
</file>