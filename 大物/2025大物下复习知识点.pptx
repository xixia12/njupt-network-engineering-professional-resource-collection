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0" r:id="rId3"/>
    <p:sldId id="258" r:id="rId4"/>
    <p:sldId id="259" r:id="rId5"/>
    <p:sldId id="281" r:id="rId6"/>
    <p:sldId id="262" r:id="rId7"/>
    <p:sldId id="260" r:id="rId8"/>
    <p:sldId id="263" r:id="rId9"/>
    <p:sldId id="261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8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-75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BCF9463-6326-4872-A5BF-FA7F2AED7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DCFD6896-2C03-4203-8083-CC491D9B1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FD7E94C9-8C29-42CE-9382-E8F9913E4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B5723180-9F2E-4967-8B8F-61980CEA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4947AF9C-D075-40C7-B2D0-F49141C2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487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C79944C-1932-471B-B677-93B89D0A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14AFAF1-AAD1-4639-846C-88AFC36BA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92614501-EEAE-4389-8033-C0F88985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FFC24E48-EA1E-47F2-975E-52709DA7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8424C90F-C5D2-4871-937B-9B0D96BD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54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E97145F2-2074-44A4-9241-2DDCEF5A3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97D26B99-2B04-442F-8C69-ED66E9E08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D06D2611-D543-4B05-B9DC-41A04F0B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F8F26226-6CA5-4220-A644-A853731E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0EA9981C-4D02-49C9-8145-74743551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515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4E97727C-0504-4247-A427-6C662C8C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C1484CBA-187D-4B08-8BD7-02615FB9B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11F8AA42-D8FD-42D0-A9DE-96EADD77B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B3397682-2F8A-418C-917D-DCA021116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6C63FD30-FBC4-4FB7-AE19-BE470B17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3514EC99-7377-4657-AFF4-90912F92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19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C4195BE-F547-4E7F-A6AC-C4429A2BE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48953D69-D80B-4C83-B908-BCF32FF4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F46C73BA-571D-4D0E-B6A3-B3BBB7725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9EF7C3DE-1A5D-4F87-A47F-CF4B673A34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C6298F30-437A-4F98-9CE4-ED4A8D81F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1CA1C106-1C61-4A34-A865-F78448045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6897D8AF-73C3-4A74-B6E4-D6F97C1A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ADFBD653-E53F-4B27-A391-C224037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33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248041B2-C5B5-4698-882F-EC6552F1C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424AE3E3-966A-420E-B741-1406CD5E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52E07FA5-575B-4571-B2B6-27A94FCF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36396AB5-5CEB-497E-B704-6524BDAE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818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13855A6A-7AE3-4750-8AD2-9AE534C2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4071EE68-ED21-426A-B2B2-0003017A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E2BF3A53-D3A7-46A5-AE77-A6EEFA2F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40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E057243-1C8D-4842-A756-FD1FF089A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E5DE8CB9-37D7-4ECA-8484-8420F6719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AA5A9DFD-7109-4877-8D59-61916C86B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CEE9EF3E-944D-4EFB-B8F0-BCA5EBD7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FB8EF90D-64E9-422E-A236-697216783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D9A298FA-DA8E-4EC8-BE5A-76CC4E0F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75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E9BED95-3A95-4516-8D69-5C7B5A382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2FF58A4E-81F1-4F57-9C85-68C801C8E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0ABDC87C-3CC0-4498-976A-1C30ACE40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6AE285F7-E232-46BA-AAC2-5510C2872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5A7B9B0A-1018-4650-B70D-D8BDC874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9C42CBD4-1AE9-4FC0-8D12-15164A18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01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A4B6DDB9-47A0-4D6A-AF35-2D75FE74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836C5072-5EC8-4108-A168-E173E8799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ED832B0-34C9-4FB5-9598-1505A80F6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2628F52E-3E6B-47C6-B164-8E5FA60F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4C15BDC3-2EF9-48F0-BAA8-15ADBF45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7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78E1398A-AD23-4479-8C45-18E6064CE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78415739-FAA0-4FF5-AB7F-0F8433E1E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A7AF42E6-A5A4-4F36-B8E4-8F2C5576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1A2FAFD7-5674-4247-890D-75EA2F54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C011286B-C822-4E0E-A711-1EE474F39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04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9B4EED5B-929E-4028-81F8-D6735C6D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B23AD7B7-6BC0-4577-9D60-A0AE6B2E4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3350464-7DDC-43B3-8CF2-ADBDE4223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37736-17BC-41EE-8BEE-1C5C11869402}" type="datetimeFigureOut">
              <a:rPr lang="zh-CN" altLang="en-US" smtClean="0"/>
              <a:t>2026/1/5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C4548F4-F256-4A7B-BF43-420ACC2DD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2946FC78-0BFD-4759-AA4D-053FA0985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AC744-8DCB-47C3-A6C0-1488432AA1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204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171" y="205289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zh-CN" altLang="en-US" sz="8000" dirty="0">
                <a:solidFill>
                  <a:srgbClr val="FF0000"/>
                </a:solidFill>
              </a:rPr>
              <a:t>大学物理下</a:t>
            </a:r>
            <a:r>
              <a:rPr lang="en-US" altLang="zh-CN" sz="8000" dirty="0">
                <a:solidFill>
                  <a:srgbClr val="FF0000"/>
                </a:solidFill>
              </a:rPr>
              <a:t/>
            </a:r>
            <a:br>
              <a:rPr lang="en-US" altLang="zh-CN" sz="8000" dirty="0">
                <a:solidFill>
                  <a:srgbClr val="FF0000"/>
                </a:solidFill>
              </a:rPr>
            </a:br>
            <a:r>
              <a:rPr lang="en-US" altLang="zh-CN" sz="8000" dirty="0">
                <a:solidFill>
                  <a:srgbClr val="FF0000"/>
                </a:solidFill>
              </a:rPr>
              <a:t/>
            </a:r>
            <a:br>
              <a:rPr lang="en-US" altLang="zh-CN" sz="8000" dirty="0">
                <a:solidFill>
                  <a:srgbClr val="FF0000"/>
                </a:solidFill>
              </a:rPr>
            </a:br>
            <a:r>
              <a:rPr lang="zh-CN" altLang="en-US" dirty="0"/>
              <a:t>复习知识点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944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171" y="205289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sz="8000" dirty="0">
                <a:solidFill>
                  <a:srgbClr val="FF0000"/>
                </a:solidFill>
              </a:rPr>
              <a:t/>
            </a:r>
            <a:br>
              <a:rPr lang="en-US" altLang="zh-CN" sz="8000" dirty="0">
                <a:solidFill>
                  <a:srgbClr val="FF0000"/>
                </a:solidFill>
              </a:rPr>
            </a:br>
            <a:r>
              <a:rPr lang="en-US" altLang="zh-CN" sz="8000" dirty="0">
                <a:solidFill>
                  <a:srgbClr val="FF0000"/>
                </a:solidFill>
              </a:rPr>
              <a:t/>
            </a:r>
            <a:br>
              <a:rPr lang="en-US" altLang="zh-CN" sz="8000" dirty="0">
                <a:solidFill>
                  <a:srgbClr val="FF0000"/>
                </a:solidFill>
              </a:rPr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25455" y="743578"/>
            <a:ext cx="761618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3200" dirty="0" smtClean="0">
                <a:solidFill>
                  <a:srgbClr val="FF0000"/>
                </a:solidFill>
              </a:rPr>
              <a:t>题型：</a:t>
            </a:r>
            <a:r>
              <a:rPr lang="zh-CN" altLang="en-US" sz="3200" dirty="0" smtClean="0"/>
              <a:t>选择，填空，计算</a:t>
            </a:r>
            <a:endParaRPr lang="en-US" altLang="zh-CN" sz="3200" dirty="0" smtClean="0"/>
          </a:p>
          <a:p>
            <a:pPr>
              <a:lnSpc>
                <a:spcPct val="300000"/>
              </a:lnSpc>
            </a:pPr>
            <a:r>
              <a:rPr lang="zh-CN" altLang="en-US" sz="3200" dirty="0" smtClean="0">
                <a:solidFill>
                  <a:srgbClr val="FF0000"/>
                </a:solidFill>
              </a:rPr>
              <a:t>比例</a:t>
            </a:r>
            <a:r>
              <a:rPr lang="zh-CN" altLang="en-US" sz="3200" dirty="0" smtClean="0"/>
              <a:t>：</a:t>
            </a:r>
            <a:r>
              <a:rPr lang="zh-CN" altLang="en-US" sz="3200" dirty="0" smtClean="0">
                <a:solidFill>
                  <a:srgbClr val="FF0000"/>
                </a:solidFill>
              </a:rPr>
              <a:t>振动和波（</a:t>
            </a:r>
            <a:r>
              <a:rPr lang="en-US" altLang="zh-CN" sz="3200" dirty="0" smtClean="0">
                <a:solidFill>
                  <a:srgbClr val="FF0000"/>
                </a:solidFill>
              </a:rPr>
              <a:t>30%</a:t>
            </a:r>
            <a:r>
              <a:rPr lang="zh-CN" altLang="en-US" sz="3200" dirty="0" smtClean="0">
                <a:solidFill>
                  <a:srgbClr val="FF0000"/>
                </a:solidFill>
              </a:rPr>
              <a:t>）；光学（</a:t>
            </a:r>
            <a:r>
              <a:rPr lang="en-US" altLang="zh-CN" sz="3200" dirty="0" smtClean="0">
                <a:solidFill>
                  <a:srgbClr val="FF0000"/>
                </a:solidFill>
              </a:rPr>
              <a:t>30%</a:t>
            </a:r>
            <a:r>
              <a:rPr lang="zh-CN" altLang="en-US" sz="3200" dirty="0" smtClean="0">
                <a:solidFill>
                  <a:srgbClr val="FF0000"/>
                </a:solidFill>
              </a:rPr>
              <a:t>）；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pPr>
              <a:lnSpc>
                <a:spcPct val="300000"/>
              </a:lnSpc>
            </a:pPr>
            <a:r>
              <a:rPr lang="zh-CN" altLang="en-US" sz="3200" dirty="0" smtClean="0">
                <a:solidFill>
                  <a:srgbClr val="FF0000"/>
                </a:solidFill>
              </a:rPr>
              <a:t>相对论和量子物理（</a:t>
            </a:r>
            <a:r>
              <a:rPr lang="en-US" altLang="zh-CN" sz="3200" dirty="0" smtClean="0">
                <a:solidFill>
                  <a:srgbClr val="FF0000"/>
                </a:solidFill>
              </a:rPr>
              <a:t>40%</a:t>
            </a:r>
            <a:r>
              <a:rPr lang="zh-CN" altLang="en-US" sz="3200" dirty="0" smtClean="0">
                <a:solidFill>
                  <a:srgbClr val="FF0000"/>
                </a:solidFill>
              </a:rPr>
              <a:t>）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85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0EAFF234-219F-421B-AB89-5DB4FB320B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2" b="7156"/>
          <a:stretch/>
        </p:blipFill>
        <p:spPr>
          <a:xfrm rot="16200000">
            <a:off x="2347409" y="-1492713"/>
            <a:ext cx="6827877" cy="9813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51147" y="1959429"/>
            <a:ext cx="1929284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振动曲线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45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1500F984-D285-4D0D-99E6-87F37BA9B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30" b="5693"/>
          <a:stretch/>
        </p:blipFill>
        <p:spPr>
          <a:xfrm rot="16200000">
            <a:off x="2396637" y="-1459848"/>
            <a:ext cx="6417554" cy="962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69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9817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rgbClr val="002060"/>
                </a:solidFill>
              </a:rPr>
              <a:t>波的产生和波的能量</a:t>
            </a:r>
            <a:r>
              <a:rPr lang="en-US" altLang="zh-CN" dirty="0"/>
              <a:t> </a:t>
            </a:r>
            <a:r>
              <a:rPr lang="en-US" altLang="zh-CN" dirty="0" smtClean="0"/>
              <a:t>       </a:t>
            </a:r>
            <a:r>
              <a:rPr lang="zh-CN" altLang="en-US" dirty="0" smtClean="0">
                <a:solidFill>
                  <a:srgbClr val="FF0000"/>
                </a:solidFill>
              </a:rPr>
              <a:t>动能 </a:t>
            </a:r>
            <a:r>
              <a:rPr lang="en-US" altLang="zh-CN" dirty="0" smtClean="0">
                <a:solidFill>
                  <a:srgbClr val="FF0000"/>
                </a:solidFill>
              </a:rPr>
              <a:t>= </a:t>
            </a:r>
            <a:r>
              <a:rPr lang="zh-CN" altLang="en-US" dirty="0" smtClean="0">
                <a:solidFill>
                  <a:srgbClr val="FF0000"/>
                </a:solidFill>
              </a:rPr>
              <a:t>势能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61" t="4447" r="34877" b="5468"/>
          <a:stretch/>
        </p:blipFill>
        <p:spPr bwMode="auto">
          <a:xfrm rot="16200000">
            <a:off x="4690237" y="-1781237"/>
            <a:ext cx="3064750" cy="11309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189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454D57F3-593C-4480-A5F6-BA500C7800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8" r="3861"/>
          <a:stretch/>
        </p:blipFill>
        <p:spPr>
          <a:xfrm rot="16200000">
            <a:off x="2557611" y="-1644387"/>
            <a:ext cx="6617219" cy="1030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DDB3C379-A8F4-4DC9-88A0-840DB011DA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6" b="12296"/>
          <a:stretch/>
        </p:blipFill>
        <p:spPr>
          <a:xfrm rot="16200000">
            <a:off x="2385703" y="-1338150"/>
            <a:ext cx="6691588" cy="9596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04331" y="5484614"/>
            <a:ext cx="415498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003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BF1D4431-DEB2-4894-BEF2-C5FF05CCF0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6" t="4685" b="1569"/>
          <a:stretch/>
        </p:blipFill>
        <p:spPr>
          <a:xfrm rot="16200000">
            <a:off x="2625678" y="-1983478"/>
            <a:ext cx="6427904" cy="1062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29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22360707-A58E-4F4F-9D68-BB9233784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82796" y="-1307479"/>
            <a:ext cx="6512153" cy="933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8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462C99F5-6B10-4DD7-850B-8B13AD4315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0" t="963" r="4418" b="5017"/>
          <a:stretch/>
        </p:blipFill>
        <p:spPr>
          <a:xfrm>
            <a:off x="911257" y="-1"/>
            <a:ext cx="9756743" cy="686447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45251" y="1797372"/>
            <a:ext cx="2646878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</a:rPr>
              <a:t>杨氏双缝相关问题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73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F2C35E6E-A793-45D1-BED9-B1481AE368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66" b="3494"/>
          <a:stretch/>
        </p:blipFill>
        <p:spPr>
          <a:xfrm rot="16200000">
            <a:off x="2607483" y="-1006312"/>
            <a:ext cx="6703657" cy="8870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91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08A49F41-709F-4B39-94F0-3F59FC44AD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81" r="2944" b="6930"/>
          <a:stretch/>
        </p:blipFill>
        <p:spPr>
          <a:xfrm rot="16200000">
            <a:off x="2327150" y="-973318"/>
            <a:ext cx="6733285" cy="880463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375868" y="2703007"/>
            <a:ext cx="803868" cy="913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476352" y="2333675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加或不加，具体情况具体分析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00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AC401408-F71E-4DD6-833C-3AD5EA98C7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8" b="4054"/>
          <a:stretch/>
        </p:blipFill>
        <p:spPr>
          <a:xfrm>
            <a:off x="1190331" y="0"/>
            <a:ext cx="9273422" cy="667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9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3D7BC894-50CF-4121-B65B-DEB1D80813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1" t="11134" r="31666"/>
          <a:stretch/>
        </p:blipFill>
        <p:spPr>
          <a:xfrm rot="16200000">
            <a:off x="4119926" y="-2529627"/>
            <a:ext cx="3949003" cy="113918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5319" y="422031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</a:rPr>
              <a:t>单缝衍射和光栅衍射，可能合出一个大题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2224" y="5617382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dirty="0">
                <a:solidFill>
                  <a:srgbClr val="FF0000"/>
                </a:solidFill>
              </a:rPr>
              <a:t>光的偏振和偏振片对光强影响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994787" y="4933741"/>
            <a:ext cx="110532" cy="72383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920512" y="764569"/>
            <a:ext cx="259081" cy="85446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19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313FBED0-8C2E-4148-A7A1-6F3F1420BE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40" b="3202"/>
          <a:stretch/>
        </p:blipFill>
        <p:spPr>
          <a:xfrm rot="16200000">
            <a:off x="2600288" y="-1185093"/>
            <a:ext cx="6630061" cy="92288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186988" y="3827138"/>
            <a:ext cx="3877985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</a:rPr>
              <a:t>相对论时空观相关问题计算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50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074A4698-AE34-457A-B6D1-D764D89942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4"/>
          <a:stretch/>
        </p:blipFill>
        <p:spPr>
          <a:xfrm rot="16200000">
            <a:off x="2896203" y="-1768763"/>
            <a:ext cx="5512689" cy="1003090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920318" y="2149063"/>
            <a:ext cx="2958345" cy="46166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</a:rPr>
              <a:t>相对论质量、能量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55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31A191E1-E31F-4907-9F7B-F07ECC5FBD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41" r="41734"/>
          <a:stretch/>
        </p:blipFill>
        <p:spPr>
          <a:xfrm rot="16200000">
            <a:off x="3513507" y="-1492039"/>
            <a:ext cx="3922847" cy="96530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2176" y="259639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002060"/>
                </a:solidFill>
              </a:rPr>
              <a:t>量子物理</a:t>
            </a:r>
            <a:endParaRPr lang="zh-CN" altLang="en-US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25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20CDCBA4-77CC-4DEE-9602-DBC41D051D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8" b="51203"/>
          <a:stretch/>
        </p:blipFill>
        <p:spPr>
          <a:xfrm>
            <a:off x="1045000" y="497263"/>
            <a:ext cx="9230215" cy="526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8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1727221E-86E1-470A-B879-FCE4C2F0B9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88" r="26037" b="19627"/>
          <a:stretch/>
        </p:blipFill>
        <p:spPr>
          <a:xfrm rot="16200000">
            <a:off x="3294816" y="-1827852"/>
            <a:ext cx="2954737" cy="880235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81321" y="340361"/>
            <a:ext cx="8392041" cy="5847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3200" dirty="0">
                <a:solidFill>
                  <a:srgbClr val="FF0000"/>
                </a:solidFill>
              </a:rPr>
              <a:t>光和实物粒子的波粒二象性，德布罗意波计算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1727221E-86E1-470A-B879-FCE4C2F0B9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62" r="63375"/>
          <a:stretch/>
        </p:blipFill>
        <p:spPr>
          <a:xfrm rot="16200000">
            <a:off x="5200919" y="3343"/>
            <a:ext cx="1151431" cy="1095193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76163" y="4180506"/>
            <a:ext cx="2236510" cy="58477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不确定关系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10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9AE4E10A-482D-4FB0-B46A-3ADD3871B7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044"/>
          <a:stretch/>
        </p:blipFill>
        <p:spPr>
          <a:xfrm>
            <a:off x="339365" y="157424"/>
            <a:ext cx="11577056" cy="6167961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407049" y="491086"/>
            <a:ext cx="2954655" cy="461665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zh-CN" sz="2400" dirty="0">
                <a:solidFill>
                  <a:srgbClr val="FF0000"/>
                </a:solidFill>
              </a:rPr>
              <a:t>一维无限深势阱问题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593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D5C19688-FEAE-4E16-ACC7-B05750CB25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31" r="7972"/>
          <a:stretch/>
        </p:blipFill>
        <p:spPr>
          <a:xfrm>
            <a:off x="724685" y="235668"/>
            <a:ext cx="10747735" cy="589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25ACFDD-2C28-46E3-BCA6-74E0161E6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331235B3-6165-4B04-80A9-7BF96228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392B30E5-974B-4EC2-A052-E0449B354AB6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FB74185F-0507-4906-8746-C96A66F2C5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5" t="1524" r="32635"/>
          <a:stretch/>
        </p:blipFill>
        <p:spPr>
          <a:xfrm rot="16200000">
            <a:off x="3639601" y="-2625633"/>
            <a:ext cx="5376004" cy="1134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55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70928" y="818830"/>
            <a:ext cx="3877985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原子中的多电子分布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02522" y="2039816"/>
            <a:ext cx="2698175" cy="2450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sz="2800" dirty="0" smtClean="0">
                <a:solidFill>
                  <a:srgbClr val="002060"/>
                </a:solidFill>
              </a:rPr>
              <a:t>泡利不相容原理</a:t>
            </a:r>
            <a:endParaRPr lang="en-US" altLang="zh-CN" sz="2800" dirty="0" smtClean="0">
              <a:solidFill>
                <a:srgbClr val="002060"/>
              </a:solidFill>
            </a:endParaRPr>
          </a:p>
          <a:p>
            <a:pPr>
              <a:lnSpc>
                <a:spcPct val="300000"/>
              </a:lnSpc>
            </a:pPr>
            <a:r>
              <a:rPr lang="zh-CN" altLang="en-US" sz="2800" dirty="0" smtClean="0">
                <a:solidFill>
                  <a:srgbClr val="002060"/>
                </a:solidFill>
              </a:rPr>
              <a:t>能量最小原理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60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119</Words>
  <Application>Microsoft Office PowerPoint</Application>
  <PresentationFormat>自定义</PresentationFormat>
  <Paragraphs>21</Paragraphs>
  <Slides>23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Office 主题​​</vt:lpstr>
      <vt:lpstr>大学物理下  复习知识点</vt:lpstr>
      <vt:lpstr>  </vt:lpstr>
      <vt:lpstr>PowerPoint 演示文稿</vt:lpstr>
      <vt:lpstr>PowerPoint 演示文稿</vt:lpstr>
      <vt:lpstr>波的产生和波的能量        动能 = 势能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大学物理下  复习知识点</dc:title>
  <dc:creator>peng dong</dc:creator>
  <cp:lastModifiedBy>Windows User</cp:lastModifiedBy>
  <cp:revision>22</cp:revision>
  <dcterms:created xsi:type="dcterms:W3CDTF">2020-12-30T12:33:56Z</dcterms:created>
  <dcterms:modified xsi:type="dcterms:W3CDTF">2026-01-05T08:09:00Z</dcterms:modified>
</cp:coreProperties>
</file>