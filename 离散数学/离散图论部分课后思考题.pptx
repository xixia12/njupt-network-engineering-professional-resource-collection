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saveSubsetFonts="1">
  <p:sldMasterIdLst>
    <p:sldMasterId id="2147483648" r:id="rId1"/>
  </p:sldMasterIdLst>
  <p:notesMasterIdLst>
    <p:notesMasterId r:id="rId3"/>
  </p:notesMasterIdLst>
  <p:sldIdLst>
    <p:sldId id="1180" r:id="rId2"/>
  </p:sldIdLst>
  <p:sldSz cx="9144000" cy="6858000" type="screen4x3"/>
  <p:notesSz cx="6815138" cy="9823450"/>
  <p:defaultTextStyle>
    <a:defPPr>
      <a:defRPr lang="zh-CN"/>
    </a:defPPr>
    <a:lvl1pPr algn="ctr" rtl="0" fontAlgn="base">
      <a:spcBef>
        <a:spcPct val="0"/>
      </a:spcBef>
      <a:spcAft>
        <a:spcPct val="0"/>
      </a:spcAft>
      <a:defRPr kumimoji="1" sz="3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ctr" rtl="0" fontAlgn="base">
      <a:spcBef>
        <a:spcPct val="0"/>
      </a:spcBef>
      <a:spcAft>
        <a:spcPct val="0"/>
      </a:spcAft>
      <a:defRPr kumimoji="1" sz="3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ctr" rtl="0" fontAlgn="base">
      <a:spcBef>
        <a:spcPct val="0"/>
      </a:spcBef>
      <a:spcAft>
        <a:spcPct val="0"/>
      </a:spcAft>
      <a:defRPr kumimoji="1" sz="3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ctr" rtl="0" fontAlgn="base">
      <a:spcBef>
        <a:spcPct val="0"/>
      </a:spcBef>
      <a:spcAft>
        <a:spcPct val="0"/>
      </a:spcAft>
      <a:defRPr kumimoji="1" sz="3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ctr" rtl="0" fontAlgn="base">
      <a:spcBef>
        <a:spcPct val="0"/>
      </a:spcBef>
      <a:spcAft>
        <a:spcPct val="0"/>
      </a:spcAft>
      <a:defRPr kumimoji="1" sz="3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kumimoji="1" sz="3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6pPr>
    <a:lvl7pPr marL="2743200" algn="l" defTabSz="914400" rtl="0" eaLnBrk="1" latinLnBrk="0" hangingPunct="1">
      <a:defRPr kumimoji="1" sz="3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7pPr>
    <a:lvl8pPr marL="3200400" algn="l" defTabSz="914400" rtl="0" eaLnBrk="1" latinLnBrk="0" hangingPunct="1">
      <a:defRPr kumimoji="1" sz="3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8pPr>
    <a:lvl9pPr marL="3657600" algn="l" defTabSz="914400" rtl="0" eaLnBrk="1" latinLnBrk="0" hangingPunct="1">
      <a:defRPr kumimoji="1" sz="3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94">
          <p15:clr>
            <a:srgbClr val="A4A3A4"/>
          </p15:clr>
        </p15:guide>
        <p15:guide id="2" pos="2146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2B503"/>
    <a:srgbClr val="396685"/>
    <a:srgbClr val="396683"/>
    <a:srgbClr val="FCB223"/>
    <a:srgbClr val="EE9A00"/>
    <a:srgbClr val="EF9C00"/>
    <a:srgbClr val="F7E8EE"/>
    <a:srgbClr val="D2C8E5"/>
    <a:srgbClr val="FCF7F2"/>
    <a:srgbClr val="D4E7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338" autoAdjust="0"/>
    <p:restoredTop sz="83946" autoAdjust="0"/>
  </p:normalViewPr>
  <p:slideViewPr>
    <p:cSldViewPr>
      <p:cViewPr varScale="1">
        <p:scale>
          <a:sx n="79" d="100"/>
          <a:sy n="79" d="100"/>
        </p:scale>
        <p:origin x="1428" y="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1" d="100"/>
          <a:sy n="51" d="100"/>
        </p:scale>
        <p:origin x="-2958" y="-84"/>
      </p:cViewPr>
      <p:guideLst>
        <p:guide orient="horz" pos="3094"/>
        <p:guide pos="214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52750" cy="490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kumimoji="0" sz="1200"/>
            </a:lvl1pPr>
          </a:lstStyle>
          <a:p>
            <a:endParaRPr lang="en-US" altLang="zh-CN" dirty="0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60800" y="0"/>
            <a:ext cx="2952750" cy="490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1200"/>
            </a:lvl1pPr>
          </a:lstStyle>
          <a:p>
            <a:endParaRPr lang="en-US" altLang="zh-CN" dirty="0"/>
          </a:p>
        </p:txBody>
      </p:sp>
      <p:sp>
        <p:nvSpPr>
          <p:cNvPr id="41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50913" y="736600"/>
            <a:ext cx="4914900" cy="36845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1038" y="4665663"/>
            <a:ext cx="5453062" cy="4421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331325"/>
            <a:ext cx="2952750" cy="490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kumimoji="0" sz="1200"/>
            </a:lvl1pPr>
          </a:lstStyle>
          <a:p>
            <a:endParaRPr lang="en-US" altLang="zh-CN" dirty="0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60800" y="9331325"/>
            <a:ext cx="2952750" cy="490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kumimoji="0" sz="1200"/>
            </a:lvl1pPr>
          </a:lstStyle>
          <a:p>
            <a:fld id="{BBDFE87B-C65E-4E5A-8ED4-99C181E81FF7}" type="slidenum">
              <a:rPr lang="en-US" altLang="zh-CN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48618878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底图一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5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>
                <a:ea typeface="华文彩云" pitchFamily="2" charset="-122"/>
              </a:defRPr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zh-CN" altLang="en-US" noProof="0" dirty="0"/>
              <a:t>单击此处编辑母版副标题样式</a:t>
            </a:r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 dirty="0"/>
          </a:p>
        </p:txBody>
      </p:sp>
      <p:sp>
        <p:nvSpPr>
          <p:cNvPr id="2055" name="Rectangle 7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F5B20A6E-EE95-4C69-A746-16DACCEEC7B9}" type="slidenum">
              <a:rPr lang="en-US" altLang="zh-CN"/>
              <a:pPr/>
              <a:t>‹#›</a:t>
            </a:fld>
            <a:endParaRPr lang="en-US" altLang="zh-CN" dirty="0"/>
          </a:p>
        </p:txBody>
      </p:sp>
      <p:pic>
        <p:nvPicPr>
          <p:cNvPr id="2056" name="Picture 8" descr="箭头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5895975"/>
            <a:ext cx="508000" cy="215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57" name="Line 9"/>
          <p:cNvSpPr>
            <a:spLocks noChangeShapeType="1"/>
          </p:cNvSpPr>
          <p:nvPr/>
        </p:nvSpPr>
        <p:spPr bwMode="auto">
          <a:xfrm>
            <a:off x="1143000" y="5562600"/>
            <a:ext cx="3733800" cy="0"/>
          </a:xfrm>
          <a:prstGeom prst="line">
            <a:avLst/>
          </a:prstGeom>
          <a:noFill/>
          <a:ln w="57150">
            <a:solidFill>
              <a:srgbClr val="BFD8E6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58" name="Line 10"/>
          <p:cNvSpPr>
            <a:spLocks noChangeShapeType="1"/>
          </p:cNvSpPr>
          <p:nvPr/>
        </p:nvSpPr>
        <p:spPr bwMode="auto">
          <a:xfrm>
            <a:off x="4191000" y="1828800"/>
            <a:ext cx="3733800" cy="0"/>
          </a:xfrm>
          <a:prstGeom prst="line">
            <a:avLst/>
          </a:prstGeom>
          <a:noFill/>
          <a:ln w="57150">
            <a:solidFill>
              <a:srgbClr val="BFD8E6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59" name="Text Box 11"/>
          <p:cNvSpPr txBox="1">
            <a:spLocks noChangeArrowheads="1"/>
          </p:cNvSpPr>
          <p:nvPr userDrawn="1"/>
        </p:nvSpPr>
        <p:spPr bwMode="auto">
          <a:xfrm>
            <a:off x="177800" y="620713"/>
            <a:ext cx="5114925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i="1" dirty="0">
                <a:solidFill>
                  <a:srgbClr val="005687"/>
                </a:solidFill>
                <a:ea typeface="华文行楷" pitchFamily="2" charset="-122"/>
              </a:rPr>
              <a:t>南京邮电大学物联网学院</a:t>
            </a:r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dt" sz="half" idx="2"/>
          </p:nvPr>
        </p:nvSpPr>
        <p:spPr>
          <a:xfrm>
            <a:off x="-10521" y="64008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745C02BD-FF71-4279-9209-5F21208CDBFF}" type="datetime2">
              <a:rPr lang="zh-CN" altLang="en-US" smtClean="0"/>
              <a:t>2025年12月15日</a:t>
            </a:fld>
            <a:endParaRPr lang="en-US" altLang="zh-CN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0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0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0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7" grpId="0" animBg="1"/>
      <p:bldP spid="2058" grpId="0" animBg="1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107504" y="65722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596A1837-B483-4963-A675-595E831DAFE5}" type="datetime2">
              <a:rPr lang="zh-CN" altLang="en-US" smtClean="0"/>
              <a:t>2025年12月15日</a:t>
            </a:fld>
            <a:endParaRPr lang="en-US" altLang="zh-CN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65722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732240" y="65722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458C8F27-2AC2-4F48-B4D1-AAB02A38F0D0}" type="slidenum">
              <a:rPr lang="en-US" altLang="zh-CN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074994082"/>
      </p:ext>
    </p:extLst>
  </p:cSld>
  <p:clrMapOvr>
    <a:masterClrMapping/>
  </p:clrMapOvr>
  <p:transition>
    <p:wipe dir="d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EDBCF25-C701-434D-A4BD-486CE41BC7ED}" type="datetime2">
              <a:rPr lang="zh-CN" altLang="en-US" smtClean="0"/>
              <a:t>2025年12月15日</a:t>
            </a:fld>
            <a:endParaRPr lang="en-US" altLang="zh-CN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CDEBAEC-5FFB-4367-942F-651B46A393A8}" type="slidenum">
              <a:rPr lang="en-US" altLang="zh-CN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57767307"/>
      </p:ext>
    </p:extLst>
  </p:cSld>
  <p:clrMapOvr>
    <a:masterClrMapping/>
  </p:clrMapOvr>
  <p:transition>
    <p:wipe dir="d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4213" y="1484313"/>
            <a:ext cx="3810000" cy="43211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6613" y="1484313"/>
            <a:ext cx="3810000" cy="43211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01EDFAF-7468-4613-B1C2-2B58912299CD}" type="datetime2">
              <a:rPr lang="zh-CN" altLang="en-US" smtClean="0"/>
              <a:t>2025年12月15日</a:t>
            </a:fld>
            <a:endParaRPr lang="en-US" altLang="zh-CN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62F2D49-B3D8-46AA-97D1-3C5FD17B297C}" type="slidenum">
              <a:rPr lang="en-US" altLang="zh-CN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816386522"/>
      </p:ext>
    </p:extLst>
  </p:cSld>
  <p:clrMapOvr>
    <a:masterClrMapping/>
  </p:clrMapOvr>
  <p:transition>
    <p:wipe dir="d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84628" y="-99392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8CFEB57-480C-4051-8344-437EF5311F1B}" type="datetime2">
              <a:rPr lang="zh-CN" altLang="en-US" smtClean="0"/>
              <a:t>2025年12月15日</a:t>
            </a:fld>
            <a:endParaRPr lang="en-US" altLang="zh-CN" dirty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84456F6-9082-4F67-8008-2EA7BDCC6AC3}" type="slidenum">
              <a:rPr lang="en-US" altLang="zh-CN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810181963"/>
      </p:ext>
    </p:extLst>
  </p:cSld>
  <p:clrMapOvr>
    <a:masterClrMapping/>
  </p:clrMapOvr>
  <p:transition>
    <p:wipe dir="d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14434" y="65722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5152CECB-3954-434E-985E-335E827F6707}" type="datetime2">
              <a:rPr lang="zh-CN" altLang="en-US" smtClean="0"/>
              <a:t>2025年12月15日</a:t>
            </a:fld>
            <a:endParaRPr lang="en-US" altLang="zh-CN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37F2E61-75E1-4E22-B7C3-7A96A5DEDED1}" type="slidenum">
              <a:rPr lang="en-US" altLang="zh-CN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946746065"/>
      </p:ext>
    </p:extLst>
  </p:cSld>
  <p:clrMapOvr>
    <a:masterClrMapping/>
  </p:clrMapOvr>
  <p:transition>
    <p:wipe dir="d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787" y="65722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2E53F3A8-ECCF-4B47-B9FC-CA3CC7325416}" type="datetime2">
              <a:rPr lang="zh-CN" altLang="en-US" smtClean="0"/>
              <a:t>2025年12月15日</a:t>
            </a:fld>
            <a:endParaRPr lang="en-US" altLang="zh-CN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4C9FC22-3262-423B-B838-B0162BEC6DC8}" type="slidenum">
              <a:rPr lang="en-US" altLang="zh-CN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201075541"/>
      </p:ext>
    </p:extLst>
  </p:cSld>
  <p:clrMapOvr>
    <a:masterClrMapping/>
  </p:clrMapOvr>
  <p:transition>
    <p:wipe dir="d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0" y="65722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3F0E4D12-E609-4960-A235-AAFA45726BB4}" type="datetime2">
              <a:rPr lang="zh-CN" altLang="en-US" smtClean="0"/>
              <a:t>2025年12月15日</a:t>
            </a:fld>
            <a:endParaRPr lang="en-US" altLang="zh-CN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46191F9-3777-4D9C-AEBF-2E007B342C8C}" type="slidenum">
              <a:rPr lang="en-US" altLang="zh-CN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06127029"/>
      </p:ext>
    </p:extLst>
  </p:cSld>
  <p:clrMapOvr>
    <a:masterClrMapping/>
  </p:clrMapOvr>
  <p:transition>
    <p:wipe dir="d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-2983" y="65722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0EB9C0DD-25EA-4678-BCAC-910D5C822509}" type="datetime2">
              <a:rPr lang="zh-CN" altLang="en-US" smtClean="0"/>
              <a:t>2025年12月15日</a:t>
            </a:fld>
            <a:endParaRPr lang="en-US" altLang="zh-CN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F858FE7-906E-4236-BC77-4CC9780FDBD7}" type="slidenum">
              <a:rPr lang="en-US" altLang="zh-CN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464937093"/>
      </p:ext>
    </p:extLst>
  </p:cSld>
  <p:clrMapOvr>
    <a:masterClrMapping/>
  </p:clrMapOvr>
  <p:transition>
    <p:wipe dir="d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0" y="65722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37000A89-1358-427A-9224-76E1FE403A0F}" type="datetime2">
              <a:rPr lang="zh-CN" altLang="en-US" smtClean="0"/>
              <a:t>2025年12月15日</a:t>
            </a:fld>
            <a:endParaRPr lang="en-US" altLang="zh-CN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48BE21-9D76-41A2-BC25-41ED2C4F0091}" type="slidenum">
              <a:rPr lang="en-US" altLang="zh-CN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098160485"/>
      </p:ext>
    </p:extLst>
  </p:cSld>
  <p:clrMapOvr>
    <a:masterClrMapping/>
  </p:clrMapOvr>
  <p:transition>
    <p:wipe dir="d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53200" y="115888"/>
            <a:ext cx="1979613" cy="56896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11188" y="115888"/>
            <a:ext cx="5789612" cy="56896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0" y="65722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36677894-57C0-49B5-B5A5-BED7B0CF33A2}" type="datetime2">
              <a:rPr lang="zh-CN" altLang="en-US" smtClean="0"/>
              <a:t>2025年12月15日</a:t>
            </a:fld>
            <a:endParaRPr lang="en-US" altLang="zh-CN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6415E74-B908-4607-8BCD-F91C53B086F2}" type="slidenum">
              <a:rPr lang="en-US" altLang="zh-CN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612366722"/>
      </p:ext>
    </p:extLst>
  </p:cSld>
  <p:clrMapOvr>
    <a:masterClrMapping/>
  </p:clrMapOvr>
  <p:transition>
    <p:wipe dir="d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x" preserve="1">
  <p:cSld name="标题，内容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11188" y="115888"/>
            <a:ext cx="7921625" cy="100806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4213" y="1484313"/>
            <a:ext cx="3810000" cy="43211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646613" y="1484313"/>
            <a:ext cx="3810000" cy="43211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0" y="6597352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C06DB034-5BC0-43EC-91D3-E9F359B42C2F}" type="datetime2">
              <a:rPr lang="zh-CN" altLang="en-US" smtClean="0"/>
              <a:t>2025年12月15日</a:t>
            </a:fld>
            <a:endParaRPr lang="en-US" altLang="zh-CN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732240" y="65722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BC6F2BA1-95CA-4F4D-926B-8DA0D9C4C084}" type="slidenum">
              <a:rPr lang="en-US" altLang="zh-CN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779341576"/>
      </p:ext>
    </p:extLst>
  </p:cSld>
  <p:clrMapOvr>
    <a:masterClrMapping/>
  </p:clrMapOvr>
  <p:transition>
    <p:wipe dir="d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ppt3"/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80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4213" y="1484313"/>
            <a:ext cx="7772400" cy="432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5722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400"/>
            </a:lvl1pPr>
          </a:lstStyle>
          <a:p>
            <a:fld id="{6B65FA3A-2668-48E0-8716-25C9B116A9A2}" type="datetime2">
              <a:rPr lang="zh-CN" altLang="en-US" smtClean="0"/>
              <a:t>2025年12月15日</a:t>
            </a:fld>
            <a:endParaRPr lang="en-US" altLang="zh-CN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5722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zh-CN" dirty="0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613502" y="6555415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E815DBA6-35C2-4EBF-95A8-CF13353E5CF1}" type="slidenum">
              <a:rPr lang="en-US" altLang="zh-CN"/>
              <a:pPr/>
              <a:t>‹#›</a:t>
            </a:fld>
            <a:endParaRPr lang="en-US" altLang="zh-CN" dirty="0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title"/>
          </p:nvPr>
        </p:nvSpPr>
        <p:spPr bwMode="auto">
          <a:xfrm>
            <a:off x="569748" y="-27384"/>
            <a:ext cx="7921625" cy="10080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72" r:id="rId12"/>
  </p:sldLayoutIdLst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7" grpId="0" autoUpdateAnimBg="0">
        <p:tmplLst>
          <p:tmpl>
            <p:tnLst>
              <p:par>
                <p:cTn presetID="22" presetClass="entr" presetSubtype="1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1027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hdr="0" ftr="0"/>
  <p:txStyles>
    <p:titleStyle>
      <a:lvl1pPr algn="ctr" rtl="0" fontAlgn="base">
        <a:spcBef>
          <a:spcPct val="0"/>
        </a:spcBef>
        <a:spcAft>
          <a:spcPct val="0"/>
        </a:spcAft>
        <a:defRPr kumimoji="1" sz="4000" b="1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kumimoji="1" sz="4000" b="1">
          <a:solidFill>
            <a:schemeClr val="tx2"/>
          </a:solidFill>
          <a:latin typeface="Times New Roman" pitchFamily="18" charset="0"/>
          <a:ea typeface="华文中宋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kumimoji="1" sz="4000" b="1">
          <a:solidFill>
            <a:schemeClr val="tx2"/>
          </a:solidFill>
          <a:latin typeface="Times New Roman" pitchFamily="18" charset="0"/>
          <a:ea typeface="华文中宋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kumimoji="1" sz="4000" b="1">
          <a:solidFill>
            <a:schemeClr val="tx2"/>
          </a:solidFill>
          <a:latin typeface="Times New Roman" pitchFamily="18" charset="0"/>
          <a:ea typeface="华文中宋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kumimoji="1" sz="4000" b="1">
          <a:solidFill>
            <a:schemeClr val="tx2"/>
          </a:solidFill>
          <a:latin typeface="Times New Roman" pitchFamily="18" charset="0"/>
          <a:ea typeface="华文中宋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000" b="1">
          <a:solidFill>
            <a:schemeClr val="tx2"/>
          </a:solidFill>
          <a:latin typeface="Times New Roman" pitchFamily="18" charset="0"/>
          <a:ea typeface="华文中宋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000" b="1">
          <a:solidFill>
            <a:schemeClr val="tx2"/>
          </a:solidFill>
          <a:latin typeface="Times New Roman" pitchFamily="18" charset="0"/>
          <a:ea typeface="华文中宋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000" b="1">
          <a:solidFill>
            <a:schemeClr val="tx2"/>
          </a:solidFill>
          <a:latin typeface="Times New Roman" pitchFamily="18" charset="0"/>
          <a:ea typeface="华文中宋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000" b="1">
          <a:solidFill>
            <a:schemeClr val="tx2"/>
          </a:solidFill>
          <a:latin typeface="Times New Roman" pitchFamily="18" charset="0"/>
          <a:ea typeface="华文中宋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Wingdings" pitchFamily="2" charset="2"/>
        <a:buChar char="Ø"/>
        <a:defRPr kumimoji="1"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Wingdings" pitchFamily="2" charset="2"/>
        <a:buChar char="ü"/>
        <a:defRPr kumimoji="1" sz="2800">
          <a:solidFill>
            <a:schemeClr val="tx1"/>
          </a:solidFill>
          <a:latin typeface="+mn-lt"/>
          <a:ea typeface="楷体_GB2312" pitchFamily="49" charset="-122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Wingdings" pitchFamily="2" charset="2"/>
        <a:buChar char="§"/>
        <a:defRPr kumimoji="1" sz="2400">
          <a:solidFill>
            <a:schemeClr val="tx1"/>
          </a:solidFill>
          <a:latin typeface="+mn-lt"/>
          <a:ea typeface="楷体_GB2312" pitchFamily="49" charset="-122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•"/>
        <a:defRPr kumimoji="1" sz="2000">
          <a:solidFill>
            <a:schemeClr val="tx1"/>
          </a:solidFill>
          <a:latin typeface="+mn-lt"/>
          <a:ea typeface="楷体_GB2312" pitchFamily="49" charset="-122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宋体" pitchFamily="2" charset="-122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宋体" pitchFamily="2" charset="-122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宋体" pitchFamily="2" charset="-122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宋体" pitchFamily="2" charset="-122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宋体" pitchFamily="2" charset="-122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image" Target="../media/image4.tmp"/><Relationship Id="rId5" Type="http://schemas.openxmlformats.org/officeDocument/2006/relationships/tags" Target="../tags/tag5.xml"/><Relationship Id="rId10" Type="http://schemas.openxmlformats.org/officeDocument/2006/relationships/slideLayout" Target="../slideLayouts/slideLayout7.xml"/><Relationship Id="rId4" Type="http://schemas.openxmlformats.org/officeDocument/2006/relationships/tags" Target="../tags/tag4.xml"/><Relationship Id="rId9" Type="http://schemas.openxmlformats.org/officeDocument/2006/relationships/tags" Target="../tags/tag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3869DB9-B7EE-4B64-A670-C344F82F0C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A1837-B483-4963-A675-595E831DAFE5}" type="datetime2">
              <a:rPr lang="zh-CN" altLang="en-US" smtClean="0"/>
              <a:pPr/>
              <a:t>2025年12月15日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15C99B0-B240-4E59-AF34-4FEC662BB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C8F27-2AC2-4F48-B4D1-AAB02A38F0D0}" type="slidenum">
              <a:rPr lang="en-US" altLang="zh-CN" smtClean="0"/>
              <a:pPr/>
              <a:t>1</a:t>
            </a:fld>
            <a:endParaRPr lang="en-US" altLang="zh-CN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AD092BE-ED88-4208-AE1A-A5BBC49FD3FD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990600" y="2318480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 algn="l"/>
            <a:endParaRPr lang="en-US" altLang="zh-CN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pPr algn="l"/>
            <a:endParaRPr lang="en-US" altLang="zh-CN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pPr algn="l"/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</a:p>
          <a:p>
            <a:pPr algn="l"/>
            <a:endParaRPr lang="en-US" altLang="zh-CN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pPr algn="l"/>
            <a:endParaRPr lang="en-US" altLang="zh-CN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pPr algn="l"/>
            <a:r>
              <a:rPr lang="en-US" altLang="zh-CN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zh-CN" altLang="en-US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第 </a:t>
            </a:r>
            <a:r>
              <a:rPr lang="en-US" altLang="zh-CN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5-6 </a:t>
            </a:r>
            <a:r>
              <a:rPr lang="zh-CN" altLang="en-US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章 图论部分课后思考习题</a:t>
            </a:r>
            <a:endParaRPr lang="en-US" altLang="zh-CN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pPr algn="l"/>
            <a:r>
              <a:rPr lang="en-US" altLang="zh-CN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</a:p>
          <a:p>
            <a:pPr algn="l"/>
            <a:endParaRPr lang="en-US" altLang="zh-CN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pPr algn="l"/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习题 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5:  </a:t>
            </a:r>
            <a:r>
              <a:rPr lang="en-US" altLang="zh-CN" sz="2600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5.7 ,  5.8,  5.12,  5.19, 5.29, 5.32, 5.40, 5.44, 5.46</a:t>
            </a:r>
            <a:r>
              <a:rPr lang="zh-CN" altLang="en-US" sz="2600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， </a:t>
            </a:r>
            <a:r>
              <a:rPr lang="en-US" altLang="zh-CN" sz="2600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5.50 </a:t>
            </a:r>
          </a:p>
          <a:p>
            <a:pPr algn="l"/>
            <a:endParaRPr lang="en-US" altLang="zh-CN" sz="2600" dirty="0">
              <a:solidFill>
                <a:srgbClr val="FF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pPr algn="l"/>
            <a:r>
              <a:rPr lang="en-US" altLang="zh-CN" sz="2600" dirty="0"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zh-CN" altLang="en-US" sz="2600" dirty="0"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习题</a:t>
            </a:r>
            <a:r>
              <a:rPr lang="en-US" altLang="zh-CN" sz="2600" dirty="0"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6:  </a:t>
            </a:r>
            <a:r>
              <a:rPr lang="en-US" altLang="zh-CN" sz="2600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6.1</a:t>
            </a:r>
            <a:r>
              <a:rPr lang="zh-CN" altLang="en-US" sz="2600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， </a:t>
            </a:r>
            <a:r>
              <a:rPr lang="en-US" altLang="zh-CN" sz="2600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6.2 </a:t>
            </a:r>
            <a:r>
              <a:rPr lang="zh-CN" altLang="en-US" sz="2600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，</a:t>
            </a:r>
            <a:r>
              <a:rPr lang="en-US" altLang="zh-CN" sz="2600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6.7</a:t>
            </a:r>
            <a:r>
              <a:rPr lang="zh-CN" altLang="en-US" sz="2600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， </a:t>
            </a:r>
            <a:r>
              <a:rPr lang="en-US" altLang="zh-CN" sz="2600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6.12</a:t>
            </a:r>
            <a:r>
              <a:rPr lang="zh-CN" altLang="en-US" sz="2600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，</a:t>
            </a:r>
            <a:r>
              <a:rPr lang="en-US" altLang="zh-CN" sz="2600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6.14</a:t>
            </a:r>
            <a:r>
              <a:rPr lang="zh-CN" altLang="en-US" sz="2600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，</a:t>
            </a:r>
            <a:r>
              <a:rPr lang="en-US" altLang="zh-CN" sz="2600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6.18,6.23</a:t>
            </a:r>
          </a:p>
          <a:p>
            <a:pPr algn="l"/>
            <a:endParaRPr lang="en-US" altLang="zh-CN" sz="2600" dirty="0">
              <a:solidFill>
                <a:srgbClr val="FF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pPr algn="l"/>
            <a:r>
              <a:rPr lang="en-US" altLang="zh-CN" sz="2600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zh-CN" altLang="en-US" sz="2600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备注：可以不写在作业本上，但是这两周课程设计空闲时间，请务必完成上面题目思考过程。</a:t>
            </a:r>
            <a:r>
              <a:rPr lang="en-US" altLang="zh-CN" sz="2600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</a:p>
          <a:p>
            <a:pPr algn="l"/>
            <a:endParaRPr lang="en-US" altLang="zh-CN" sz="2600" dirty="0">
              <a:solidFill>
                <a:srgbClr val="FF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pPr algn="l"/>
            <a:endParaRPr lang="en-US" altLang="zh-CN" sz="2600" dirty="0">
              <a:solidFill>
                <a:srgbClr val="FF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pPr algn="l"/>
            <a:endParaRPr lang="en-US" altLang="zh-CN" sz="2600" dirty="0">
              <a:solidFill>
                <a:srgbClr val="FF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pPr algn="l"/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9368B57F-7F49-41FB-855C-533AB8432F71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93B30B27-81F4-4F1F-97FF-7E11B743F88D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0" name="TitleBackground">
              <a:extLst>
                <a:ext uri="{FF2B5EF4-FFF2-40B4-BE49-F238E27FC236}">
                  <a16:creationId xmlns:a16="http://schemas.microsoft.com/office/drawing/2014/main" id="{FD749B11-A921-4B33-8981-52E1DB9348CA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3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1" name="ColorBlock">
              <a:extLst>
                <a:ext uri="{FF2B5EF4-FFF2-40B4-BE49-F238E27FC236}">
                  <a16:creationId xmlns:a16="http://schemas.microsoft.com/office/drawing/2014/main" id="{31206838-3920-4DCF-87A5-950489B14D31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3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2" name="TypeText">
              <a:extLst>
                <a:ext uri="{FF2B5EF4-FFF2-40B4-BE49-F238E27FC236}">
                  <a16:creationId xmlns:a16="http://schemas.microsoft.com/office/drawing/2014/main" id="{80408624-EEB5-47CB-BA95-AB173D2E89E9}"/>
                </a:ext>
              </a:extLst>
            </p:cNvPr>
            <p:cNvSpPr txBox="1"/>
            <p:nvPr>
              <p:custDataLst>
                <p:tags r:id="rId8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pPr algn="l"/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主观题</a:t>
              </a:r>
            </a:p>
          </p:txBody>
        </p:sp>
        <p:sp>
          <p:nvSpPr>
            <p:cNvPr id="13" name="TipText">
              <a:extLst>
                <a:ext uri="{FF2B5EF4-FFF2-40B4-BE49-F238E27FC236}">
                  <a16:creationId xmlns:a16="http://schemas.microsoft.com/office/drawing/2014/main" id="{84C3CC53-98B5-40B4-9F80-7257D87DD173}"/>
                </a:ext>
              </a:extLst>
            </p:cNvPr>
            <p:cNvSpPr txBox="1"/>
            <p:nvPr>
              <p:custDataLst>
                <p:tags r:id="rId9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pPr algn="l"/>
              <a:r>
                <a:rPr lang="en-US" altLang="zh-CN" sz="2000" dirty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10</a:t>
              </a:r>
              <a:r>
                <a:rPr lang="zh-CN" altLang="en-US" sz="2000" dirty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7" name="图片 6">
            <a:extLst>
              <a:ext uri="{FF2B5EF4-FFF2-40B4-BE49-F238E27FC236}">
                <a16:creationId xmlns:a16="http://schemas.microsoft.com/office/drawing/2014/main" id="{FDCBEF2F-26FF-4E3D-8EE3-93161601156F}"/>
              </a:ext>
            </a:extLst>
          </p:cNvPr>
          <p:cNvPicPr>
            <a:picLocks/>
          </p:cNvPicPr>
          <p:nvPr>
            <p:custDataLst>
              <p:tags r:id="rId5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027851438"/>
      </p:ext>
    </p:extLst>
  </p:cSld>
  <p:clrMapOvr>
    <a:masterClrMapping/>
  </p:clrMapOvr>
  <p:transition>
    <p:wipe dir="d"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SCORE" val="10.0"/>
  <p:tag name="PROBLEMVOICEALLOWED" val="Fals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ShortAnswer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heme/theme1.xml><?xml version="1.0" encoding="utf-8"?>
<a:theme xmlns:a="http://schemas.openxmlformats.org/drawingml/2006/main" name="CERT9">
  <a:themeElements>
    <a:clrScheme name="CERT9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CERT9">
      <a:majorFont>
        <a:latin typeface="Times New Roman"/>
        <a:ea typeface="华文中宋"/>
        <a:cs typeface=""/>
      </a:majorFont>
      <a:minorFont>
        <a:latin typeface="Times New Roman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rgbClr val="808080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3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rgbClr val="808080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3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CERT9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ERT9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ERT9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ERT9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ERT9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ERT9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ERT9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cncert</Template>
  <TotalTime>0</TotalTime>
  <Words>80</Words>
  <Application>Microsoft Office PowerPoint</Application>
  <PresentationFormat>全屏显示(4:3)</PresentationFormat>
  <Paragraphs>20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Microsoft Yahei</vt:lpstr>
      <vt:lpstr>Times New Roman</vt:lpstr>
      <vt:lpstr>Wingdings</vt:lpstr>
      <vt:lpstr>CERT9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2017-09-11T06:02:55Z</dcterms:created>
  <dcterms:modified xsi:type="dcterms:W3CDTF">2025-12-15T08:56:35Z</dcterms:modified>
</cp:coreProperties>
</file>