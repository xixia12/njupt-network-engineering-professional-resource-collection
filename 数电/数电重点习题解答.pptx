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462" r:id="rId3"/>
    <p:sldId id="256" r:id="rId4"/>
    <p:sldId id="402" r:id="rId5"/>
    <p:sldId id="403" r:id="rId6"/>
    <p:sldId id="258" r:id="rId7"/>
    <p:sldId id="263" r:id="rId8"/>
    <p:sldId id="265" r:id="rId9"/>
    <p:sldId id="264" r:id="rId10"/>
    <p:sldId id="404" r:id="rId11"/>
    <p:sldId id="405" r:id="rId12"/>
    <p:sldId id="406" r:id="rId13"/>
    <p:sldId id="266" r:id="rId14"/>
    <p:sldId id="408" r:id="rId15"/>
    <p:sldId id="269" r:id="rId16"/>
    <p:sldId id="407" r:id="rId17"/>
    <p:sldId id="409" r:id="rId18"/>
    <p:sldId id="410" r:id="rId19"/>
    <p:sldId id="267" r:id="rId20"/>
    <p:sldId id="272" r:id="rId21"/>
    <p:sldId id="274" r:id="rId22"/>
    <p:sldId id="411" r:id="rId23"/>
    <p:sldId id="412" r:id="rId24"/>
    <p:sldId id="413" r:id="rId25"/>
    <p:sldId id="280" r:id="rId26"/>
    <p:sldId id="281" r:id="rId27"/>
    <p:sldId id="282" r:id="rId28"/>
    <p:sldId id="414" r:id="rId29"/>
    <p:sldId id="415" r:id="rId30"/>
    <p:sldId id="283" r:id="rId31"/>
    <p:sldId id="284" r:id="rId32"/>
    <p:sldId id="416" r:id="rId33"/>
    <p:sldId id="388" r:id="rId34"/>
    <p:sldId id="389" r:id="rId35"/>
    <p:sldId id="390" r:id="rId36"/>
    <p:sldId id="391" r:id="rId37"/>
    <p:sldId id="382" r:id="rId38"/>
    <p:sldId id="383" r:id="rId39"/>
    <p:sldId id="292" r:id="rId40"/>
    <p:sldId id="293" r:id="rId41"/>
    <p:sldId id="396" r:id="rId42"/>
    <p:sldId id="397" r:id="rId43"/>
    <p:sldId id="343" r:id="rId44"/>
    <p:sldId id="297" r:id="rId45"/>
    <p:sldId id="298" r:id="rId46"/>
    <p:sldId id="302" r:id="rId47"/>
    <p:sldId id="349" r:id="rId48"/>
    <p:sldId id="259" r:id="rId49"/>
    <p:sldId id="419" r:id="rId50"/>
    <p:sldId id="270" r:id="rId51"/>
    <p:sldId id="369" r:id="rId52"/>
    <p:sldId id="392" r:id="rId53"/>
    <p:sldId id="393" r:id="rId54"/>
    <p:sldId id="394" r:id="rId55"/>
    <p:sldId id="385" r:id="rId56"/>
    <p:sldId id="395" r:id="rId57"/>
    <p:sldId id="319" r:id="rId58"/>
    <p:sldId id="417" r:id="rId59"/>
    <p:sldId id="418" r:id="rId60"/>
    <p:sldId id="372" r:id="rId61"/>
    <p:sldId id="325" r:id="rId62"/>
    <p:sldId id="323" r:id="rId63"/>
    <p:sldId id="318" r:id="rId64"/>
  </p:sldIdLst>
  <p:sldSz cx="12192000" cy="6858000"/>
  <p:notesSz cx="6858000" cy="9144000"/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79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9" Type="http://schemas.openxmlformats.org/officeDocument/2006/relationships/tags" Target="tags/tag1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notesMaster" Target="notesMasters/notesMaster1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image" Target="../media/image30.wmf"/><Relationship Id="rId7" Type="http://schemas.openxmlformats.org/officeDocument/2006/relationships/image" Target="../media/image29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1.wmf"/><Relationship Id="rId8" Type="http://schemas.openxmlformats.org/officeDocument/2006/relationships/image" Target="../media/image40.wmf"/><Relationship Id="rId7" Type="http://schemas.openxmlformats.org/officeDocument/2006/relationships/image" Target="../media/image39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0" Type="http://schemas.openxmlformats.org/officeDocument/2006/relationships/image" Target="../media/image42.e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71.wmf"/><Relationship Id="rId7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3.emf"/><Relationship Id="rId6" Type="http://schemas.openxmlformats.org/officeDocument/2006/relationships/image" Target="../media/image102.wmf"/><Relationship Id="rId5" Type="http://schemas.openxmlformats.org/officeDocument/2006/relationships/image" Target="../media/image101.emf"/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A3BF-A2E9-46E8-AECB-5497D0D68D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BA5A3-33BB-4CB3-997B-7383029473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AC90C-73CC-4CF1-95EF-16EC938AEA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5F2A6-5339-42C4-A4A6-A829C6F337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4.bin"/><Relationship Id="rId20" Type="http://schemas.openxmlformats.org/officeDocument/2006/relationships/vmlDrawing" Target="../drawings/vmlDrawing2.vml"/><Relationship Id="rId2" Type="http://schemas.openxmlformats.org/officeDocument/2006/relationships/image" Target="../media/image3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15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2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6.wmf"/><Relationship Id="rId1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7.wmf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24.bin"/><Relationship Id="rId20" Type="http://schemas.openxmlformats.org/officeDocument/2006/relationships/vmlDrawing" Target="../drawings/vmlDrawing5.vml"/><Relationship Id="rId2" Type="http://schemas.openxmlformats.org/officeDocument/2006/relationships/image" Target="../media/image23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1.wmf"/><Relationship Id="rId17" Type="http://schemas.openxmlformats.org/officeDocument/2006/relationships/oleObject" Target="../embeddings/oleObject31.bin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29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28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7.wmf"/><Relationship Id="rId1" Type="http://schemas.openxmlformats.org/officeDocument/2006/relationships/oleObject" Target="../embeddings/oleObject23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3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34.bin"/><Relationship Id="rId22" Type="http://schemas.openxmlformats.org/officeDocument/2006/relationships/vmlDrawing" Target="../drawings/vmlDrawing7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42.emf"/><Relationship Id="rId2" Type="http://schemas.openxmlformats.org/officeDocument/2006/relationships/image" Target="../media/image33.wmf"/><Relationship Id="rId19" Type="http://schemas.openxmlformats.org/officeDocument/2006/relationships/oleObject" Target="../embeddings/oleObject42.bin"/><Relationship Id="rId18" Type="http://schemas.openxmlformats.org/officeDocument/2006/relationships/image" Target="../media/image41.wmf"/><Relationship Id="rId17" Type="http://schemas.openxmlformats.org/officeDocument/2006/relationships/oleObject" Target="../embeddings/oleObject41.bin"/><Relationship Id="rId16" Type="http://schemas.openxmlformats.org/officeDocument/2006/relationships/image" Target="../media/image40.wmf"/><Relationship Id="rId15" Type="http://schemas.openxmlformats.org/officeDocument/2006/relationships/oleObject" Target="../embeddings/oleObject40.bin"/><Relationship Id="rId14" Type="http://schemas.openxmlformats.org/officeDocument/2006/relationships/image" Target="../media/image39.wmf"/><Relationship Id="rId13" Type="http://schemas.openxmlformats.org/officeDocument/2006/relationships/oleObject" Target="../embeddings/oleObject39.bin"/><Relationship Id="rId12" Type="http://schemas.openxmlformats.org/officeDocument/2006/relationships/image" Target="../media/image38.wmf"/><Relationship Id="rId11" Type="http://schemas.openxmlformats.org/officeDocument/2006/relationships/oleObject" Target="../embeddings/oleObject38.bin"/><Relationship Id="rId10" Type="http://schemas.openxmlformats.org/officeDocument/2006/relationships/image" Target="../media/image37.wmf"/><Relationship Id="rId1" Type="http://schemas.openxmlformats.org/officeDocument/2006/relationships/oleObject" Target="../embeddings/oleObject3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3.wmf"/><Relationship Id="rId1" Type="http://schemas.openxmlformats.org/officeDocument/2006/relationships/oleObject" Target="../embeddings/oleObject43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6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51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46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2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oleObject" Target="../embeddings/oleObject53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7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6.wmf"/><Relationship Id="rId1" Type="http://schemas.openxmlformats.org/officeDocument/2006/relationships/oleObject" Target="../embeddings/oleObject54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wmf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57.bin"/><Relationship Id="rId20" Type="http://schemas.openxmlformats.org/officeDocument/2006/relationships/vmlDrawing" Target="../drawings/vmlDrawing13.vml"/><Relationship Id="rId2" Type="http://schemas.openxmlformats.org/officeDocument/2006/relationships/image" Target="../media/image64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72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71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70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56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6.wmf"/><Relationship Id="rId1" Type="http://schemas.openxmlformats.org/officeDocument/2006/relationships/oleObject" Target="../embeddings/oleObject65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7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0.wmf"/><Relationship Id="rId4" Type="http://schemas.openxmlformats.org/officeDocument/2006/relationships/oleObject" Target="../embeddings/oleObject67.bin"/><Relationship Id="rId3" Type="http://schemas.openxmlformats.org/officeDocument/2006/relationships/image" Target="../media/image79.wmf"/><Relationship Id="rId2" Type="http://schemas.openxmlformats.org/officeDocument/2006/relationships/oleObject" Target="../embeddings/oleObject66.bin"/><Relationship Id="rId1" Type="http://schemas.openxmlformats.org/officeDocument/2006/relationships/image" Target="../media/image78.png"/></Relationships>
</file>

<file path=ppt/slides/_rels/slide5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6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0.wmf"/><Relationship Id="rId4" Type="http://schemas.openxmlformats.org/officeDocument/2006/relationships/oleObject" Target="../embeddings/oleObject69.bin"/><Relationship Id="rId3" Type="http://schemas.openxmlformats.org/officeDocument/2006/relationships/image" Target="../media/image79.wmf"/><Relationship Id="rId2" Type="http://schemas.openxmlformats.org/officeDocument/2006/relationships/oleObject" Target="../embeddings/oleObject68.bin"/><Relationship Id="rId1" Type="http://schemas.openxmlformats.org/officeDocument/2006/relationships/image" Target="../media/image81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2.wmf"/><Relationship Id="rId1" Type="http://schemas.openxmlformats.org/officeDocument/2006/relationships/oleObject" Target="../embeddings/oleObject70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0.png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94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93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92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91.wmf"/><Relationship Id="rId14" Type="http://schemas.openxmlformats.org/officeDocument/2006/relationships/vmlDrawing" Target="../drawings/vmlDrawing1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6.w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95.wmf"/><Relationship Id="rId1" Type="http://schemas.openxmlformats.org/officeDocument/2006/relationships/oleObject" Target="../embeddings/oleObject71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97.wmf"/><Relationship Id="rId16" Type="http://schemas.openxmlformats.org/officeDocument/2006/relationships/vmlDrawing" Target="../drawings/vmlDrawing19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03.emf"/><Relationship Id="rId13" Type="http://schemas.openxmlformats.org/officeDocument/2006/relationships/oleObject" Target="../embeddings/oleObject83.bin"/><Relationship Id="rId12" Type="http://schemas.openxmlformats.org/officeDocument/2006/relationships/image" Target="../media/image102.wmf"/><Relationship Id="rId11" Type="http://schemas.openxmlformats.org/officeDocument/2006/relationships/oleObject" Target="../embeddings/oleObject82.bin"/><Relationship Id="rId10" Type="http://schemas.openxmlformats.org/officeDocument/2006/relationships/image" Target="../media/image101.emf"/><Relationship Id="rId1" Type="http://schemas.openxmlformats.org/officeDocument/2006/relationships/oleObject" Target="../embeddings/oleObject7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6F5651B-C759-4F1E-A990-1BAA68748BBF}" type="datetime3">
              <a:rPr lang="zh-CN" altLang="en-US" sz="1400" smtClean="0"/>
            </a:fld>
            <a:endParaRPr lang="en-US" altLang="zh-CN" sz="140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856DFBA-C708-4270-9E7B-EA612EEC38AC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95234" name="Rectangle 1026"/>
          <p:cNvSpPr>
            <a:spLocks noChangeArrowheads="1"/>
          </p:cNvSpPr>
          <p:nvPr/>
        </p:nvSpPr>
        <p:spPr bwMode="auto">
          <a:xfrm>
            <a:off x="1898650" y="1463675"/>
            <a:ext cx="83613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7925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7925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7925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7925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4800" b="1" dirty="0">
                <a:solidFill>
                  <a:srgbClr val="0000FF"/>
                </a:solidFill>
                <a:ea typeface="华文新魏" panose="02010800040101010101" pitchFamily="2" charset="-122"/>
              </a:rPr>
              <a:t>数字电路与逻辑设计</a:t>
            </a:r>
            <a:r>
              <a:rPr lang="en-US" altLang="zh-CN" sz="4800" b="1" dirty="0">
                <a:solidFill>
                  <a:srgbClr val="0000FF"/>
                </a:solidFill>
                <a:ea typeface="华文新魏" panose="02010800040101010101" pitchFamily="2" charset="-122"/>
              </a:rPr>
              <a:t>B</a:t>
            </a:r>
            <a:endParaRPr lang="en-US" altLang="zh-CN" sz="4800" b="1" dirty="0">
              <a:solidFill>
                <a:srgbClr val="0000FF"/>
              </a:solidFill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4800" b="1" noProof="1">
                <a:solidFill>
                  <a:srgbClr val="0000FF"/>
                </a:solidFill>
                <a:ea typeface="华文新魏" panose="02010800040101010101" pitchFamily="2" charset="-122"/>
              </a:rPr>
              <a:t>重点习题</a:t>
            </a:r>
            <a:r>
              <a:rPr lang="zh-CN" altLang="en-US" sz="4800" b="1" noProof="1">
                <a:solidFill>
                  <a:srgbClr val="0000FF"/>
                </a:solidFill>
                <a:ea typeface="华文新魏" panose="02010800040101010101" pitchFamily="2" charset="-122"/>
              </a:rPr>
              <a:t>解答</a:t>
            </a:r>
            <a:endParaRPr lang="zh-CN" altLang="en-US" sz="4800" b="1" noProof="1">
              <a:solidFill>
                <a:srgbClr val="0000FF"/>
              </a:solidFill>
              <a:ea typeface="华文新魏" panose="02010800040101010101" pitchFamily="2" charset="-122"/>
            </a:endParaRPr>
          </a:p>
        </p:txBody>
      </p:sp>
      <p:sp>
        <p:nvSpPr>
          <p:cNvPr id="95235" name="Text Box 102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4024313" y="3189288"/>
            <a:ext cx="414337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 u="sng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南京邮电大学</a:t>
            </a:r>
            <a:endParaRPr lang="zh-CN" altLang="en-US" sz="3600" b="1" u="sng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31424" name="Text Box 204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464903" y="4197350"/>
            <a:ext cx="7394713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 u="sng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电子与光学工程学院</a:t>
            </a:r>
            <a:endParaRPr lang="zh-CN" altLang="en-US" sz="3600" b="1" u="sng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31425" name="Text Box 2049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640773" y="4926013"/>
            <a:ext cx="485775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 u="sng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臧裕斌</a:t>
            </a:r>
            <a:endParaRPr lang="zh-CN" altLang="en-US" sz="3600" b="1" u="sng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8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6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4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2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9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6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231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3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2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1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231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bldLvl="0" animBg="1" autoUpdateAnimBg="0"/>
      <p:bldP spid="95235" grpId="0" advAuto="0" autoUpdateAnimBg="0" build="p"/>
      <p:bldP spid="231424" grpId="0" advAuto="0" autoUpdateAnimBg="0" build="p"/>
      <p:bldP spid="231425" grpId="0" advAuto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习题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15040" y="1219716"/>
          <a:ext cx="6048000" cy="5212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2000"/>
                <a:gridCol w="1620000"/>
                <a:gridCol w="1440000"/>
                <a:gridCol w="1476000"/>
              </a:tblGrid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十进制数</a:t>
                      </a:r>
                      <a:endParaRPr lang="zh-CN" sz="1800" kern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二进制数</a:t>
                      </a:r>
                      <a:endParaRPr lang="zh-CN" sz="1800" kern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八进制数</a:t>
                      </a:r>
                      <a:endParaRPr lang="zh-CN" sz="1800" kern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十六进制数</a:t>
                      </a:r>
                      <a:endParaRPr lang="zh-CN" sz="1800" kern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0000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54305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0001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0010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02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0011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03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0100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04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5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0101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05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5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6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0110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06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6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7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0111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07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7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8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1000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8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9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1001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9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1010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12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A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1011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13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B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12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1100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14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C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13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1101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15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D</a:t>
                      </a:r>
                      <a:endParaRPr lang="zh-CN" sz="1800" kern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14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1110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16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E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15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1111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17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F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16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1 0000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20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10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17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1 0001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>
                          <a:effectLst/>
                        </a:rPr>
                        <a:t>21</a:t>
                      </a:r>
                      <a:endParaRPr lang="zh-CN" sz="1800" kern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11</a:t>
                      </a:r>
                      <a:endParaRPr lang="zh-CN" sz="1800" kern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23776" y="480258"/>
            <a:ext cx="11817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1.4 </a:t>
            </a:r>
            <a:r>
              <a:rPr lang="zh-CN" altLang="zh-CN" sz="2400" b="1" dirty="0">
                <a:ea typeface="宋体" panose="02010600030101010101" pitchFamily="2" charset="-122"/>
              </a:rPr>
              <a:t>按十进制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0~17</a:t>
            </a:r>
            <a:r>
              <a:rPr lang="zh-CN" altLang="zh-CN" sz="2400" b="1" dirty="0">
                <a:ea typeface="宋体" panose="02010600030101010101" pitchFamily="2" charset="-122"/>
              </a:rPr>
              <a:t>的次序，列表填写出相应的二进制、八进制、十六进制数。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0046" y="659877"/>
            <a:ext cx="1117473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1.5  </a:t>
            </a:r>
            <a:r>
              <a:rPr lang="zh-CN" sz="2400" b="1" dirty="0">
                <a:ea typeface="宋体" panose="02010600030101010101" pitchFamily="2" charset="-122"/>
              </a:rPr>
              <a:t>二进制数</a:t>
            </a:r>
            <a:r>
              <a:rPr 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00000000~11111111</a:t>
            </a:r>
            <a:r>
              <a:rPr lang="zh-CN" sz="2400" b="1" dirty="0">
                <a:ea typeface="宋体" panose="02010600030101010101" pitchFamily="2" charset="-122"/>
              </a:rPr>
              <a:t>和</a:t>
            </a:r>
            <a:r>
              <a:rPr 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0000000000~1111111111</a:t>
            </a:r>
            <a:r>
              <a:rPr lang="zh-CN" sz="2400" b="1" dirty="0">
                <a:ea typeface="宋体" panose="02010600030101010101" pitchFamily="2" charset="-122"/>
              </a:rPr>
              <a:t>分别可以代表多少个数？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80046" y="1446956"/>
            <a:ext cx="1050988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sz="2400" dirty="0">
                <a:ea typeface="宋体" panose="02010600030101010101" pitchFamily="2" charset="-122"/>
              </a:rPr>
              <a:t>解：分别代表</a:t>
            </a:r>
            <a:r>
              <a:rPr 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=256</a:t>
            </a:r>
            <a:r>
              <a:rPr lang="zh-CN" sz="2400" dirty="0">
                <a:ea typeface="宋体" panose="02010600030101010101" pitchFamily="2" charset="-122"/>
              </a:rPr>
              <a:t>和</a:t>
            </a:r>
            <a:r>
              <a:rPr 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=1024</a:t>
            </a:r>
            <a:r>
              <a:rPr lang="zh-CN" sz="2400" dirty="0">
                <a:ea typeface="宋体" panose="02010600030101010101" pitchFamily="2" charset="-122"/>
              </a:rPr>
              <a:t>个数。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684545" y="758849"/>
            <a:ext cx="881401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1.7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将下列各数分别转换为二进制数。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227398" y="1466803"/>
            <a:ext cx="3811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(210)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(136)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(88)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26436" y="2563268"/>
            <a:ext cx="676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(210)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=(</a:t>
            </a:r>
            <a:r>
              <a:rPr lang="en-US" altLang="zh-CN" sz="2800" b="1" dirty="0">
                <a:solidFill>
                  <a:srgbClr val="3B812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010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001 </a:t>
            </a:r>
            <a:r>
              <a:rPr lang="en-US" altLang="zh-CN" sz="2800" b="1" dirty="0">
                <a:solidFill>
                  <a:srgbClr val="3B812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(10001000)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800" b="1" baseline="-30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515376" y="4215334"/>
            <a:ext cx="576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(88)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(</a:t>
            </a:r>
            <a:r>
              <a:rPr lang="en-US" altLang="zh-CN" sz="2800" b="1" dirty="0">
                <a:solidFill>
                  <a:srgbClr val="3B812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1000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1000)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(10001000)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800" b="1" baseline="-30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488079" y="3420399"/>
            <a:ext cx="7073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(136)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10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 (10001000)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b="1" baseline="-30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dirty="0"/>
              <a:t>第</a:t>
            </a:r>
            <a:r>
              <a:rPr lang="en-US" altLang="zh-CN" sz="6000" dirty="0"/>
              <a:t>2</a:t>
            </a:r>
            <a:r>
              <a:rPr lang="zh-CN" altLang="en-US" sz="6000" dirty="0"/>
              <a:t>章 习题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1"/>
          <p:cNvSpPr txBox="1">
            <a:spLocks noChangeArrowheads="1"/>
          </p:cNvSpPr>
          <p:nvPr/>
        </p:nvSpPr>
        <p:spPr bwMode="auto">
          <a:xfrm>
            <a:off x="755876" y="750660"/>
            <a:ext cx="109507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对下列函数，说明对输入变量的哪些取值组合使其输出为“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”。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Object 114"/>
          <p:cNvGraphicFramePr>
            <a:graphicFrameLocks noChangeAspect="1"/>
          </p:cNvGraphicFramePr>
          <p:nvPr/>
        </p:nvGraphicFramePr>
        <p:xfrm>
          <a:off x="1055914" y="1575933"/>
          <a:ext cx="42846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2032000" imgH="203200" progId="Equation.DSMT4">
                  <p:embed/>
                </p:oleObj>
              </mc:Choice>
              <mc:Fallback>
                <p:oleObj name="Equation" r:id="rId1" imgW="2032000" imgH="20320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914" y="1575933"/>
                        <a:ext cx="4284663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4"/>
          <p:cNvGraphicFramePr>
            <a:graphicFrameLocks noChangeAspect="1"/>
          </p:cNvGraphicFramePr>
          <p:nvPr/>
        </p:nvGraphicFramePr>
        <p:xfrm>
          <a:off x="1104221" y="2334533"/>
          <a:ext cx="50879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2413000" imgH="279400" progId="Equation.DSMT4">
                  <p:embed/>
                </p:oleObj>
              </mc:Choice>
              <mc:Fallback>
                <p:oleObj name="Equation" r:id="rId3" imgW="2413000" imgH="27940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221" y="2334533"/>
                        <a:ext cx="5087937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872343" y="3393275"/>
            <a:ext cx="11175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011 </a:t>
            </a:r>
            <a:endParaRPr lang="en-US" altLang="zh-CN" sz="2800" b="1" dirty="0"/>
          </a:p>
          <a:p>
            <a:r>
              <a:rPr lang="en-US" altLang="zh-CN" sz="2800" b="1" dirty="0"/>
              <a:t>101    </a:t>
            </a:r>
            <a:endParaRPr lang="en-US" altLang="zh-CN" sz="2800" b="1" dirty="0"/>
          </a:p>
          <a:p>
            <a:r>
              <a:rPr lang="en-US" altLang="zh-CN" sz="2800" b="1" dirty="0"/>
              <a:t>110</a:t>
            </a:r>
            <a:endParaRPr lang="en-US" altLang="zh-CN" sz="2800" b="1" dirty="0"/>
          </a:p>
          <a:p>
            <a:r>
              <a:rPr lang="en-US" altLang="zh-CN" sz="2800" b="1" dirty="0"/>
              <a:t>111  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841829" y="3454401"/>
            <a:ext cx="1030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</a:t>
            </a:r>
            <a:endParaRPr lang="zh-CN" altLang="en-US" sz="28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601581" y="3393275"/>
            <a:ext cx="1117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101    </a:t>
            </a:r>
            <a:endParaRPr lang="en-US" altLang="zh-CN" sz="28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5631543" y="3410858"/>
            <a:ext cx="1030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1"/>
          <p:cNvSpPr txBox="1">
            <a:spLocks noChangeArrowheads="1"/>
          </p:cNvSpPr>
          <p:nvPr/>
        </p:nvSpPr>
        <p:spPr bwMode="auto">
          <a:xfrm>
            <a:off x="748392" y="442572"/>
            <a:ext cx="7677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2.4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试直接写出下列各式的反演式和对偶式。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Object 114"/>
          <p:cNvGraphicFramePr>
            <a:graphicFrameLocks noChangeAspect="1"/>
          </p:cNvGraphicFramePr>
          <p:nvPr/>
        </p:nvGraphicFramePr>
        <p:xfrm>
          <a:off x="834486" y="1187111"/>
          <a:ext cx="5323246" cy="472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2654300" imgH="228600" progId="Equation.3">
                  <p:embed/>
                </p:oleObj>
              </mc:Choice>
              <mc:Fallback>
                <p:oleObj name="Equation" r:id="rId1" imgW="2654300" imgH="22860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486" y="1187111"/>
                        <a:ext cx="5323246" cy="4726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7"/>
          <p:cNvGraphicFramePr>
            <a:graphicFrameLocks noChangeAspect="1"/>
          </p:cNvGraphicFramePr>
          <p:nvPr/>
        </p:nvGraphicFramePr>
        <p:xfrm>
          <a:off x="831810" y="2378859"/>
          <a:ext cx="3812033" cy="531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2070100" imgH="279400" progId="Equation.3">
                  <p:embed/>
                </p:oleObj>
              </mc:Choice>
              <mc:Fallback>
                <p:oleObj name="Equation" r:id="rId3" imgW="2070100" imgH="2794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10" y="2378859"/>
                        <a:ext cx="3812033" cy="5311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8"/>
          <p:cNvGraphicFramePr>
            <a:graphicFrameLocks noChangeAspect="1"/>
          </p:cNvGraphicFramePr>
          <p:nvPr/>
        </p:nvGraphicFramePr>
        <p:xfrm>
          <a:off x="754064" y="3100326"/>
          <a:ext cx="6202322" cy="475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3073400" imgH="228600" progId="Equation.DSMT4">
                  <p:embed/>
                </p:oleObj>
              </mc:Choice>
              <mc:Fallback>
                <p:oleObj name="Equation" r:id="rId5" imgW="3073400" imgH="22860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4" y="3100326"/>
                        <a:ext cx="6202322" cy="4755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2"/>
          <p:cNvGraphicFramePr>
            <a:graphicFrameLocks noChangeAspect="1"/>
          </p:cNvGraphicFramePr>
          <p:nvPr/>
        </p:nvGraphicFramePr>
        <p:xfrm>
          <a:off x="1312662" y="3713955"/>
          <a:ext cx="5909940" cy="467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2781300" imgH="228600" progId="Equation.DSMT4">
                  <p:embed/>
                </p:oleObj>
              </mc:Choice>
              <mc:Fallback>
                <p:oleObj name="Equation" r:id="rId7" imgW="2781300" imgH="22860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662" y="3713955"/>
                        <a:ext cx="5909940" cy="4676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1122742" y="5723422"/>
          <a:ext cx="4589173" cy="528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2425700" imgH="279400" progId="Equation.DSMT4">
                  <p:embed/>
                </p:oleObj>
              </mc:Choice>
              <mc:Fallback>
                <p:oleObj name="Equation" r:id="rId9" imgW="2425700" imgH="27940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742" y="5723422"/>
                        <a:ext cx="4589173" cy="5285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6312061" y="5681917"/>
          <a:ext cx="4128303" cy="510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1" imgW="2260600" imgH="279400" progId="Equation.DSMT4">
                  <p:embed/>
                </p:oleObj>
              </mc:Choice>
              <mc:Fallback>
                <p:oleObj name="Equation" r:id="rId11" imgW="2260600" imgH="27940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061" y="5681917"/>
                        <a:ext cx="4128303" cy="5102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/>
          <p:nvPr/>
        </p:nvGraphicFramePr>
        <p:xfrm>
          <a:off x="1122742" y="4400747"/>
          <a:ext cx="6458676" cy="561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3" imgW="3695700" imgH="279400" progId="Equation.DSMT4">
                  <p:embed/>
                </p:oleObj>
              </mc:Choice>
              <mc:Fallback>
                <p:oleObj name="Equation" r:id="rId13" imgW="3695700" imgH="279400" progId="Equation.DSMT4">
                  <p:embed/>
                  <p:pic>
                    <p:nvPicPr>
                      <p:cNvPr id="0" name="Object 42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742" y="4400747"/>
                        <a:ext cx="6458676" cy="5614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/>
          <p:nvPr/>
        </p:nvGraphicFramePr>
        <p:xfrm>
          <a:off x="831810" y="1744371"/>
          <a:ext cx="61245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5" imgW="84124800" imgH="6400800" progId="Equation.DSMT4">
                  <p:embed/>
                </p:oleObj>
              </mc:Choice>
              <mc:Fallback>
                <p:oleObj name="Equation" r:id="rId15" imgW="84124800" imgH="6400800" progId="Equation.DSMT4">
                  <p:embed/>
                  <p:pic>
                    <p:nvPicPr>
                      <p:cNvPr id="0" name="对象 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10" y="1744371"/>
                        <a:ext cx="6124575" cy="536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/>
          <p:nvPr/>
        </p:nvGraphicFramePr>
        <p:xfrm>
          <a:off x="1312662" y="5178472"/>
          <a:ext cx="6129860" cy="437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7" imgW="3530600" imgH="266700" progId="Equation.DSMT4">
                  <p:embed/>
                </p:oleObj>
              </mc:Choice>
              <mc:Fallback>
                <p:oleObj name="Equation" r:id="rId17" imgW="3530600" imgH="266700" progId="Equation.DSMT4">
                  <p:embed/>
                  <p:pic>
                    <p:nvPicPr>
                      <p:cNvPr id="0" name="Object 430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662" y="5178472"/>
                        <a:ext cx="6129860" cy="4379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78078" y="1049765"/>
            <a:ext cx="43140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2.5 </a:t>
            </a:r>
            <a:r>
              <a:rPr lang="zh-CN" altLang="zh-CN" sz="2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用公式证明下列等式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zh-CN" sz="2800" b="1" noProof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78078" y="1794823"/>
          <a:ext cx="4644251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54559200" imgH="5486400" progId="Equation.DSMT4">
                  <p:embed/>
                </p:oleObj>
              </mc:Choice>
              <mc:Fallback>
                <p:oleObj name="Equation" r:id="rId1" imgW="54559200" imgH="5486400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8078" y="1794823"/>
                        <a:ext cx="4644251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806894" y="248466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——削项</a:t>
            </a:r>
            <a:endParaRPr lang="zh-CN" altLang="en-US" sz="24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87092" y="3189606"/>
          <a:ext cx="2253104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1155700" imgH="279400" progId="Equation.DSMT4">
                  <p:embed/>
                </p:oleObj>
              </mc:Choice>
              <mc:Fallback>
                <p:oleObj name="Equation" r:id="rId3" imgW="1155700" imgH="2794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092" y="3189606"/>
                        <a:ext cx="2253104" cy="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587092" y="3813139"/>
          <a:ext cx="1872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875665" imgH="215900" progId="Equation.DSMT4">
                  <p:embed/>
                </p:oleObj>
              </mc:Choice>
              <mc:Fallback>
                <p:oleObj name="Equation" r:id="rId5" imgW="875665" imgH="2159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092" y="3813139"/>
                        <a:ext cx="1872000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587092" y="4436672"/>
          <a:ext cx="151542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647700" imgH="203200" progId="Equation.DSMT4">
                  <p:embed/>
                </p:oleObj>
              </mc:Choice>
              <mc:Fallback>
                <p:oleObj name="Equation" r:id="rId7" imgW="647700" imgH="203200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092" y="4436672"/>
                        <a:ext cx="1515429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3591031" y="381313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——削去互补因子</a:t>
            </a:r>
            <a:endParaRPr lang="zh-CN" altLang="en-US" sz="2400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479517" y="2499494"/>
          <a:ext cx="3125253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9" imgW="35356800" imgH="4876800" progId="Equation.DSMT4">
                  <p:embed/>
                </p:oleObj>
              </mc:Choice>
              <mc:Fallback>
                <p:oleObj name="Equation" r:id="rId9" imgW="35356800" imgH="4876800" progId="Equation.DSMT4">
                  <p:embed/>
                  <p:pic>
                    <p:nvPicPr>
                      <p:cNvPr id="0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17" y="2499494"/>
                        <a:ext cx="3125253" cy="43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398682" y="1669676"/>
          <a:ext cx="2754913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33832800" imgH="6705600" progId="Equation.DSMT4">
                  <p:embed/>
                </p:oleObj>
              </mc:Choice>
              <mc:Fallback>
                <p:oleObj name="Equation" r:id="rId1" imgW="33832800" imgH="6705600" progId="Equation.DSMT4">
                  <p:embed/>
                  <p:pic>
                    <p:nvPicPr>
                      <p:cNvPr id="0" name="对象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682" y="1669676"/>
                        <a:ext cx="2754913" cy="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324851" y="2346253"/>
          <a:ext cx="3724139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905000" imgH="279400" progId="Equation.DSMT4">
                  <p:embed/>
                </p:oleObj>
              </mc:Choice>
              <mc:Fallback>
                <p:oleObj name="Equation" r:id="rId3" imgW="1905000" imgH="279400" progId="Equation.DSMT4">
                  <p:embed/>
                  <p:pic>
                    <p:nvPicPr>
                      <p:cNvPr id="0" name="对象 1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851" y="2346253"/>
                        <a:ext cx="3724139" cy="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324850" y="3022830"/>
          <a:ext cx="3418438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1600200" imgH="215900" progId="Equation.DSMT4">
                  <p:embed/>
                </p:oleObj>
              </mc:Choice>
              <mc:Fallback>
                <p:oleObj name="Equation" r:id="rId5" imgW="1600200" imgH="215900" progId="Equation.DSMT4">
                  <p:embed/>
                  <p:pic>
                    <p:nvPicPr>
                      <p:cNvPr id="0" name="对象 1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850" y="3022830"/>
                        <a:ext cx="3418438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324851" y="3627407"/>
          <a:ext cx="2982861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1384300" imgH="203200" progId="Equation.DSMT4">
                  <p:embed/>
                </p:oleObj>
              </mc:Choice>
              <mc:Fallback>
                <p:oleObj name="Equation" r:id="rId7" imgW="1384300" imgH="203200" progId="Equation.DSMT4">
                  <p:embed/>
                  <p:pic>
                    <p:nvPicPr>
                      <p:cNvPr id="0" name="对象 2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851" y="3627407"/>
                        <a:ext cx="2982861" cy="43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24851" y="4195982"/>
          <a:ext cx="2221715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9" imgW="24688800" imgH="4876800" progId="Equation.DSMT4">
                  <p:embed/>
                </p:oleObj>
              </mc:Choice>
              <mc:Fallback>
                <p:oleObj name="Equation" r:id="rId9" imgW="24688800" imgH="4876800" progId="Equation.DSMT4">
                  <p:embed/>
                  <p:pic>
                    <p:nvPicPr>
                      <p:cNvPr id="0" name="对象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851" y="4195982"/>
                        <a:ext cx="2221715" cy="43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4372928" y="1646789"/>
            <a:ext cx="30396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增加冗余因子</a:t>
            </a:r>
            <a:r>
              <a:rPr lang="en-US" altLang="zh-CN" sz="2400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BC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4881730" y="3029165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——削去互补因子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4372928" y="3719265"/>
            <a:ext cx="27318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削去</a:t>
            </a:r>
            <a:r>
              <a:rPr lang="zh-CN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多余项</a:t>
            </a:r>
            <a:r>
              <a:rPr lang="en-US" altLang="zh-CN" sz="2400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BC</a:t>
            </a:r>
            <a:endParaRPr lang="zh-CN" altLang="en-US" sz="2400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100883" y="909078"/>
          <a:ext cx="5104286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1" imgW="62484000" imgH="6705600" progId="Equation.DSMT4">
                  <p:embed/>
                </p:oleObj>
              </mc:Choice>
              <mc:Fallback>
                <p:oleObj name="Equation" r:id="rId11" imgW="62484000" imgH="6705600" progId="Equation.DSMT4">
                  <p:embed/>
                  <p:pic>
                    <p:nvPicPr>
                      <p:cNvPr id="0" name="对象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883" y="909078"/>
                        <a:ext cx="5104286" cy="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52488" y="1516063"/>
          <a:ext cx="69215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81076800" imgH="4876800" progId="Equation.DSMT4">
                  <p:embed/>
                </p:oleObj>
              </mc:Choice>
              <mc:Fallback>
                <p:oleObj name="Equation" r:id="rId1" imgW="81076800" imgH="4876800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1516063"/>
                        <a:ext cx="69215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93390" y="2138081"/>
          <a:ext cx="6886286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2946400" imgH="203200" progId="Equation.DSMT4">
                  <p:embed/>
                </p:oleObj>
              </mc:Choice>
              <mc:Fallback>
                <p:oleObj name="Equation" r:id="rId3" imgW="2946400" imgH="2032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390" y="2138081"/>
                        <a:ext cx="6886286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93390" y="2719666"/>
          <a:ext cx="666342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2844800" imgH="203200" progId="Equation.DSMT4">
                  <p:embed/>
                </p:oleObj>
              </mc:Choice>
              <mc:Fallback>
                <p:oleObj name="Equation" r:id="rId5" imgW="2844800" imgH="20320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390" y="2719666"/>
                        <a:ext cx="6663429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93390" y="3301251"/>
          <a:ext cx="666342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7" imgW="2844800" imgH="203200" progId="Equation.DSMT4">
                  <p:embed/>
                </p:oleObj>
              </mc:Choice>
              <mc:Fallback>
                <p:oleObj name="Equation" r:id="rId7" imgW="2844800" imgH="2032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390" y="3301251"/>
                        <a:ext cx="6663429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93390" y="3882836"/>
          <a:ext cx="5281714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9" imgW="2260600" imgH="203200" progId="Equation.DSMT4">
                  <p:embed/>
                </p:oleObj>
              </mc:Choice>
              <mc:Fallback>
                <p:oleObj name="Equation" r:id="rId9" imgW="2260600" imgH="203200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390" y="3882836"/>
                        <a:ext cx="5281714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93390" y="4464421"/>
          <a:ext cx="5058857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1" imgW="2159000" imgH="203200" progId="Equation.DSMT4">
                  <p:embed/>
                </p:oleObj>
              </mc:Choice>
              <mc:Fallback>
                <p:oleObj name="Equation" r:id="rId11" imgW="2159000" imgH="2032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390" y="4464421"/>
                        <a:ext cx="5058857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93390" y="5046006"/>
          <a:ext cx="3721714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3" imgW="1586865" imgH="203200" progId="Equation.DSMT4">
                  <p:embed/>
                </p:oleObj>
              </mc:Choice>
              <mc:Fallback>
                <p:oleObj name="Equation" r:id="rId13" imgW="1586865" imgH="203200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390" y="5046006"/>
                        <a:ext cx="3721714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93390" y="5627592"/>
          <a:ext cx="260742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5" imgW="1116965" imgH="203200" progId="Equation.DSMT4">
                  <p:embed/>
                </p:oleObj>
              </mc:Choice>
              <mc:Fallback>
                <p:oleObj name="Equation" r:id="rId15" imgW="1116965" imgH="203200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390" y="5627592"/>
                        <a:ext cx="2607429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8123255" y="1491068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合并相邻项</a:t>
            </a:r>
            <a:endParaRPr lang="zh-CN" altLang="en-US" sz="2400" dirty="0"/>
          </a:p>
        </p:txBody>
      </p:sp>
      <p:sp>
        <p:nvSpPr>
          <p:cNvPr id="19" name="矩形 18"/>
          <p:cNvSpPr/>
          <p:nvPr/>
        </p:nvSpPr>
        <p:spPr>
          <a:xfrm>
            <a:off x="7815479" y="2137581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——削去互补因子</a:t>
            </a:r>
            <a:endParaRPr lang="zh-CN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7556819" y="323328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——削项</a:t>
            </a:r>
            <a:endParaRPr lang="zh-CN" altLang="en-US" sz="2400" dirty="0"/>
          </a:p>
        </p:txBody>
      </p:sp>
      <p:sp>
        <p:nvSpPr>
          <p:cNvPr id="21" name="矩形 20"/>
          <p:cNvSpPr/>
          <p:nvPr/>
        </p:nvSpPr>
        <p:spPr>
          <a:xfrm>
            <a:off x="6175104" y="3879800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——削去互补因子</a:t>
            </a:r>
            <a:endParaRPr lang="zh-CN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5952247" y="4452014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合并相邻项</a:t>
            </a:r>
            <a:endParaRPr lang="zh-CN" altLang="en-US" sz="2400" dirty="0"/>
          </a:p>
        </p:txBody>
      </p:sp>
      <p:sp>
        <p:nvSpPr>
          <p:cNvPr id="23" name="矩形 22"/>
          <p:cNvSpPr/>
          <p:nvPr/>
        </p:nvSpPr>
        <p:spPr>
          <a:xfrm>
            <a:off x="4768491" y="5052341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削去</a:t>
            </a:r>
            <a:r>
              <a:rPr lang="zh-CN" altLang="zh-C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多余项</a:t>
            </a:r>
            <a:r>
              <a:rPr lang="en-US" altLang="zh-CN" sz="2400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ACD</a:t>
            </a:r>
            <a:endParaRPr lang="zh-CN" altLang="en-US" sz="2400" dirty="0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74663" y="774700"/>
          <a:ext cx="95773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7" imgW="112166400" imgH="5486400" progId="Equation.DSMT4">
                  <p:embed/>
                </p:oleObj>
              </mc:Choice>
              <mc:Fallback>
                <p:oleObj name="Equation" r:id="rId17" imgW="112166400" imgH="5486400" progId="Equation.DSMT4">
                  <p:embed/>
                  <p:pic>
                    <p:nvPicPr>
                      <p:cNvPr id="0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774700"/>
                        <a:ext cx="9577387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3084" y="388245"/>
            <a:ext cx="58625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/>
              <a:t>2.8</a:t>
            </a:r>
            <a:r>
              <a:rPr lang="en-US" altLang="zh-CN" sz="2800" dirty="0"/>
              <a:t> </a:t>
            </a:r>
            <a:r>
              <a:rPr lang="zh-CN" altLang="zh-CN" sz="2800" dirty="0"/>
              <a:t>将下列函数展开成最小项之和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778934" y="859345"/>
            <a:ext cx="7405511" cy="1306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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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553" name="Object 1"/>
          <p:cNvGraphicFramePr>
            <a:graphicFrameLocks noChangeAspect="1"/>
          </p:cNvGraphicFramePr>
          <p:nvPr/>
        </p:nvGraphicFramePr>
        <p:xfrm>
          <a:off x="871951" y="2268542"/>
          <a:ext cx="4869154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336800" imgH="279400" progId="Equation.DSMT4">
                  <p:embed/>
                </p:oleObj>
              </mc:Choice>
              <mc:Fallback>
                <p:oleObj name="Equation" r:id="rId1" imgW="2336800" imgH="2794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951" y="2268542"/>
                        <a:ext cx="4869154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801687" y="3008203"/>
            <a:ext cx="3821880" cy="523220"/>
          </a:xfrm>
          <a:prstGeom prst="rect">
            <a:avLst/>
          </a:prstGeom>
          <a:noFill/>
          <a:ln w="28575" cap="sq">
            <a:noFill/>
            <a:miter lim="800000"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(1)F(A,B,C)=A+BC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4553692" y="3016288"/>
            <a:ext cx="5323893" cy="523220"/>
          </a:xfrm>
          <a:prstGeom prst="rect">
            <a:avLst/>
          </a:prstGeom>
          <a:noFill/>
          <a:ln w="28575" cap="sq">
            <a:noFill/>
            <a:miter lim="800000"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=A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(C+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C)+(A+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A)BC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111947" y="3755711"/>
            <a:ext cx="6060192" cy="519112"/>
          </a:xfrm>
          <a:prstGeom prst="rect">
            <a:avLst/>
          </a:prstGeom>
          <a:noFill/>
          <a:ln w="28575" cap="sq">
            <a:noFill/>
            <a:miter lim="800000"/>
            <a:tailEnd type="none" w="sm" len="lg"/>
          </a:ln>
          <a:effectLst/>
        </p:spPr>
        <p:txBody>
          <a:bodyPr wrap="square" anchor="ctr">
            <a:spAutoFit/>
          </a:bodyPr>
          <a:lstStyle/>
          <a:p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ABC+A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C+A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BC+AB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C+ABC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8827432" y="3754892"/>
            <a:ext cx="2759089" cy="523220"/>
          </a:xfrm>
          <a:prstGeom prst="rect">
            <a:avLst/>
          </a:prstGeom>
          <a:noFill/>
          <a:ln w="28575" cap="sq">
            <a:noFill/>
            <a:miter lim="800000"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=∑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(3,4,5,6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,7) 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944848" y="4466973"/>
            <a:ext cx="5614037" cy="523220"/>
          </a:xfrm>
          <a:prstGeom prst="rect">
            <a:avLst/>
          </a:prstGeom>
          <a:noFill/>
          <a:ln w="28575" cap="sq">
            <a:noFill/>
            <a:miter lim="800000"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F(A,B,C,D)=(B+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)D+(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A+B) C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3200714" y="5060040"/>
            <a:ext cx="3504486" cy="523220"/>
          </a:xfrm>
          <a:prstGeom prst="rect">
            <a:avLst/>
          </a:prstGeom>
          <a:noFill/>
          <a:ln w="28575" cap="sq">
            <a:noFill/>
            <a:miter lim="800000"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=BD+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CD+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AC+BC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6413812" y="5037992"/>
            <a:ext cx="4554452" cy="523220"/>
          </a:xfrm>
          <a:prstGeom prst="rect">
            <a:avLst/>
          </a:prstGeom>
          <a:noFill/>
          <a:ln w="28575" cap="sq">
            <a:noFill/>
            <a:miter lim="800000"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=∑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(1,2,3,5,6,7,9,13,14,15) 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5738307" y="5764442"/>
            <a:ext cx="2220480" cy="523220"/>
          </a:xfrm>
          <a:prstGeom prst="rect">
            <a:avLst/>
          </a:prstGeom>
          <a:noFill/>
          <a:ln w="28575" cap="sq">
            <a:noFill/>
            <a:miter lim="800000"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=∑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(0,2,6) 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21"/>
          <p:cNvGrpSpPr/>
          <p:nvPr/>
        </p:nvGrpSpPr>
        <p:grpSpPr bwMode="auto">
          <a:xfrm>
            <a:off x="984967" y="5724385"/>
            <a:ext cx="4918075" cy="615950"/>
            <a:chOff x="667" y="2467"/>
            <a:chExt cx="3098" cy="388"/>
          </a:xfrm>
        </p:grpSpPr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2881" y="2467"/>
              <a:ext cx="7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>
              <a:off x="2905" y="2527"/>
              <a:ext cx="44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1951" y="2555"/>
              <a:ext cx="7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5"/>
            <p:cNvSpPr>
              <a:spLocks noChangeArrowheads="1"/>
            </p:cNvSpPr>
            <p:nvPr/>
          </p:nvSpPr>
          <p:spPr bwMode="auto">
            <a:xfrm>
              <a:off x="667" y="2525"/>
              <a:ext cx="3098" cy="330"/>
            </a:xfrm>
            <a:prstGeom prst="rect">
              <a:avLst/>
            </a:prstGeom>
            <a:noFill/>
            <a:ln w="28575" cap="sq">
              <a:noFill/>
              <a:miter lim="800000"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>
                <a:tabLst>
                  <a:tab pos="333375" algn="l"/>
                </a:tabLst>
              </a:pPr>
              <a:r>
                <a:rPr kumimoji="1"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 F(A,B,C)=A+B+C+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A+B+C</a:t>
              </a:r>
              <a:endPara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33951" y="856901"/>
          <a:ext cx="534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5346700" imgH="431800" progId="Equation.3">
                  <p:embed/>
                </p:oleObj>
              </mc:Choice>
              <mc:Fallback>
                <p:oleObj name="Equation" r:id="rId1" imgW="53467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951" y="856901"/>
                        <a:ext cx="5346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1917844" y="1721664"/>
          <a:ext cx="3302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3302000" imgH="419100" progId="Equation.3">
                  <p:embed/>
                </p:oleObj>
              </mc:Choice>
              <mc:Fallback>
                <p:oleObj name="Equation" r:id="rId3" imgW="33020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844" y="1721664"/>
                        <a:ext cx="33020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177001" y="1272738"/>
            <a:ext cx="290512" cy="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tailEnd type="none" w="sm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3897851" y="1272738"/>
            <a:ext cx="668337" cy="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tailEnd type="none" w="sm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2791363" y="1267975"/>
            <a:ext cx="631825" cy="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tailEnd type="none" w="sm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5713951" y="1272738"/>
            <a:ext cx="290512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  <a:tailEnd type="none" w="sm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934488" y="1272738"/>
            <a:ext cx="42068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  <a:tailEnd type="none" w="sm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347727" y="1778814"/>
          <a:ext cx="1130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5" imgW="1129665" imgH="304800" progId="Equation.3">
                  <p:embed/>
                </p:oleObj>
              </mc:Choice>
              <mc:Fallback>
                <p:oleObj name="Equation" r:id="rId5" imgW="1129665" imgH="304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727" y="1778814"/>
                        <a:ext cx="1130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185115" y="2646839"/>
          <a:ext cx="6591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7" imgW="6591300" imgH="419100" progId="Equation.3">
                  <p:embed/>
                </p:oleObj>
              </mc:Choice>
              <mc:Fallback>
                <p:oleObj name="Equation" r:id="rId7" imgW="6591300" imgH="419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115" y="2646839"/>
                        <a:ext cx="6591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/>
        </p:nvGraphicFramePr>
        <p:xfrm>
          <a:off x="1567877" y="3249649"/>
          <a:ext cx="425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9" imgW="4254500" imgH="419100" progId="Equation.3">
                  <p:embed/>
                </p:oleObj>
              </mc:Choice>
              <mc:Fallback>
                <p:oleObj name="Equation" r:id="rId9" imgW="4254500" imgH="419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877" y="3249649"/>
                        <a:ext cx="4254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/>
        </p:nvGraphicFramePr>
        <p:xfrm>
          <a:off x="5967192" y="3249649"/>
          <a:ext cx="2781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1" imgW="2781300" imgH="419100" progId="Equation.3">
                  <p:embed/>
                </p:oleObj>
              </mc:Choice>
              <mc:Fallback>
                <p:oleObj name="Equation" r:id="rId11" imgW="27813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192" y="3249649"/>
                        <a:ext cx="2781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5"/>
          <p:cNvGraphicFramePr>
            <a:graphicFrameLocks noChangeAspect="1"/>
          </p:cNvGraphicFramePr>
          <p:nvPr/>
        </p:nvGraphicFramePr>
        <p:xfrm>
          <a:off x="8826104" y="3249649"/>
          <a:ext cx="171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3" imgW="1714500" imgH="419100" progId="Equation.3">
                  <p:embed/>
                </p:oleObj>
              </mc:Choice>
              <mc:Fallback>
                <p:oleObj name="Equation" r:id="rId13" imgW="1714500" imgH="419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104" y="3249649"/>
                        <a:ext cx="1714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2393377" y="3675717"/>
            <a:ext cx="420687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none" w="sm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 flipV="1">
            <a:off x="3185539" y="3675717"/>
            <a:ext cx="6905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none" w="sm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Object 18"/>
          <p:cNvGraphicFramePr>
            <a:graphicFrameLocks noChangeAspect="1"/>
          </p:cNvGraphicFramePr>
          <p:nvPr/>
        </p:nvGraphicFramePr>
        <p:xfrm>
          <a:off x="1620089" y="4017028"/>
          <a:ext cx="379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15" imgW="3797300" imgH="419100" progId="Equation.3">
                  <p:embed/>
                </p:oleObj>
              </mc:Choice>
              <mc:Fallback>
                <p:oleObj name="Equation" r:id="rId15" imgW="3797300" imgH="4191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089" y="4017028"/>
                        <a:ext cx="3797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9"/>
          <p:cNvGraphicFramePr>
            <a:graphicFrameLocks noChangeAspect="1"/>
          </p:cNvGraphicFramePr>
          <p:nvPr/>
        </p:nvGraphicFramePr>
        <p:xfrm>
          <a:off x="5529396" y="4055128"/>
          <a:ext cx="247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7" imgW="2476500" imgH="342900" progId="Equation.3">
                  <p:embed/>
                </p:oleObj>
              </mc:Choice>
              <mc:Fallback>
                <p:oleObj name="Equation" r:id="rId17" imgW="2476500" imgH="3429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396" y="4055128"/>
                        <a:ext cx="2476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0"/>
          <p:cNvGraphicFramePr>
            <a:graphicFrameLocks noChangeAspect="1"/>
          </p:cNvGraphicFramePr>
          <p:nvPr/>
        </p:nvGraphicFramePr>
        <p:xfrm>
          <a:off x="8127428" y="4055128"/>
          <a:ext cx="1663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9" imgW="34224595" imgH="7054215" progId="Equation.3">
                  <p:embed/>
                </p:oleObj>
              </mc:Choice>
              <mc:Fallback>
                <p:oleObj name="Equation" r:id="rId19" imgW="34224595" imgH="705421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7428" y="4055128"/>
                        <a:ext cx="1663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72534" y="477293"/>
            <a:ext cx="10464800" cy="2031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26987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2.10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试用公式法把下列各表达式化简为最简与或式。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2698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ABC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BC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  <a:sym typeface="Symbol" panose="05050102010706020507" pitchFamily="18" charset="2"/>
            </a:endParaRPr>
          </a:p>
          <a:p>
            <a:pPr marL="0" marR="0" lvl="0" indent="2698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=(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800" b="0" i="1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81505" y="2730126"/>
            <a:ext cx="4516438" cy="714375"/>
            <a:chOff x="681505" y="2730126"/>
            <a:chExt cx="4516438" cy="714375"/>
          </a:xfrm>
        </p:grpSpPr>
        <p:sp>
          <p:nvSpPr>
            <p:cNvPr id="26" name="Line 49"/>
            <p:cNvSpPr>
              <a:spLocks noChangeShapeType="1"/>
            </p:cNvSpPr>
            <p:nvPr/>
          </p:nvSpPr>
          <p:spPr bwMode="auto">
            <a:xfrm>
              <a:off x="1785004" y="2847601"/>
              <a:ext cx="14716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50"/>
            <p:cNvSpPr>
              <a:spLocks noChangeShapeType="1"/>
            </p:cNvSpPr>
            <p:nvPr/>
          </p:nvSpPr>
          <p:spPr bwMode="auto">
            <a:xfrm>
              <a:off x="1788179" y="2730126"/>
              <a:ext cx="32908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53"/>
            <p:cNvSpPr>
              <a:spLocks noChangeShapeType="1"/>
            </p:cNvSpPr>
            <p:nvPr/>
          </p:nvSpPr>
          <p:spPr bwMode="auto">
            <a:xfrm>
              <a:off x="1785004" y="2847601"/>
              <a:ext cx="14716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54"/>
            <p:cNvSpPr>
              <a:spLocks noChangeArrowheads="1"/>
            </p:cNvSpPr>
            <p:nvPr/>
          </p:nvSpPr>
          <p:spPr bwMode="auto">
            <a:xfrm>
              <a:off x="681505" y="2920626"/>
              <a:ext cx="4516438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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0" name="Line 55"/>
            <p:cNvSpPr>
              <a:spLocks noChangeShapeType="1"/>
            </p:cNvSpPr>
            <p:nvPr/>
          </p:nvSpPr>
          <p:spPr bwMode="auto">
            <a:xfrm>
              <a:off x="3520141" y="2847601"/>
              <a:ext cx="15430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Rectangle 57"/>
          <p:cNvSpPr>
            <a:spLocks noChangeArrowheads="1"/>
          </p:cNvSpPr>
          <p:nvPr/>
        </p:nvSpPr>
        <p:spPr bwMode="auto">
          <a:xfrm>
            <a:off x="688695" y="3658814"/>
            <a:ext cx="6772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1"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Group 62"/>
          <p:cNvGrpSpPr/>
          <p:nvPr/>
        </p:nvGrpSpPr>
        <p:grpSpPr bwMode="auto">
          <a:xfrm>
            <a:off x="723900" y="4392239"/>
            <a:ext cx="4829174" cy="712788"/>
            <a:chOff x="515" y="2836"/>
            <a:chExt cx="3042" cy="449"/>
          </a:xfrm>
        </p:grpSpPr>
        <p:sp>
          <p:nvSpPr>
            <p:cNvPr id="33" name="Line 58"/>
            <p:cNvSpPr>
              <a:spLocks noChangeShapeType="1"/>
            </p:cNvSpPr>
            <p:nvPr/>
          </p:nvSpPr>
          <p:spPr bwMode="auto">
            <a:xfrm>
              <a:off x="1211" y="2930"/>
              <a:ext cx="8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60"/>
            <p:cNvSpPr>
              <a:spLocks noChangeArrowheads="1"/>
            </p:cNvSpPr>
            <p:nvPr/>
          </p:nvSpPr>
          <p:spPr bwMode="auto">
            <a:xfrm>
              <a:off x="515" y="2955"/>
              <a:ext cx="304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" name="Line 61"/>
            <p:cNvSpPr>
              <a:spLocks noChangeShapeType="1"/>
            </p:cNvSpPr>
            <p:nvPr/>
          </p:nvSpPr>
          <p:spPr bwMode="auto">
            <a:xfrm>
              <a:off x="1194" y="2836"/>
              <a:ext cx="2245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1244600" y="1596559"/>
            <a:ext cx="40831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1230313" y="2253784"/>
            <a:ext cx="5216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1168400" y="2909422"/>
            <a:ext cx="57823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1166813" y="3568234"/>
            <a:ext cx="39036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kumimoji="1"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1166813" y="4977558"/>
            <a:ext cx="42653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再展开，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738981" y="490913"/>
            <a:ext cx="4516438" cy="714375"/>
            <a:chOff x="681505" y="2730126"/>
            <a:chExt cx="4516438" cy="714375"/>
          </a:xfrm>
        </p:grpSpPr>
        <p:sp>
          <p:nvSpPr>
            <p:cNvPr id="27" name="Line 49"/>
            <p:cNvSpPr>
              <a:spLocks noChangeShapeType="1"/>
            </p:cNvSpPr>
            <p:nvPr/>
          </p:nvSpPr>
          <p:spPr bwMode="auto">
            <a:xfrm>
              <a:off x="1785004" y="2847601"/>
              <a:ext cx="14716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50"/>
            <p:cNvSpPr>
              <a:spLocks noChangeShapeType="1"/>
            </p:cNvSpPr>
            <p:nvPr/>
          </p:nvSpPr>
          <p:spPr bwMode="auto">
            <a:xfrm>
              <a:off x="1788179" y="2730126"/>
              <a:ext cx="32908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53"/>
            <p:cNvSpPr>
              <a:spLocks noChangeShapeType="1"/>
            </p:cNvSpPr>
            <p:nvPr/>
          </p:nvSpPr>
          <p:spPr bwMode="auto">
            <a:xfrm>
              <a:off x="1785004" y="2847601"/>
              <a:ext cx="14716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54"/>
            <p:cNvSpPr>
              <a:spLocks noChangeArrowheads="1"/>
            </p:cNvSpPr>
            <p:nvPr/>
          </p:nvSpPr>
          <p:spPr bwMode="auto">
            <a:xfrm>
              <a:off x="681505" y="2920626"/>
              <a:ext cx="4516438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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1" name="Line 55"/>
            <p:cNvSpPr>
              <a:spLocks noChangeShapeType="1"/>
            </p:cNvSpPr>
            <p:nvPr/>
          </p:nvSpPr>
          <p:spPr bwMode="auto">
            <a:xfrm>
              <a:off x="3520141" y="2847601"/>
              <a:ext cx="15430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1166813" y="4227046"/>
            <a:ext cx="30412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kumimoji="1"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5245063" y="4977558"/>
            <a:ext cx="41644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endParaRPr kumimoji="1"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"/>
          <p:cNvSpPr>
            <a:spLocks noChangeArrowheads="1"/>
          </p:cNvSpPr>
          <p:nvPr/>
        </p:nvSpPr>
        <p:spPr bwMode="auto">
          <a:xfrm>
            <a:off x="702142" y="698407"/>
            <a:ext cx="71962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1"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063532" y="1490663"/>
            <a:ext cx="73997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898431" y="2280865"/>
            <a:ext cx="63620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999461" y="3038848"/>
            <a:ext cx="58330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999461" y="3721149"/>
            <a:ext cx="3817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999461" y="4447706"/>
            <a:ext cx="29129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999461" y="5174263"/>
            <a:ext cx="25362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2"/>
          <p:cNvGrpSpPr/>
          <p:nvPr/>
        </p:nvGrpSpPr>
        <p:grpSpPr bwMode="auto">
          <a:xfrm>
            <a:off x="1046630" y="922897"/>
            <a:ext cx="4829174" cy="712788"/>
            <a:chOff x="515" y="2836"/>
            <a:chExt cx="3042" cy="449"/>
          </a:xfrm>
        </p:grpSpPr>
        <p:sp>
          <p:nvSpPr>
            <p:cNvPr id="3" name="Line 58"/>
            <p:cNvSpPr>
              <a:spLocks noChangeShapeType="1"/>
            </p:cNvSpPr>
            <p:nvPr/>
          </p:nvSpPr>
          <p:spPr bwMode="auto">
            <a:xfrm>
              <a:off x="1211" y="2930"/>
              <a:ext cx="8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60"/>
            <p:cNvSpPr>
              <a:spLocks noChangeArrowheads="1"/>
            </p:cNvSpPr>
            <p:nvPr/>
          </p:nvSpPr>
          <p:spPr bwMode="auto">
            <a:xfrm>
              <a:off x="515" y="2955"/>
              <a:ext cx="304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" name="Line 61"/>
            <p:cNvSpPr>
              <a:spLocks noChangeShapeType="1"/>
            </p:cNvSpPr>
            <p:nvPr/>
          </p:nvSpPr>
          <p:spPr bwMode="auto">
            <a:xfrm>
              <a:off x="1194" y="2836"/>
              <a:ext cx="2245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263183" y="3734548"/>
            <a:ext cx="50722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=(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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271120" y="4533060"/>
            <a:ext cx="31769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274295" y="5284414"/>
            <a:ext cx="2003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394945" y="2017339"/>
            <a:ext cx="4474302" cy="573554"/>
            <a:chOff x="1394945" y="2017339"/>
            <a:chExt cx="4474302" cy="573554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394945" y="2067673"/>
              <a:ext cx="44743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=(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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3533308" y="2017339"/>
              <a:ext cx="203993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371133" y="2861889"/>
            <a:ext cx="5072222" cy="551329"/>
            <a:chOff x="1371133" y="2861889"/>
            <a:chExt cx="5072222" cy="551329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371133" y="2889998"/>
              <a:ext cx="50722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=(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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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>
              <a:off x="4511207" y="2861889"/>
              <a:ext cx="14760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40"/>
          <p:cNvSpPr txBox="1">
            <a:spLocks noChangeArrowheads="1"/>
          </p:cNvSpPr>
          <p:nvPr/>
        </p:nvSpPr>
        <p:spPr bwMode="auto">
          <a:xfrm>
            <a:off x="272698" y="494242"/>
            <a:ext cx="785530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2.11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用卡诺图法把下列函数 化简为最简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</a:rPr>
              <a:t>与或式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" name="Object 154"/>
          <p:cNvGraphicFramePr>
            <a:graphicFrameLocks noChangeAspect="1"/>
          </p:cNvGraphicFramePr>
          <p:nvPr/>
        </p:nvGraphicFramePr>
        <p:xfrm>
          <a:off x="1074913" y="1222020"/>
          <a:ext cx="4210056" cy="550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943100" imgH="254000" progId="Equation.DSMT4">
                  <p:embed/>
                </p:oleObj>
              </mc:Choice>
              <mc:Fallback>
                <p:oleObj name="Equation" r:id="rId1" imgW="1943100" imgH="2540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913" y="1222020"/>
                        <a:ext cx="4210056" cy="5503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Group 5"/>
          <p:cNvGrpSpPr/>
          <p:nvPr/>
        </p:nvGrpSpPr>
        <p:grpSpPr bwMode="auto">
          <a:xfrm>
            <a:off x="3781425" y="2203450"/>
            <a:ext cx="3455988" cy="1839913"/>
            <a:chOff x="1440" y="713"/>
            <a:chExt cx="2177" cy="1159"/>
          </a:xfrm>
        </p:grpSpPr>
        <p:sp>
          <p:nvSpPr>
            <p:cNvPr id="52" name="Rectangle 6"/>
            <p:cNvSpPr>
              <a:spLocks noChangeArrowheads="1"/>
            </p:cNvSpPr>
            <p:nvPr/>
          </p:nvSpPr>
          <p:spPr bwMode="auto">
            <a:xfrm>
              <a:off x="1553" y="905"/>
              <a:ext cx="432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77825" marR="0" lvl="0" indent="-377825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3" name="Group 7"/>
            <p:cNvGrpSpPr/>
            <p:nvPr/>
          </p:nvGrpSpPr>
          <p:grpSpPr bwMode="auto">
            <a:xfrm>
              <a:off x="1440" y="713"/>
              <a:ext cx="2177" cy="1159"/>
              <a:chOff x="1440" y="713"/>
              <a:chExt cx="2177" cy="1159"/>
            </a:xfrm>
          </p:grpSpPr>
          <p:sp>
            <p:nvSpPr>
              <p:cNvPr id="54" name="Rectangle 8"/>
              <p:cNvSpPr>
                <a:spLocks noChangeArrowheads="1"/>
              </p:cNvSpPr>
              <p:nvPr/>
            </p:nvSpPr>
            <p:spPr bwMode="auto">
              <a:xfrm>
                <a:off x="3233" y="1536"/>
                <a:ext cx="384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Rectangle 9"/>
              <p:cNvSpPr>
                <a:spLocks noChangeArrowheads="1"/>
              </p:cNvSpPr>
              <p:nvPr/>
            </p:nvSpPr>
            <p:spPr bwMode="auto">
              <a:xfrm>
                <a:off x="2849" y="1536"/>
                <a:ext cx="384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Rectangle 10"/>
              <p:cNvSpPr>
                <a:spLocks noChangeArrowheads="1"/>
              </p:cNvSpPr>
              <p:nvPr/>
            </p:nvSpPr>
            <p:spPr bwMode="auto">
              <a:xfrm>
                <a:off x="2417" y="1536"/>
                <a:ext cx="432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Rectangle 11"/>
              <p:cNvSpPr>
                <a:spLocks noChangeArrowheads="1"/>
              </p:cNvSpPr>
              <p:nvPr/>
            </p:nvSpPr>
            <p:spPr bwMode="auto">
              <a:xfrm>
                <a:off x="1985" y="1536"/>
                <a:ext cx="432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12"/>
              <p:cNvSpPr>
                <a:spLocks noChangeArrowheads="1"/>
              </p:cNvSpPr>
              <p:nvPr/>
            </p:nvSpPr>
            <p:spPr bwMode="auto">
              <a:xfrm>
                <a:off x="1553" y="1536"/>
                <a:ext cx="432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3399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3399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Rectangle 13"/>
              <p:cNvSpPr>
                <a:spLocks noChangeArrowheads="1"/>
              </p:cNvSpPr>
              <p:nvPr/>
            </p:nvSpPr>
            <p:spPr bwMode="auto">
              <a:xfrm>
                <a:off x="3233" y="1205"/>
                <a:ext cx="384" cy="331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Rectangle 14"/>
              <p:cNvSpPr>
                <a:spLocks noChangeArrowheads="1"/>
              </p:cNvSpPr>
              <p:nvPr/>
            </p:nvSpPr>
            <p:spPr bwMode="auto">
              <a:xfrm>
                <a:off x="2849" y="1205"/>
                <a:ext cx="384" cy="331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Rectangle 15"/>
              <p:cNvSpPr>
                <a:spLocks noChangeArrowheads="1"/>
              </p:cNvSpPr>
              <p:nvPr/>
            </p:nvSpPr>
            <p:spPr bwMode="auto">
              <a:xfrm>
                <a:off x="2417" y="1205"/>
                <a:ext cx="432" cy="331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Rectangle 16"/>
              <p:cNvSpPr>
                <a:spLocks noChangeArrowheads="1"/>
              </p:cNvSpPr>
              <p:nvPr/>
            </p:nvSpPr>
            <p:spPr bwMode="auto">
              <a:xfrm>
                <a:off x="1985" y="1205"/>
                <a:ext cx="432" cy="331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Rectangle 17"/>
              <p:cNvSpPr>
                <a:spLocks noChangeArrowheads="1"/>
              </p:cNvSpPr>
              <p:nvPr/>
            </p:nvSpPr>
            <p:spPr bwMode="auto">
              <a:xfrm>
                <a:off x="1553" y="1205"/>
                <a:ext cx="432" cy="331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3399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3399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Rectangle 18"/>
              <p:cNvSpPr>
                <a:spLocks noChangeArrowheads="1"/>
              </p:cNvSpPr>
              <p:nvPr/>
            </p:nvSpPr>
            <p:spPr bwMode="auto">
              <a:xfrm>
                <a:off x="3233" y="905"/>
                <a:ext cx="384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3399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3399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Rectangle 19"/>
              <p:cNvSpPr>
                <a:spLocks noChangeArrowheads="1"/>
              </p:cNvSpPr>
              <p:nvPr/>
            </p:nvSpPr>
            <p:spPr bwMode="auto">
              <a:xfrm>
                <a:off x="2849" y="905"/>
                <a:ext cx="384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3399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3399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Rectangle 20"/>
              <p:cNvSpPr>
                <a:spLocks noChangeArrowheads="1"/>
              </p:cNvSpPr>
              <p:nvPr/>
            </p:nvSpPr>
            <p:spPr bwMode="auto">
              <a:xfrm>
                <a:off x="2417" y="905"/>
                <a:ext cx="432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3399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3399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Rectangle 21"/>
              <p:cNvSpPr>
                <a:spLocks noChangeArrowheads="1"/>
              </p:cNvSpPr>
              <p:nvPr/>
            </p:nvSpPr>
            <p:spPr bwMode="auto">
              <a:xfrm>
                <a:off x="1985" y="905"/>
                <a:ext cx="432" cy="300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8255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3399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3399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Line 22"/>
              <p:cNvSpPr>
                <a:spLocks noChangeShapeType="1"/>
              </p:cNvSpPr>
              <p:nvPr/>
            </p:nvSpPr>
            <p:spPr bwMode="auto">
              <a:xfrm>
                <a:off x="1553" y="905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Line 23"/>
              <p:cNvSpPr>
                <a:spLocks noChangeShapeType="1"/>
              </p:cNvSpPr>
              <p:nvPr/>
            </p:nvSpPr>
            <p:spPr bwMode="auto">
              <a:xfrm>
                <a:off x="1553" y="1872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Line 24"/>
              <p:cNvSpPr>
                <a:spLocks noChangeShapeType="1"/>
              </p:cNvSpPr>
              <p:nvPr/>
            </p:nvSpPr>
            <p:spPr bwMode="auto">
              <a:xfrm>
                <a:off x="1553" y="905"/>
                <a:ext cx="0" cy="30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Line 25"/>
              <p:cNvSpPr>
                <a:spLocks noChangeShapeType="1"/>
              </p:cNvSpPr>
              <p:nvPr/>
            </p:nvSpPr>
            <p:spPr bwMode="auto">
              <a:xfrm>
                <a:off x="3617" y="905"/>
                <a:ext cx="0" cy="30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Line 26"/>
              <p:cNvSpPr>
                <a:spLocks noChangeShapeType="1"/>
              </p:cNvSpPr>
              <p:nvPr/>
            </p:nvSpPr>
            <p:spPr bwMode="auto">
              <a:xfrm>
                <a:off x="1553" y="905"/>
                <a:ext cx="432" cy="300"/>
              </a:xfrm>
              <a:prstGeom prst="line">
                <a:avLst/>
              </a:prstGeom>
              <a:noFill/>
              <a:ln w="28575" cap="rnd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Line 27"/>
              <p:cNvSpPr>
                <a:spLocks noChangeShapeType="1"/>
              </p:cNvSpPr>
              <p:nvPr/>
            </p:nvSpPr>
            <p:spPr bwMode="auto">
              <a:xfrm>
                <a:off x="1985" y="905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Line 28"/>
              <p:cNvSpPr>
                <a:spLocks noChangeShapeType="1"/>
              </p:cNvSpPr>
              <p:nvPr/>
            </p:nvSpPr>
            <p:spPr bwMode="auto">
              <a:xfrm>
                <a:off x="1553" y="1205"/>
                <a:ext cx="0" cy="331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Line 29"/>
              <p:cNvSpPr>
                <a:spLocks noChangeShapeType="1"/>
              </p:cNvSpPr>
              <p:nvPr/>
            </p:nvSpPr>
            <p:spPr bwMode="auto">
              <a:xfrm>
                <a:off x="1985" y="1205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Line 30"/>
              <p:cNvSpPr>
                <a:spLocks noChangeShapeType="1"/>
              </p:cNvSpPr>
              <p:nvPr/>
            </p:nvSpPr>
            <p:spPr bwMode="auto">
              <a:xfrm>
                <a:off x="1985" y="1205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Line 31"/>
              <p:cNvSpPr>
                <a:spLocks noChangeShapeType="1"/>
              </p:cNvSpPr>
              <p:nvPr/>
            </p:nvSpPr>
            <p:spPr bwMode="auto">
              <a:xfrm>
                <a:off x="2417" y="905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Line 32"/>
              <p:cNvSpPr>
                <a:spLocks noChangeShapeType="1"/>
              </p:cNvSpPr>
              <p:nvPr/>
            </p:nvSpPr>
            <p:spPr bwMode="auto">
              <a:xfrm>
                <a:off x="2417" y="1205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Line 33"/>
              <p:cNvSpPr>
                <a:spLocks noChangeShapeType="1"/>
              </p:cNvSpPr>
              <p:nvPr/>
            </p:nvSpPr>
            <p:spPr bwMode="auto">
              <a:xfrm>
                <a:off x="2849" y="905"/>
                <a:ext cx="384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Line 34"/>
              <p:cNvSpPr>
                <a:spLocks noChangeShapeType="1"/>
              </p:cNvSpPr>
              <p:nvPr/>
            </p:nvSpPr>
            <p:spPr bwMode="auto">
              <a:xfrm>
                <a:off x="2849" y="1205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Line 35"/>
              <p:cNvSpPr>
                <a:spLocks noChangeShapeType="1"/>
              </p:cNvSpPr>
              <p:nvPr/>
            </p:nvSpPr>
            <p:spPr bwMode="auto">
              <a:xfrm>
                <a:off x="3233" y="905"/>
                <a:ext cx="384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Line 36"/>
              <p:cNvSpPr>
                <a:spLocks noChangeShapeType="1"/>
              </p:cNvSpPr>
              <p:nvPr/>
            </p:nvSpPr>
            <p:spPr bwMode="auto">
              <a:xfrm>
                <a:off x="3233" y="1205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Line 37"/>
              <p:cNvSpPr>
                <a:spLocks noChangeShapeType="1"/>
              </p:cNvSpPr>
              <p:nvPr/>
            </p:nvSpPr>
            <p:spPr bwMode="auto">
              <a:xfrm>
                <a:off x="3617" y="1205"/>
                <a:ext cx="0" cy="667"/>
              </a:xfrm>
              <a:prstGeom prst="line">
                <a:avLst/>
              </a:prstGeom>
              <a:noFill/>
              <a:ln w="28575" cap="sq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Line 38"/>
              <p:cNvSpPr>
                <a:spLocks noChangeShapeType="1"/>
              </p:cNvSpPr>
              <p:nvPr/>
            </p:nvSpPr>
            <p:spPr bwMode="auto">
              <a:xfrm>
                <a:off x="1553" y="1536"/>
                <a:ext cx="0" cy="336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Line 39"/>
              <p:cNvSpPr>
                <a:spLocks noChangeShapeType="1"/>
              </p:cNvSpPr>
              <p:nvPr/>
            </p:nvSpPr>
            <p:spPr bwMode="auto">
              <a:xfrm>
                <a:off x="1985" y="1536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Line 40"/>
              <p:cNvSpPr>
                <a:spLocks noChangeShapeType="1"/>
              </p:cNvSpPr>
              <p:nvPr/>
            </p:nvSpPr>
            <p:spPr bwMode="auto">
              <a:xfrm>
                <a:off x="1985" y="1872"/>
                <a:ext cx="1632" cy="0"/>
              </a:xfrm>
              <a:prstGeom prst="line">
                <a:avLst/>
              </a:prstGeom>
              <a:noFill/>
              <a:ln w="28575" cap="sq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Text Box 41"/>
              <p:cNvSpPr txBox="1">
                <a:spLocks noChangeArrowheads="1"/>
              </p:cNvSpPr>
              <p:nvPr/>
            </p:nvSpPr>
            <p:spPr bwMode="auto">
              <a:xfrm>
                <a:off x="1440" y="1010"/>
                <a:ext cx="257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Text Box 42"/>
              <p:cNvSpPr txBox="1">
                <a:spLocks noChangeArrowheads="1"/>
              </p:cNvSpPr>
              <p:nvPr/>
            </p:nvSpPr>
            <p:spPr bwMode="auto">
              <a:xfrm>
                <a:off x="1697" y="713"/>
                <a:ext cx="432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89" name="AutoShape 43"/>
          <p:cNvSpPr/>
          <p:nvPr/>
        </p:nvSpPr>
        <p:spPr bwMode="auto">
          <a:xfrm>
            <a:off x="4668838" y="3044825"/>
            <a:ext cx="498475" cy="411163"/>
          </a:xfrm>
          <a:prstGeom prst="rightBracket">
            <a:avLst>
              <a:gd name="adj" fmla="val 8333"/>
            </a:avLst>
          </a:prstGeom>
          <a:noFill/>
          <a:ln w="28575" cap="sq">
            <a:solidFill>
              <a:srgbClr val="CC0066"/>
            </a:solidFill>
            <a:round/>
            <a:tailEnd type="none" w="sm" len="lg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0" name="AutoShape 44"/>
          <p:cNvSpPr/>
          <p:nvPr/>
        </p:nvSpPr>
        <p:spPr bwMode="auto">
          <a:xfrm flipH="1">
            <a:off x="6729413" y="3044825"/>
            <a:ext cx="498475" cy="411163"/>
          </a:xfrm>
          <a:prstGeom prst="rightBracket">
            <a:avLst>
              <a:gd name="adj" fmla="val 8333"/>
            </a:avLst>
          </a:prstGeom>
          <a:noFill/>
          <a:ln w="28575" cap="sq">
            <a:solidFill>
              <a:srgbClr val="CC0066"/>
            </a:solidFill>
            <a:round/>
            <a:tailEnd type="none" w="sm" len="lg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1" name="AutoShape 45"/>
          <p:cNvSpPr>
            <a:spLocks noChangeArrowheads="1"/>
          </p:cNvSpPr>
          <p:nvPr/>
        </p:nvSpPr>
        <p:spPr bwMode="auto">
          <a:xfrm>
            <a:off x="5507038" y="3571875"/>
            <a:ext cx="990600" cy="427038"/>
          </a:xfrm>
          <a:prstGeom prst="roundRect">
            <a:avLst>
              <a:gd name="adj" fmla="val 16667"/>
            </a:avLst>
          </a:prstGeom>
          <a:noFill/>
          <a:ln w="28575" cap="sq">
            <a:solidFill>
              <a:srgbClr val="3399FF"/>
            </a:solidFill>
            <a:round/>
            <a:tailEnd type="none" w="sm" len="lg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2" name="AutoShape 46"/>
          <p:cNvSpPr>
            <a:spLocks noChangeArrowheads="1"/>
          </p:cNvSpPr>
          <p:nvPr/>
        </p:nvSpPr>
        <p:spPr bwMode="auto">
          <a:xfrm>
            <a:off x="4821238" y="3059289"/>
            <a:ext cx="1066800" cy="891822"/>
          </a:xfrm>
          <a:prstGeom prst="roundRect">
            <a:avLst>
              <a:gd name="adj" fmla="val 16667"/>
            </a:avLst>
          </a:prstGeom>
          <a:noFill/>
          <a:ln w="28575" cap="sq">
            <a:solidFill>
              <a:srgbClr val="FF00FF"/>
            </a:solidFill>
            <a:round/>
            <a:tailEnd type="none" w="sm" len="lg"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93" name="Object 47"/>
          <p:cNvGraphicFramePr>
            <a:graphicFrameLocks noChangeAspect="1"/>
          </p:cNvGraphicFramePr>
          <p:nvPr/>
        </p:nvGraphicFramePr>
        <p:xfrm>
          <a:off x="4265613" y="4722813"/>
          <a:ext cx="152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524000" imgH="393700" progId="Equation.3">
                  <p:embed/>
                </p:oleObj>
              </mc:Choice>
              <mc:Fallback>
                <p:oleObj name="Equation" r:id="rId3" imgW="1524000" imgH="3937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5613" y="4722813"/>
                        <a:ext cx="1524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48"/>
          <p:cNvGraphicFramePr>
            <a:graphicFrameLocks noChangeAspect="1"/>
          </p:cNvGraphicFramePr>
          <p:nvPr/>
        </p:nvGraphicFramePr>
        <p:xfrm>
          <a:off x="5943600" y="4697413"/>
          <a:ext cx="231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2311400" imgH="419100" progId="Equation.3">
                  <p:embed/>
                </p:oleObj>
              </mc:Choice>
              <mc:Fallback>
                <p:oleObj name="Equation" r:id="rId5" imgW="2311400" imgH="4191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697413"/>
                        <a:ext cx="23114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 autoUpdateAnimBg="0"/>
      <p:bldP spid="90" grpId="0" animBg="1" autoUpdateAnimBg="0"/>
      <p:bldP spid="91" grpId="0" animBg="1" autoUpdateAnimBg="0"/>
      <p:bldP spid="92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8"/>
          <p:cNvSpPr txBox="1">
            <a:spLocks noChangeArrowheads="1"/>
          </p:cNvSpPr>
          <p:nvPr/>
        </p:nvSpPr>
        <p:spPr bwMode="auto">
          <a:xfrm>
            <a:off x="498475" y="547159"/>
            <a:ext cx="16986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2.15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已知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" name="Object 69"/>
          <p:cNvGraphicFramePr>
            <a:graphicFrameLocks noChangeAspect="1"/>
          </p:cNvGraphicFramePr>
          <p:nvPr/>
        </p:nvGraphicFramePr>
        <p:xfrm>
          <a:off x="2074510" y="560917"/>
          <a:ext cx="5702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5702300" imgH="508000" progId="Equation.3">
                  <p:embed/>
                </p:oleObj>
              </mc:Choice>
              <mc:Fallback>
                <p:oleObj name="Equation" r:id="rId1" imgW="5702300" imgH="508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510" y="560917"/>
                        <a:ext cx="5702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0"/>
          <p:cNvGraphicFramePr>
            <a:graphicFrameLocks noChangeAspect="1"/>
          </p:cNvGraphicFramePr>
          <p:nvPr/>
        </p:nvGraphicFramePr>
        <p:xfrm>
          <a:off x="1261886" y="1317625"/>
          <a:ext cx="5537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5537200" imgH="508000" progId="Equation.3">
                  <p:embed/>
                </p:oleObj>
              </mc:Choice>
              <mc:Fallback>
                <p:oleObj name="Equation" r:id="rId3" imgW="5537200" imgH="508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886" y="1317625"/>
                        <a:ext cx="55372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1"/>
          <p:cNvGraphicFramePr>
            <a:graphicFrameLocks noChangeAspect="1"/>
          </p:cNvGraphicFramePr>
          <p:nvPr/>
        </p:nvGraphicFramePr>
        <p:xfrm>
          <a:off x="6913210" y="1304219"/>
          <a:ext cx="224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2247900" imgH="431800" progId="Equation.3">
                  <p:embed/>
                </p:oleObj>
              </mc:Choice>
              <mc:Fallback>
                <p:oleObj name="Equation" r:id="rId5" imgW="2247900" imgH="431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210" y="1304219"/>
                        <a:ext cx="2247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2"/>
          <p:cNvGraphicFramePr>
            <a:graphicFrameLocks noChangeAspect="1"/>
          </p:cNvGraphicFramePr>
          <p:nvPr/>
        </p:nvGraphicFramePr>
        <p:xfrm>
          <a:off x="9094788" y="1307924"/>
          <a:ext cx="244718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2273300" imgH="406400" progId="Equation.DSMT4">
                  <p:embed/>
                </p:oleObj>
              </mc:Choice>
              <mc:Fallback>
                <p:oleObj name="Equation" r:id="rId7" imgW="2273300" imgH="4064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4788" y="1307924"/>
                        <a:ext cx="2447180" cy="406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4"/>
          <p:cNvGraphicFramePr>
            <a:graphicFrameLocks noChangeAspect="1"/>
          </p:cNvGraphicFramePr>
          <p:nvPr/>
        </p:nvGraphicFramePr>
        <p:xfrm>
          <a:off x="718961" y="2228850"/>
          <a:ext cx="7797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7797800" imgH="431800" progId="Equation.3">
                  <p:embed/>
                </p:oleObj>
              </mc:Choice>
              <mc:Fallback>
                <p:oleObj name="Equation" r:id="rId9" imgW="7797800" imgH="4318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961" y="2228850"/>
                        <a:ext cx="7797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9" name="Group 2"/>
          <p:cNvGrpSpPr/>
          <p:nvPr/>
        </p:nvGrpSpPr>
        <p:grpSpPr bwMode="auto">
          <a:xfrm>
            <a:off x="687036" y="2831042"/>
            <a:ext cx="3455987" cy="1803400"/>
            <a:chOff x="511" y="1056"/>
            <a:chExt cx="2177" cy="1136"/>
          </a:xfrm>
        </p:grpSpPr>
        <p:sp>
          <p:nvSpPr>
            <p:cNvPr id="130" name="Rectangle 3"/>
            <p:cNvSpPr>
              <a:spLocks noChangeArrowheads="1"/>
            </p:cNvSpPr>
            <p:nvPr/>
          </p:nvSpPr>
          <p:spPr bwMode="auto">
            <a:xfrm>
              <a:off x="2304" y="1856"/>
              <a:ext cx="384" cy="33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endParaRPr>
            </a:p>
          </p:txBody>
        </p:sp>
        <p:sp>
          <p:nvSpPr>
            <p:cNvPr id="131" name="Rectangle 4"/>
            <p:cNvSpPr>
              <a:spLocks noChangeArrowheads="1"/>
            </p:cNvSpPr>
            <p:nvPr/>
          </p:nvSpPr>
          <p:spPr bwMode="auto">
            <a:xfrm>
              <a:off x="1920" y="1856"/>
              <a:ext cx="384" cy="33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Rectangle 5"/>
            <p:cNvSpPr>
              <a:spLocks noChangeArrowheads="1"/>
            </p:cNvSpPr>
            <p:nvPr/>
          </p:nvSpPr>
          <p:spPr bwMode="auto">
            <a:xfrm>
              <a:off x="1488" y="1856"/>
              <a:ext cx="432" cy="33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6"/>
            <p:cNvSpPr>
              <a:spLocks noChangeArrowheads="1"/>
            </p:cNvSpPr>
            <p:nvPr/>
          </p:nvSpPr>
          <p:spPr bwMode="auto">
            <a:xfrm>
              <a:off x="1056" y="1856"/>
              <a:ext cx="432" cy="33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Rectangle 7"/>
            <p:cNvSpPr>
              <a:spLocks noChangeArrowheads="1"/>
            </p:cNvSpPr>
            <p:nvPr/>
          </p:nvSpPr>
          <p:spPr bwMode="auto">
            <a:xfrm>
              <a:off x="624" y="1856"/>
              <a:ext cx="432" cy="33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Rectangle 8"/>
            <p:cNvSpPr>
              <a:spLocks noChangeArrowheads="1"/>
            </p:cNvSpPr>
            <p:nvPr/>
          </p:nvSpPr>
          <p:spPr bwMode="auto">
            <a:xfrm>
              <a:off x="2304" y="1554"/>
              <a:ext cx="384" cy="30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Rectangle 9"/>
            <p:cNvSpPr>
              <a:spLocks noChangeArrowheads="1"/>
            </p:cNvSpPr>
            <p:nvPr/>
          </p:nvSpPr>
          <p:spPr bwMode="auto">
            <a:xfrm>
              <a:off x="1920" y="1554"/>
              <a:ext cx="384" cy="30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Rectangle 10"/>
            <p:cNvSpPr>
              <a:spLocks noChangeArrowheads="1"/>
            </p:cNvSpPr>
            <p:nvPr/>
          </p:nvSpPr>
          <p:spPr bwMode="auto">
            <a:xfrm>
              <a:off x="1488" y="1554"/>
              <a:ext cx="432" cy="30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8" name="Rectangle 11"/>
            <p:cNvSpPr>
              <a:spLocks noChangeArrowheads="1"/>
            </p:cNvSpPr>
            <p:nvPr/>
          </p:nvSpPr>
          <p:spPr bwMode="auto">
            <a:xfrm>
              <a:off x="1056" y="1554"/>
              <a:ext cx="432" cy="30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endParaRPr>
            </a:p>
          </p:txBody>
        </p:sp>
        <p:sp>
          <p:nvSpPr>
            <p:cNvPr id="139" name="Rectangle 12"/>
            <p:cNvSpPr>
              <a:spLocks noChangeArrowheads="1"/>
            </p:cNvSpPr>
            <p:nvPr/>
          </p:nvSpPr>
          <p:spPr bwMode="auto">
            <a:xfrm>
              <a:off x="624" y="1554"/>
              <a:ext cx="432" cy="30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Rectangle 13"/>
            <p:cNvSpPr>
              <a:spLocks noChangeArrowheads="1"/>
            </p:cNvSpPr>
            <p:nvPr/>
          </p:nvSpPr>
          <p:spPr bwMode="auto">
            <a:xfrm>
              <a:off x="2304" y="1248"/>
              <a:ext cx="384" cy="30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Rectangle 14"/>
            <p:cNvSpPr>
              <a:spLocks noChangeArrowheads="1"/>
            </p:cNvSpPr>
            <p:nvPr/>
          </p:nvSpPr>
          <p:spPr bwMode="auto">
            <a:xfrm>
              <a:off x="1920" y="1248"/>
              <a:ext cx="384" cy="30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Rectangle 15"/>
            <p:cNvSpPr>
              <a:spLocks noChangeArrowheads="1"/>
            </p:cNvSpPr>
            <p:nvPr/>
          </p:nvSpPr>
          <p:spPr bwMode="auto">
            <a:xfrm>
              <a:off x="1488" y="1248"/>
              <a:ext cx="432" cy="30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01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Rectangle 16"/>
            <p:cNvSpPr>
              <a:spLocks noChangeArrowheads="1"/>
            </p:cNvSpPr>
            <p:nvPr/>
          </p:nvSpPr>
          <p:spPr bwMode="auto">
            <a:xfrm>
              <a:off x="1056" y="1248"/>
              <a:ext cx="432" cy="30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00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Rectangle 17"/>
            <p:cNvSpPr>
              <a:spLocks noChangeArrowheads="1"/>
            </p:cNvSpPr>
            <p:nvPr/>
          </p:nvSpPr>
          <p:spPr bwMode="auto">
            <a:xfrm>
              <a:off x="624" y="1248"/>
              <a:ext cx="432" cy="30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Line 18"/>
            <p:cNvSpPr>
              <a:spLocks noChangeShapeType="1"/>
            </p:cNvSpPr>
            <p:nvPr/>
          </p:nvSpPr>
          <p:spPr bwMode="auto">
            <a:xfrm>
              <a:off x="624" y="1248"/>
              <a:ext cx="432" cy="0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Line 19"/>
            <p:cNvSpPr>
              <a:spLocks noChangeShapeType="1"/>
            </p:cNvSpPr>
            <p:nvPr/>
          </p:nvSpPr>
          <p:spPr bwMode="auto">
            <a:xfrm>
              <a:off x="624" y="2192"/>
              <a:ext cx="432" cy="0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Line 20"/>
            <p:cNvSpPr>
              <a:spLocks noChangeShapeType="1"/>
            </p:cNvSpPr>
            <p:nvPr/>
          </p:nvSpPr>
          <p:spPr bwMode="auto">
            <a:xfrm>
              <a:off x="624" y="1248"/>
              <a:ext cx="0" cy="306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Line 21"/>
            <p:cNvSpPr>
              <a:spLocks noChangeShapeType="1"/>
            </p:cNvSpPr>
            <p:nvPr/>
          </p:nvSpPr>
          <p:spPr bwMode="auto">
            <a:xfrm>
              <a:off x="2688" y="1248"/>
              <a:ext cx="0" cy="306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Line 22"/>
            <p:cNvSpPr>
              <a:spLocks noChangeShapeType="1"/>
            </p:cNvSpPr>
            <p:nvPr/>
          </p:nvSpPr>
          <p:spPr bwMode="auto">
            <a:xfrm>
              <a:off x="624" y="1248"/>
              <a:ext cx="432" cy="306"/>
            </a:xfrm>
            <a:prstGeom prst="line">
              <a:avLst/>
            </a:prstGeom>
            <a:noFill/>
            <a:ln w="28575" cap="rnd">
              <a:solidFill>
                <a:srgbClr val="0033CC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Line 23"/>
            <p:cNvSpPr>
              <a:spLocks noChangeShapeType="1"/>
            </p:cNvSpPr>
            <p:nvPr/>
          </p:nvSpPr>
          <p:spPr bwMode="auto">
            <a:xfrm>
              <a:off x="1056" y="1248"/>
              <a:ext cx="432" cy="0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Line 24"/>
            <p:cNvSpPr>
              <a:spLocks noChangeShapeType="1"/>
            </p:cNvSpPr>
            <p:nvPr/>
          </p:nvSpPr>
          <p:spPr bwMode="auto">
            <a:xfrm>
              <a:off x="624" y="1554"/>
              <a:ext cx="0" cy="302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Line 25"/>
            <p:cNvSpPr>
              <a:spLocks noChangeShapeType="1"/>
            </p:cNvSpPr>
            <p:nvPr/>
          </p:nvSpPr>
          <p:spPr bwMode="auto">
            <a:xfrm>
              <a:off x="1056" y="1554"/>
              <a:ext cx="0" cy="638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Line 26"/>
            <p:cNvSpPr>
              <a:spLocks noChangeShapeType="1"/>
            </p:cNvSpPr>
            <p:nvPr/>
          </p:nvSpPr>
          <p:spPr bwMode="auto">
            <a:xfrm>
              <a:off x="1056" y="1554"/>
              <a:ext cx="1632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Line 27"/>
            <p:cNvSpPr>
              <a:spLocks noChangeShapeType="1"/>
            </p:cNvSpPr>
            <p:nvPr/>
          </p:nvSpPr>
          <p:spPr bwMode="auto">
            <a:xfrm>
              <a:off x="1488" y="1248"/>
              <a:ext cx="432" cy="0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Line 28"/>
            <p:cNvSpPr>
              <a:spLocks noChangeShapeType="1"/>
            </p:cNvSpPr>
            <p:nvPr/>
          </p:nvSpPr>
          <p:spPr bwMode="auto">
            <a:xfrm>
              <a:off x="1488" y="1554"/>
              <a:ext cx="0" cy="638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Line 29"/>
            <p:cNvSpPr>
              <a:spLocks noChangeShapeType="1"/>
            </p:cNvSpPr>
            <p:nvPr/>
          </p:nvSpPr>
          <p:spPr bwMode="auto">
            <a:xfrm>
              <a:off x="1920" y="1248"/>
              <a:ext cx="384" cy="0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Line 30"/>
            <p:cNvSpPr>
              <a:spLocks noChangeShapeType="1"/>
            </p:cNvSpPr>
            <p:nvPr/>
          </p:nvSpPr>
          <p:spPr bwMode="auto">
            <a:xfrm>
              <a:off x="1920" y="1554"/>
              <a:ext cx="0" cy="638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Line 31"/>
            <p:cNvSpPr>
              <a:spLocks noChangeShapeType="1"/>
            </p:cNvSpPr>
            <p:nvPr/>
          </p:nvSpPr>
          <p:spPr bwMode="auto">
            <a:xfrm>
              <a:off x="2304" y="1248"/>
              <a:ext cx="384" cy="0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Line 32"/>
            <p:cNvSpPr>
              <a:spLocks noChangeShapeType="1"/>
            </p:cNvSpPr>
            <p:nvPr/>
          </p:nvSpPr>
          <p:spPr bwMode="auto">
            <a:xfrm>
              <a:off x="2304" y="1554"/>
              <a:ext cx="0" cy="638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Line 33"/>
            <p:cNvSpPr>
              <a:spLocks noChangeShapeType="1"/>
            </p:cNvSpPr>
            <p:nvPr/>
          </p:nvSpPr>
          <p:spPr bwMode="auto">
            <a:xfrm>
              <a:off x="2688" y="1554"/>
              <a:ext cx="0" cy="638"/>
            </a:xfrm>
            <a:prstGeom prst="line">
              <a:avLst/>
            </a:prstGeom>
            <a:noFill/>
            <a:ln w="28575" cap="sq">
              <a:solidFill>
                <a:srgbClr val="0033CC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Line 34"/>
            <p:cNvSpPr>
              <a:spLocks noChangeShapeType="1"/>
            </p:cNvSpPr>
            <p:nvPr/>
          </p:nvSpPr>
          <p:spPr bwMode="auto">
            <a:xfrm>
              <a:off x="624" y="1856"/>
              <a:ext cx="0" cy="336"/>
            </a:xfrm>
            <a:prstGeom prst="line">
              <a:avLst/>
            </a:prstGeom>
            <a:noFill/>
            <a:ln w="28575" cap="sq">
              <a:noFill/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Line 35"/>
            <p:cNvSpPr>
              <a:spLocks noChangeShapeType="1"/>
            </p:cNvSpPr>
            <p:nvPr/>
          </p:nvSpPr>
          <p:spPr bwMode="auto">
            <a:xfrm>
              <a:off x="1056" y="1856"/>
              <a:ext cx="1632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Line 36"/>
            <p:cNvSpPr>
              <a:spLocks noChangeShapeType="1"/>
            </p:cNvSpPr>
            <p:nvPr/>
          </p:nvSpPr>
          <p:spPr bwMode="auto">
            <a:xfrm>
              <a:off x="1056" y="2192"/>
              <a:ext cx="1632" cy="0"/>
            </a:xfrm>
            <a:prstGeom prst="line">
              <a:avLst/>
            </a:prstGeom>
            <a:noFill/>
            <a:ln w="28575" cap="sq">
              <a:solidFill>
                <a:srgbClr val="0033CC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Text Box 37"/>
            <p:cNvSpPr txBox="1">
              <a:spLocks noChangeArrowheads="1"/>
            </p:cNvSpPr>
            <p:nvPr/>
          </p:nvSpPr>
          <p:spPr bwMode="auto">
            <a:xfrm>
              <a:off x="511" y="1353"/>
              <a:ext cx="257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65" name="Text Box 38"/>
            <p:cNvSpPr txBox="1">
              <a:spLocks noChangeArrowheads="1"/>
            </p:cNvSpPr>
            <p:nvPr/>
          </p:nvSpPr>
          <p:spPr bwMode="auto">
            <a:xfrm>
              <a:off x="768" y="1056"/>
              <a:ext cx="43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BC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6" name="Group 39"/>
          <p:cNvGrpSpPr/>
          <p:nvPr/>
        </p:nvGrpSpPr>
        <p:grpSpPr bwMode="auto">
          <a:xfrm>
            <a:off x="8383236" y="2852386"/>
            <a:ext cx="3455987" cy="1803400"/>
            <a:chOff x="1711" y="2257"/>
            <a:chExt cx="2177" cy="1136"/>
          </a:xfrm>
        </p:grpSpPr>
        <p:sp>
          <p:nvSpPr>
            <p:cNvPr id="167" name="Rectangle 40"/>
            <p:cNvSpPr>
              <a:spLocks noChangeArrowheads="1"/>
            </p:cNvSpPr>
            <p:nvPr/>
          </p:nvSpPr>
          <p:spPr bwMode="auto">
            <a:xfrm>
              <a:off x="1824" y="2449"/>
              <a:ext cx="432" cy="30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lIns="19050" tIns="19050" rIns="19050" bIns="19050" anchor="ctr" anchorCtr="1"/>
            <a:lstStyle/>
            <a:p>
              <a:pPr marL="342900" marR="0" lvl="0" indent="-34290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68" name="Group 41"/>
            <p:cNvGrpSpPr/>
            <p:nvPr/>
          </p:nvGrpSpPr>
          <p:grpSpPr bwMode="auto">
            <a:xfrm>
              <a:off x="1711" y="2257"/>
              <a:ext cx="2177" cy="1136"/>
              <a:chOff x="1711" y="2257"/>
              <a:chExt cx="2177" cy="1136"/>
            </a:xfrm>
          </p:grpSpPr>
          <p:sp>
            <p:nvSpPr>
              <p:cNvPr id="169" name="Rectangle 42"/>
              <p:cNvSpPr>
                <a:spLocks noChangeArrowheads="1"/>
              </p:cNvSpPr>
              <p:nvPr/>
            </p:nvSpPr>
            <p:spPr bwMode="auto">
              <a:xfrm>
                <a:off x="3504" y="3057"/>
                <a:ext cx="384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Times New Roman" panose="02020603050405020304" pitchFamily="18" charset="0"/>
                  </a:rPr>
                  <a:t>Ø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Rectangle 43"/>
              <p:cNvSpPr>
                <a:spLocks noChangeArrowheads="1"/>
              </p:cNvSpPr>
              <p:nvPr/>
            </p:nvSpPr>
            <p:spPr bwMode="auto">
              <a:xfrm>
                <a:off x="3120" y="3057"/>
                <a:ext cx="384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" name="Rectangle 44"/>
              <p:cNvSpPr>
                <a:spLocks noChangeArrowheads="1"/>
              </p:cNvSpPr>
              <p:nvPr/>
            </p:nvSpPr>
            <p:spPr bwMode="auto">
              <a:xfrm>
                <a:off x="2688" y="3057"/>
                <a:ext cx="432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Times New Roman" panose="02020603050405020304" pitchFamily="18" charset="0"/>
                  </a:rPr>
                  <a:t>Ø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Rectangle 45"/>
              <p:cNvSpPr>
                <a:spLocks noChangeArrowheads="1"/>
              </p:cNvSpPr>
              <p:nvPr/>
            </p:nvSpPr>
            <p:spPr bwMode="auto">
              <a:xfrm>
                <a:off x="2256" y="3057"/>
                <a:ext cx="432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" name="Rectangle 46"/>
              <p:cNvSpPr>
                <a:spLocks noChangeArrowheads="1"/>
              </p:cNvSpPr>
              <p:nvPr/>
            </p:nvSpPr>
            <p:spPr bwMode="auto">
              <a:xfrm>
                <a:off x="1824" y="3057"/>
                <a:ext cx="432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" name="Rectangle 47"/>
              <p:cNvSpPr>
                <a:spLocks noChangeArrowheads="1"/>
              </p:cNvSpPr>
              <p:nvPr/>
            </p:nvSpPr>
            <p:spPr bwMode="auto">
              <a:xfrm>
                <a:off x="3504" y="2755"/>
                <a:ext cx="384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Times New Roman" panose="02020603050405020304" pitchFamily="18" charset="0"/>
                  </a:rPr>
                  <a:t>Ø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Times New Roman" panose="02020603050405020304" pitchFamily="18" charset="0"/>
                </a:endParaRPr>
              </a:p>
            </p:txBody>
          </p:sp>
          <p:sp>
            <p:nvSpPr>
              <p:cNvPr id="175" name="Rectangle 48"/>
              <p:cNvSpPr>
                <a:spLocks noChangeArrowheads="1"/>
              </p:cNvSpPr>
              <p:nvPr/>
            </p:nvSpPr>
            <p:spPr bwMode="auto">
              <a:xfrm>
                <a:off x="3120" y="2755"/>
                <a:ext cx="384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" name="Rectangle 49"/>
              <p:cNvSpPr>
                <a:spLocks noChangeArrowheads="1"/>
              </p:cNvSpPr>
              <p:nvPr/>
            </p:nvSpPr>
            <p:spPr bwMode="auto">
              <a:xfrm>
                <a:off x="2688" y="2755"/>
                <a:ext cx="432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" name="Rectangle 50"/>
              <p:cNvSpPr>
                <a:spLocks noChangeArrowheads="1"/>
              </p:cNvSpPr>
              <p:nvPr/>
            </p:nvSpPr>
            <p:spPr bwMode="auto">
              <a:xfrm>
                <a:off x="2256" y="2755"/>
                <a:ext cx="432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Times New Roman" panose="02020603050405020304" pitchFamily="18" charset="0"/>
                  </a:rPr>
                  <a:t>Ø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Times New Roman" panose="02020603050405020304" pitchFamily="18" charset="0"/>
                </a:endParaRPr>
              </a:p>
            </p:txBody>
          </p:sp>
          <p:sp>
            <p:nvSpPr>
              <p:cNvPr id="178" name="Rectangle 51"/>
              <p:cNvSpPr>
                <a:spLocks noChangeArrowheads="1"/>
              </p:cNvSpPr>
              <p:nvPr/>
            </p:nvSpPr>
            <p:spPr bwMode="auto">
              <a:xfrm>
                <a:off x="1824" y="2755"/>
                <a:ext cx="432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" name="Rectangle 52"/>
              <p:cNvSpPr>
                <a:spLocks noChangeArrowheads="1"/>
              </p:cNvSpPr>
              <p:nvPr/>
            </p:nvSpPr>
            <p:spPr bwMode="auto">
              <a:xfrm>
                <a:off x="3504" y="2449"/>
                <a:ext cx="384" cy="30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" name="Rectangle 53"/>
              <p:cNvSpPr>
                <a:spLocks noChangeArrowheads="1"/>
              </p:cNvSpPr>
              <p:nvPr/>
            </p:nvSpPr>
            <p:spPr bwMode="auto">
              <a:xfrm>
                <a:off x="3120" y="2449"/>
                <a:ext cx="384" cy="30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" name="Rectangle 54"/>
              <p:cNvSpPr>
                <a:spLocks noChangeArrowheads="1"/>
              </p:cNvSpPr>
              <p:nvPr/>
            </p:nvSpPr>
            <p:spPr bwMode="auto">
              <a:xfrm>
                <a:off x="2688" y="2449"/>
                <a:ext cx="432" cy="30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01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" name="Rectangle 55"/>
              <p:cNvSpPr>
                <a:spLocks noChangeArrowheads="1"/>
              </p:cNvSpPr>
              <p:nvPr/>
            </p:nvSpPr>
            <p:spPr bwMode="auto">
              <a:xfrm>
                <a:off x="2256" y="2449"/>
                <a:ext cx="432" cy="30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00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" name="Line 56"/>
              <p:cNvSpPr>
                <a:spLocks noChangeShapeType="1"/>
              </p:cNvSpPr>
              <p:nvPr/>
            </p:nvSpPr>
            <p:spPr bwMode="auto">
              <a:xfrm>
                <a:off x="1824" y="2449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" name="Line 57"/>
              <p:cNvSpPr>
                <a:spLocks noChangeShapeType="1"/>
              </p:cNvSpPr>
              <p:nvPr/>
            </p:nvSpPr>
            <p:spPr bwMode="auto">
              <a:xfrm>
                <a:off x="1824" y="3393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5" name="Line 58"/>
              <p:cNvSpPr>
                <a:spLocks noChangeShapeType="1"/>
              </p:cNvSpPr>
              <p:nvPr/>
            </p:nvSpPr>
            <p:spPr bwMode="auto">
              <a:xfrm>
                <a:off x="1824" y="2449"/>
                <a:ext cx="0" cy="306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6" name="Line 59"/>
              <p:cNvSpPr>
                <a:spLocks noChangeShapeType="1"/>
              </p:cNvSpPr>
              <p:nvPr/>
            </p:nvSpPr>
            <p:spPr bwMode="auto">
              <a:xfrm>
                <a:off x="3888" y="2449"/>
                <a:ext cx="0" cy="306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7" name="Line 60"/>
              <p:cNvSpPr>
                <a:spLocks noChangeShapeType="1"/>
              </p:cNvSpPr>
              <p:nvPr/>
            </p:nvSpPr>
            <p:spPr bwMode="auto">
              <a:xfrm>
                <a:off x="1824" y="2449"/>
                <a:ext cx="432" cy="306"/>
              </a:xfrm>
              <a:prstGeom prst="line">
                <a:avLst/>
              </a:prstGeom>
              <a:noFill/>
              <a:ln w="28575" cap="rnd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8" name="Line 61"/>
              <p:cNvSpPr>
                <a:spLocks noChangeShapeType="1"/>
              </p:cNvSpPr>
              <p:nvPr/>
            </p:nvSpPr>
            <p:spPr bwMode="auto">
              <a:xfrm>
                <a:off x="2256" y="2449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9" name="Line 62"/>
              <p:cNvSpPr>
                <a:spLocks noChangeShapeType="1"/>
              </p:cNvSpPr>
              <p:nvPr/>
            </p:nvSpPr>
            <p:spPr bwMode="auto">
              <a:xfrm>
                <a:off x="1824" y="2755"/>
                <a:ext cx="0" cy="302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0" name="Line 63"/>
              <p:cNvSpPr>
                <a:spLocks noChangeShapeType="1"/>
              </p:cNvSpPr>
              <p:nvPr/>
            </p:nvSpPr>
            <p:spPr bwMode="auto">
              <a:xfrm>
                <a:off x="2256" y="2755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1" name="Line 64"/>
              <p:cNvSpPr>
                <a:spLocks noChangeShapeType="1"/>
              </p:cNvSpPr>
              <p:nvPr/>
            </p:nvSpPr>
            <p:spPr bwMode="auto">
              <a:xfrm>
                <a:off x="2256" y="2755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2" name="Line 65"/>
              <p:cNvSpPr>
                <a:spLocks noChangeShapeType="1"/>
              </p:cNvSpPr>
              <p:nvPr/>
            </p:nvSpPr>
            <p:spPr bwMode="auto">
              <a:xfrm>
                <a:off x="2688" y="2449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3" name="Line 66"/>
              <p:cNvSpPr>
                <a:spLocks noChangeShapeType="1"/>
              </p:cNvSpPr>
              <p:nvPr/>
            </p:nvSpPr>
            <p:spPr bwMode="auto">
              <a:xfrm>
                <a:off x="2688" y="2755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4" name="Line 67"/>
              <p:cNvSpPr>
                <a:spLocks noChangeShapeType="1"/>
              </p:cNvSpPr>
              <p:nvPr/>
            </p:nvSpPr>
            <p:spPr bwMode="auto">
              <a:xfrm>
                <a:off x="3120" y="2449"/>
                <a:ext cx="384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5" name="Line 68"/>
              <p:cNvSpPr>
                <a:spLocks noChangeShapeType="1"/>
              </p:cNvSpPr>
              <p:nvPr/>
            </p:nvSpPr>
            <p:spPr bwMode="auto">
              <a:xfrm>
                <a:off x="3120" y="2755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6" name="Line 69"/>
              <p:cNvSpPr>
                <a:spLocks noChangeShapeType="1"/>
              </p:cNvSpPr>
              <p:nvPr/>
            </p:nvSpPr>
            <p:spPr bwMode="auto">
              <a:xfrm>
                <a:off x="3504" y="2449"/>
                <a:ext cx="384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7" name="Line 70"/>
              <p:cNvSpPr>
                <a:spLocks noChangeShapeType="1"/>
              </p:cNvSpPr>
              <p:nvPr/>
            </p:nvSpPr>
            <p:spPr bwMode="auto">
              <a:xfrm>
                <a:off x="3504" y="2755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8" name="Line 71"/>
              <p:cNvSpPr>
                <a:spLocks noChangeShapeType="1"/>
              </p:cNvSpPr>
              <p:nvPr/>
            </p:nvSpPr>
            <p:spPr bwMode="auto">
              <a:xfrm>
                <a:off x="3888" y="2755"/>
                <a:ext cx="0" cy="638"/>
              </a:xfrm>
              <a:prstGeom prst="line">
                <a:avLst/>
              </a:prstGeom>
              <a:noFill/>
              <a:ln w="28575" cap="sq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9" name="Line 72"/>
              <p:cNvSpPr>
                <a:spLocks noChangeShapeType="1"/>
              </p:cNvSpPr>
              <p:nvPr/>
            </p:nvSpPr>
            <p:spPr bwMode="auto">
              <a:xfrm>
                <a:off x="1824" y="3057"/>
                <a:ext cx="0" cy="336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0" name="Line 73"/>
              <p:cNvSpPr>
                <a:spLocks noChangeShapeType="1"/>
              </p:cNvSpPr>
              <p:nvPr/>
            </p:nvSpPr>
            <p:spPr bwMode="auto">
              <a:xfrm>
                <a:off x="2256" y="3057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1" name="Line 74"/>
              <p:cNvSpPr>
                <a:spLocks noChangeShapeType="1"/>
              </p:cNvSpPr>
              <p:nvPr/>
            </p:nvSpPr>
            <p:spPr bwMode="auto">
              <a:xfrm>
                <a:off x="2256" y="3393"/>
                <a:ext cx="1632" cy="0"/>
              </a:xfrm>
              <a:prstGeom prst="line">
                <a:avLst/>
              </a:prstGeom>
              <a:noFill/>
              <a:ln w="28575" cap="sq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2" name="Text Box 75"/>
              <p:cNvSpPr txBox="1">
                <a:spLocks noChangeArrowheads="1"/>
              </p:cNvSpPr>
              <p:nvPr/>
            </p:nvSpPr>
            <p:spPr bwMode="auto">
              <a:xfrm>
                <a:off x="1711" y="2554"/>
                <a:ext cx="257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A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3" name="Text Box 76"/>
              <p:cNvSpPr txBox="1">
                <a:spLocks noChangeArrowheads="1"/>
              </p:cNvSpPr>
              <p:nvPr/>
            </p:nvSpPr>
            <p:spPr bwMode="auto">
              <a:xfrm>
                <a:off x="1968" y="2257"/>
                <a:ext cx="432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BC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04" name="Group 77"/>
          <p:cNvGrpSpPr/>
          <p:nvPr/>
        </p:nvGrpSpPr>
        <p:grpSpPr bwMode="auto">
          <a:xfrm>
            <a:off x="4406548" y="2831042"/>
            <a:ext cx="3673475" cy="1803400"/>
            <a:chOff x="2854" y="1056"/>
            <a:chExt cx="2314" cy="1136"/>
          </a:xfrm>
        </p:grpSpPr>
        <p:sp>
          <p:nvSpPr>
            <p:cNvPr id="205" name="Text Box 78"/>
            <p:cNvSpPr txBox="1">
              <a:spLocks noChangeArrowheads="1"/>
            </p:cNvSpPr>
            <p:nvPr/>
          </p:nvSpPr>
          <p:spPr bwMode="auto">
            <a:xfrm>
              <a:off x="2991" y="1353"/>
              <a:ext cx="257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206" name="Group 79"/>
            <p:cNvGrpSpPr/>
            <p:nvPr/>
          </p:nvGrpSpPr>
          <p:grpSpPr bwMode="auto">
            <a:xfrm>
              <a:off x="2854" y="1056"/>
              <a:ext cx="2314" cy="1136"/>
              <a:chOff x="2854" y="1056"/>
              <a:chExt cx="2314" cy="1136"/>
            </a:xfrm>
          </p:grpSpPr>
          <p:sp>
            <p:nvSpPr>
              <p:cNvPr id="207" name="Rectangle 80"/>
              <p:cNvSpPr>
                <a:spLocks noChangeArrowheads="1"/>
              </p:cNvSpPr>
              <p:nvPr/>
            </p:nvSpPr>
            <p:spPr bwMode="auto">
              <a:xfrm>
                <a:off x="4784" y="1856"/>
                <a:ext cx="384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8" name="Rectangle 81"/>
              <p:cNvSpPr>
                <a:spLocks noChangeArrowheads="1"/>
              </p:cNvSpPr>
              <p:nvPr/>
            </p:nvSpPr>
            <p:spPr bwMode="auto">
              <a:xfrm>
                <a:off x="4400" y="1856"/>
                <a:ext cx="384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9" name="Rectangle 82"/>
              <p:cNvSpPr>
                <a:spLocks noChangeArrowheads="1"/>
              </p:cNvSpPr>
              <p:nvPr/>
            </p:nvSpPr>
            <p:spPr bwMode="auto">
              <a:xfrm>
                <a:off x="3968" y="1856"/>
                <a:ext cx="432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Times New Roman" panose="02020603050405020304" pitchFamily="18" charset="0"/>
                  </a:rPr>
                  <a:t>Ø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" name="Rectangle 83"/>
              <p:cNvSpPr>
                <a:spLocks noChangeArrowheads="1"/>
              </p:cNvSpPr>
              <p:nvPr/>
            </p:nvSpPr>
            <p:spPr bwMode="auto">
              <a:xfrm>
                <a:off x="3536" y="1856"/>
                <a:ext cx="432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1" name="Rectangle 84"/>
              <p:cNvSpPr>
                <a:spLocks noChangeArrowheads="1"/>
              </p:cNvSpPr>
              <p:nvPr/>
            </p:nvSpPr>
            <p:spPr bwMode="auto">
              <a:xfrm>
                <a:off x="3104" y="1856"/>
                <a:ext cx="432" cy="33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2" name="Rectangle 85"/>
              <p:cNvSpPr>
                <a:spLocks noChangeArrowheads="1"/>
              </p:cNvSpPr>
              <p:nvPr/>
            </p:nvSpPr>
            <p:spPr bwMode="auto">
              <a:xfrm>
                <a:off x="4784" y="1554"/>
                <a:ext cx="384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Times New Roman" panose="02020603050405020304" pitchFamily="18" charset="0"/>
                  </a:rPr>
                  <a:t>Ø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Rectangle 86"/>
              <p:cNvSpPr>
                <a:spLocks noChangeArrowheads="1"/>
              </p:cNvSpPr>
              <p:nvPr/>
            </p:nvSpPr>
            <p:spPr bwMode="auto">
              <a:xfrm>
                <a:off x="4400" y="1554"/>
                <a:ext cx="384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4" name="Rectangle 87"/>
              <p:cNvSpPr>
                <a:spLocks noChangeArrowheads="1"/>
              </p:cNvSpPr>
              <p:nvPr/>
            </p:nvSpPr>
            <p:spPr bwMode="auto">
              <a:xfrm>
                <a:off x="3968" y="1554"/>
                <a:ext cx="432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5" name="Rectangle 88"/>
              <p:cNvSpPr>
                <a:spLocks noChangeArrowheads="1"/>
              </p:cNvSpPr>
              <p:nvPr/>
            </p:nvSpPr>
            <p:spPr bwMode="auto">
              <a:xfrm>
                <a:off x="3536" y="1554"/>
                <a:ext cx="432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6" name="Rectangle 89"/>
              <p:cNvSpPr>
                <a:spLocks noChangeArrowheads="1"/>
              </p:cNvSpPr>
              <p:nvPr/>
            </p:nvSpPr>
            <p:spPr bwMode="auto">
              <a:xfrm>
                <a:off x="3104" y="1554"/>
                <a:ext cx="432" cy="30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7" name="Rectangle 90"/>
              <p:cNvSpPr>
                <a:spLocks noChangeArrowheads="1"/>
              </p:cNvSpPr>
              <p:nvPr/>
            </p:nvSpPr>
            <p:spPr bwMode="auto">
              <a:xfrm>
                <a:off x="4784" y="1248"/>
                <a:ext cx="384" cy="30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8" name="Rectangle 91"/>
              <p:cNvSpPr>
                <a:spLocks noChangeArrowheads="1"/>
              </p:cNvSpPr>
              <p:nvPr/>
            </p:nvSpPr>
            <p:spPr bwMode="auto">
              <a:xfrm>
                <a:off x="4400" y="1248"/>
                <a:ext cx="384" cy="30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9" name="Rectangle 92"/>
              <p:cNvSpPr>
                <a:spLocks noChangeArrowheads="1"/>
              </p:cNvSpPr>
              <p:nvPr/>
            </p:nvSpPr>
            <p:spPr bwMode="auto">
              <a:xfrm>
                <a:off x="3968" y="1248"/>
                <a:ext cx="432" cy="30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01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0" name="Rectangle 93"/>
              <p:cNvSpPr>
                <a:spLocks noChangeArrowheads="1"/>
              </p:cNvSpPr>
              <p:nvPr/>
            </p:nvSpPr>
            <p:spPr bwMode="auto">
              <a:xfrm>
                <a:off x="3536" y="1248"/>
                <a:ext cx="432" cy="30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00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1" name="Rectangle 94"/>
              <p:cNvSpPr>
                <a:spLocks noChangeArrowheads="1"/>
              </p:cNvSpPr>
              <p:nvPr/>
            </p:nvSpPr>
            <p:spPr bwMode="auto">
              <a:xfrm>
                <a:off x="3104" y="1248"/>
                <a:ext cx="432" cy="306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lIns="19050" tIns="19050" rIns="19050" bIns="19050" anchor="ctr" anchorCtr="1"/>
              <a:lstStyle/>
              <a:p>
                <a:pPr marL="342900" marR="0" lvl="0" indent="-34290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endParaRPr kumimoji="0" lang="zh-CN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2" name="Line 95"/>
              <p:cNvSpPr>
                <a:spLocks noChangeShapeType="1"/>
              </p:cNvSpPr>
              <p:nvPr/>
            </p:nvSpPr>
            <p:spPr bwMode="auto">
              <a:xfrm>
                <a:off x="3104" y="1248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3" name="Line 96"/>
              <p:cNvSpPr>
                <a:spLocks noChangeShapeType="1"/>
              </p:cNvSpPr>
              <p:nvPr/>
            </p:nvSpPr>
            <p:spPr bwMode="auto">
              <a:xfrm>
                <a:off x="3104" y="2192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4" name="Line 97"/>
              <p:cNvSpPr>
                <a:spLocks noChangeShapeType="1"/>
              </p:cNvSpPr>
              <p:nvPr/>
            </p:nvSpPr>
            <p:spPr bwMode="auto">
              <a:xfrm>
                <a:off x="3104" y="1248"/>
                <a:ext cx="0" cy="306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5" name="Line 98"/>
              <p:cNvSpPr>
                <a:spLocks noChangeShapeType="1"/>
              </p:cNvSpPr>
              <p:nvPr/>
            </p:nvSpPr>
            <p:spPr bwMode="auto">
              <a:xfrm>
                <a:off x="5168" y="1248"/>
                <a:ext cx="0" cy="306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6" name="Line 99"/>
              <p:cNvSpPr>
                <a:spLocks noChangeShapeType="1"/>
              </p:cNvSpPr>
              <p:nvPr/>
            </p:nvSpPr>
            <p:spPr bwMode="auto">
              <a:xfrm>
                <a:off x="3104" y="1248"/>
                <a:ext cx="432" cy="306"/>
              </a:xfrm>
              <a:prstGeom prst="line">
                <a:avLst/>
              </a:prstGeom>
              <a:noFill/>
              <a:ln w="28575" cap="rnd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7" name="Line 100"/>
              <p:cNvSpPr>
                <a:spLocks noChangeShapeType="1"/>
              </p:cNvSpPr>
              <p:nvPr/>
            </p:nvSpPr>
            <p:spPr bwMode="auto">
              <a:xfrm>
                <a:off x="3536" y="1248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8" name="Line 101"/>
              <p:cNvSpPr>
                <a:spLocks noChangeShapeType="1"/>
              </p:cNvSpPr>
              <p:nvPr/>
            </p:nvSpPr>
            <p:spPr bwMode="auto">
              <a:xfrm>
                <a:off x="3104" y="1554"/>
                <a:ext cx="0" cy="302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9" name="Line 102"/>
              <p:cNvSpPr>
                <a:spLocks noChangeShapeType="1"/>
              </p:cNvSpPr>
              <p:nvPr/>
            </p:nvSpPr>
            <p:spPr bwMode="auto">
              <a:xfrm>
                <a:off x="3536" y="1554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0" name="Line 103"/>
              <p:cNvSpPr>
                <a:spLocks noChangeShapeType="1"/>
              </p:cNvSpPr>
              <p:nvPr/>
            </p:nvSpPr>
            <p:spPr bwMode="auto">
              <a:xfrm>
                <a:off x="3536" y="1554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1" name="Line 104"/>
              <p:cNvSpPr>
                <a:spLocks noChangeShapeType="1"/>
              </p:cNvSpPr>
              <p:nvPr/>
            </p:nvSpPr>
            <p:spPr bwMode="auto">
              <a:xfrm>
                <a:off x="3968" y="1248"/>
                <a:ext cx="432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2" name="Line 105"/>
              <p:cNvSpPr>
                <a:spLocks noChangeShapeType="1"/>
              </p:cNvSpPr>
              <p:nvPr/>
            </p:nvSpPr>
            <p:spPr bwMode="auto">
              <a:xfrm>
                <a:off x="3968" y="1554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3" name="Line 106"/>
              <p:cNvSpPr>
                <a:spLocks noChangeShapeType="1"/>
              </p:cNvSpPr>
              <p:nvPr/>
            </p:nvSpPr>
            <p:spPr bwMode="auto">
              <a:xfrm>
                <a:off x="4400" y="1248"/>
                <a:ext cx="384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4" name="Line 107"/>
              <p:cNvSpPr>
                <a:spLocks noChangeShapeType="1"/>
              </p:cNvSpPr>
              <p:nvPr/>
            </p:nvSpPr>
            <p:spPr bwMode="auto">
              <a:xfrm>
                <a:off x="4400" y="1554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5" name="Line 108"/>
              <p:cNvSpPr>
                <a:spLocks noChangeShapeType="1"/>
              </p:cNvSpPr>
              <p:nvPr/>
            </p:nvSpPr>
            <p:spPr bwMode="auto">
              <a:xfrm>
                <a:off x="4784" y="1248"/>
                <a:ext cx="384" cy="0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6" name="Line 109"/>
              <p:cNvSpPr>
                <a:spLocks noChangeShapeType="1"/>
              </p:cNvSpPr>
              <p:nvPr/>
            </p:nvSpPr>
            <p:spPr bwMode="auto">
              <a:xfrm>
                <a:off x="4784" y="1554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7" name="Line 110"/>
              <p:cNvSpPr>
                <a:spLocks noChangeShapeType="1"/>
              </p:cNvSpPr>
              <p:nvPr/>
            </p:nvSpPr>
            <p:spPr bwMode="auto">
              <a:xfrm>
                <a:off x="5168" y="1554"/>
                <a:ext cx="0" cy="638"/>
              </a:xfrm>
              <a:prstGeom prst="line">
                <a:avLst/>
              </a:prstGeom>
              <a:noFill/>
              <a:ln w="28575" cap="sq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8" name="Line 111"/>
              <p:cNvSpPr>
                <a:spLocks noChangeShapeType="1"/>
              </p:cNvSpPr>
              <p:nvPr/>
            </p:nvSpPr>
            <p:spPr bwMode="auto">
              <a:xfrm>
                <a:off x="3104" y="1856"/>
                <a:ext cx="0" cy="336"/>
              </a:xfrm>
              <a:prstGeom prst="line">
                <a:avLst/>
              </a:prstGeom>
              <a:noFill/>
              <a:ln w="28575" cap="sq">
                <a:noFill/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9" name="Line 112"/>
              <p:cNvSpPr>
                <a:spLocks noChangeShapeType="1"/>
              </p:cNvSpPr>
              <p:nvPr/>
            </p:nvSpPr>
            <p:spPr bwMode="auto">
              <a:xfrm>
                <a:off x="3536" y="1856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0" name="Line 113"/>
              <p:cNvSpPr>
                <a:spLocks noChangeShapeType="1"/>
              </p:cNvSpPr>
              <p:nvPr/>
            </p:nvSpPr>
            <p:spPr bwMode="auto">
              <a:xfrm>
                <a:off x="3536" y="2192"/>
                <a:ext cx="1632" cy="0"/>
              </a:xfrm>
              <a:prstGeom prst="line">
                <a:avLst/>
              </a:prstGeom>
              <a:noFill/>
              <a:ln w="28575" cap="sq">
                <a:solidFill>
                  <a:srgbClr val="0033CC"/>
                </a:solidFill>
                <a:rou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1" name="Text Box 114"/>
              <p:cNvSpPr txBox="1">
                <a:spLocks noChangeArrowheads="1"/>
              </p:cNvSpPr>
              <p:nvPr/>
            </p:nvSpPr>
            <p:spPr bwMode="auto">
              <a:xfrm>
                <a:off x="3248" y="1056"/>
                <a:ext cx="432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BC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2" name="Rectangle 115"/>
              <p:cNvSpPr>
                <a:spLocks noChangeArrowheads="1"/>
              </p:cNvSpPr>
              <p:nvPr/>
            </p:nvSpPr>
            <p:spPr bwMode="auto">
              <a:xfrm>
                <a:off x="2854" y="1661"/>
                <a:ext cx="340" cy="327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⊕</a:t>
                </a:r>
                <a:endPara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43" name="Rectangle 116"/>
          <p:cNvSpPr>
            <a:spLocks noChangeArrowheads="1"/>
          </p:cNvSpPr>
          <p:nvPr/>
        </p:nvSpPr>
        <p:spPr bwMode="auto">
          <a:xfrm>
            <a:off x="8233486" y="3811236"/>
            <a:ext cx="539750" cy="519112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﹦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4" name="AutoShape 117"/>
          <p:cNvSpPr>
            <a:spLocks noChangeArrowheads="1"/>
          </p:cNvSpPr>
          <p:nvPr/>
        </p:nvSpPr>
        <p:spPr bwMode="auto">
          <a:xfrm>
            <a:off x="9407173" y="4208111"/>
            <a:ext cx="2349500" cy="373062"/>
          </a:xfrm>
          <a:prstGeom prst="roundRect">
            <a:avLst>
              <a:gd name="adj" fmla="val 16667"/>
            </a:avLst>
          </a:prstGeom>
          <a:noFill/>
          <a:ln w="28575" cap="sq">
            <a:solidFill>
              <a:srgbClr val="CC0066"/>
            </a:solidFill>
            <a:round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5" name="AutoShape 118"/>
          <p:cNvSpPr>
            <a:spLocks noChangeArrowheads="1"/>
          </p:cNvSpPr>
          <p:nvPr/>
        </p:nvSpPr>
        <p:spPr bwMode="auto">
          <a:xfrm>
            <a:off x="9345261" y="3709636"/>
            <a:ext cx="1184275" cy="871537"/>
          </a:xfrm>
          <a:prstGeom prst="roundRect">
            <a:avLst>
              <a:gd name="adj" fmla="val 16667"/>
            </a:avLst>
          </a:prstGeom>
          <a:noFill/>
          <a:ln w="28575" cap="sq">
            <a:solidFill>
              <a:srgbClr val="FF00FF"/>
            </a:solidFill>
            <a:round/>
            <a:tailEnd type="none" w="sm" len="lg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247" name="Object 120"/>
          <p:cNvGraphicFramePr>
            <a:graphicFrameLocks noChangeAspect="1"/>
          </p:cNvGraphicFramePr>
          <p:nvPr/>
        </p:nvGraphicFramePr>
        <p:xfrm>
          <a:off x="1161245" y="5110542"/>
          <a:ext cx="2548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1" imgW="29870400" imgH="5486400" progId="Equation.DSMT4">
                  <p:embed/>
                </p:oleObj>
              </mc:Choice>
              <mc:Fallback>
                <p:oleObj name="Equation" r:id="rId11" imgW="29870400" imgH="54864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1245" y="5110542"/>
                        <a:ext cx="2548000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autoUpdateAnimBg="0"/>
      <p:bldP spid="244" grpId="0" animBg="1"/>
      <p:bldP spid="24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dirty="0"/>
              <a:t>第</a:t>
            </a:r>
            <a:r>
              <a:rPr lang="en-US" altLang="zh-CN" sz="6000" dirty="0"/>
              <a:t>3</a:t>
            </a:r>
            <a:r>
              <a:rPr lang="zh-CN" altLang="en-US" sz="6000" dirty="0"/>
              <a:t>章 习题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92"/>
          <p:cNvSpPr txBox="1">
            <a:spLocks noChangeArrowheads="1"/>
          </p:cNvSpPr>
          <p:nvPr/>
        </p:nvSpPr>
        <p:spPr bwMode="auto">
          <a:xfrm>
            <a:off x="5306218" y="5629621"/>
            <a:ext cx="1938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zh-CN" altLang="en-US" b="1" baseline="0" dirty="0"/>
              <a:t>图  </a:t>
            </a:r>
            <a:r>
              <a:rPr kumimoji="0" lang="en-US" altLang="zh-CN" b="1" baseline="0" dirty="0"/>
              <a:t>P 3.2  </a:t>
            </a:r>
            <a:endParaRPr kumimoji="0" lang="en-US" altLang="zh-CN" b="1" baseline="0" dirty="0"/>
          </a:p>
        </p:txBody>
      </p:sp>
      <p:sp>
        <p:nvSpPr>
          <p:cNvPr id="7" name="Text Box 197"/>
          <p:cNvSpPr txBox="1">
            <a:spLocks noChangeArrowheads="1"/>
          </p:cNvSpPr>
          <p:nvPr/>
        </p:nvSpPr>
        <p:spPr bwMode="auto">
          <a:xfrm>
            <a:off x="724507" y="508128"/>
            <a:ext cx="76501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 dirty="0">
                <a:solidFill>
                  <a:schemeClr val="tx1"/>
                </a:solidFill>
                <a:latin typeface="宋体" panose="02010600030101010101" pitchFamily="2" charset="-122"/>
              </a:rPr>
              <a:t>3.2 </a:t>
            </a:r>
            <a:r>
              <a:rPr kumimoji="0" lang="zh-CN" altLang="en-US" b="1" baseline="0" dirty="0">
                <a:solidFill>
                  <a:schemeClr val="tx1"/>
                </a:solidFill>
                <a:latin typeface="宋体" panose="02010600030101010101" pitchFamily="2" charset="-122"/>
              </a:rPr>
              <a:t>分析图</a:t>
            </a:r>
            <a:r>
              <a:rPr kumimoji="0" lang="en-US" altLang="zh-CN" b="1" baseline="0" dirty="0">
                <a:solidFill>
                  <a:schemeClr val="tx1"/>
                </a:solidFill>
                <a:latin typeface="宋体" panose="02010600030101010101" pitchFamily="2" charset="-122"/>
              </a:rPr>
              <a:t>P3.2</a:t>
            </a:r>
            <a:r>
              <a:rPr kumimoji="0" lang="zh-CN" altLang="en-US" b="1" baseline="0" dirty="0">
                <a:solidFill>
                  <a:schemeClr val="tx1"/>
                </a:solidFill>
                <a:latin typeface="宋体" panose="02010600030101010101" pitchFamily="2" charset="-122"/>
              </a:rPr>
              <a:t>电路的逻辑功能。</a:t>
            </a:r>
            <a:r>
              <a:rPr kumimoji="0" lang="zh-CN" altLang="en-US" sz="3200" b="1" baseline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zh-CN" altLang="en-US" sz="3200" b="1" baseline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332635" y="1316138"/>
            <a:ext cx="6970393" cy="40849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05690" y="628948"/>
            <a:ext cx="7697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zh-CN" altLang="en-US" b="1" baseline="0" dirty="0">
                <a:latin typeface="宋体" panose="02010600030101010101" pitchFamily="2" charset="-122"/>
              </a:rPr>
              <a:t>解：</a:t>
            </a:r>
            <a:r>
              <a:rPr kumimoji="0" lang="en-US" altLang="zh-CN" b="1" baseline="0" dirty="0">
                <a:latin typeface="宋体" panose="02010600030101010101" pitchFamily="2" charset="-122"/>
              </a:rPr>
              <a:t>(1)</a:t>
            </a:r>
            <a:r>
              <a:rPr kumimoji="0" lang="zh-CN" altLang="en-US" b="1" baseline="0" dirty="0">
                <a:latin typeface="宋体" panose="02010600030101010101" pitchFamily="2" charset="-122"/>
              </a:rPr>
              <a:t>从输入端开始，逐级推导出函数表达式 </a:t>
            </a:r>
            <a:endParaRPr kumimoji="0" lang="zh-CN" altLang="en-US" b="1" baseline="0" dirty="0">
              <a:latin typeface="宋体" panose="02010600030101010101" pitchFamily="2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557014" y="1315285"/>
            <a:ext cx="2786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i="1" baseline="0" dirty="0"/>
              <a:t>F</a:t>
            </a:r>
            <a:r>
              <a:rPr kumimoji="0" lang="en-US" altLang="zh-CN" b="1" baseline="-25000" dirty="0"/>
              <a:t>1</a:t>
            </a:r>
            <a:r>
              <a:rPr kumimoji="0" lang="en-US" altLang="zh-CN" b="1" baseline="0" dirty="0"/>
              <a:t> = </a:t>
            </a:r>
            <a:r>
              <a:rPr kumimoji="0" lang="en-US" altLang="zh-CN" b="1" i="1" baseline="0" dirty="0"/>
              <a:t>A</a:t>
            </a:r>
            <a:r>
              <a:rPr kumimoji="0" lang="en-US" altLang="zh-CN" b="1" baseline="0" dirty="0"/>
              <a:t>⊕</a:t>
            </a:r>
            <a:r>
              <a:rPr kumimoji="0" lang="en-US" altLang="zh-CN" b="1" i="1" baseline="0" dirty="0"/>
              <a:t>B</a:t>
            </a:r>
            <a:r>
              <a:rPr kumimoji="0" lang="en-US" altLang="zh-CN" b="1" baseline="0" dirty="0"/>
              <a:t>⊕</a:t>
            </a:r>
            <a:r>
              <a:rPr kumimoji="0" lang="en-US" altLang="zh-CN" b="1" i="1" baseline="0" dirty="0"/>
              <a:t>C</a:t>
            </a:r>
            <a:endParaRPr kumimoji="0" lang="en-US" altLang="zh-CN" b="1" i="1" baseline="0" dirty="0"/>
          </a:p>
        </p:txBody>
      </p:sp>
      <p:grpSp>
        <p:nvGrpSpPr>
          <p:cNvPr id="4" name="组合 3"/>
          <p:cNvGrpSpPr/>
          <p:nvPr/>
        </p:nvGrpSpPr>
        <p:grpSpPr>
          <a:xfrm>
            <a:off x="910422" y="2832975"/>
            <a:ext cx="3013655" cy="1307537"/>
            <a:chOff x="1" y="2947181"/>
            <a:chExt cx="3013655" cy="1307537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1" y="2947181"/>
              <a:ext cx="3013655" cy="1307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kumimoji="0" lang="en-US" altLang="zh-CN" baseline="0" dirty="0"/>
                <a:t> = </a:t>
              </a:r>
              <a:r>
                <a:rPr kumimoji="0" lang="en-US" altLang="zh-CN" i="1" baseline="0" dirty="0"/>
                <a:t>A</a:t>
              </a:r>
              <a:r>
                <a:rPr kumimoji="0" lang="en-US" altLang="zh-CN" baseline="0" dirty="0"/>
                <a:t> </a:t>
              </a:r>
              <a:r>
                <a:rPr kumimoji="0" lang="en-US" altLang="zh-CN" i="1" baseline="0" dirty="0"/>
                <a:t>BC</a:t>
              </a:r>
              <a:r>
                <a:rPr kumimoji="0" lang="en-US" altLang="zh-CN" baseline="0" dirty="0"/>
                <a:t> + </a:t>
              </a:r>
              <a:r>
                <a:rPr kumimoji="0" lang="en-US" altLang="zh-CN" i="1" baseline="0" dirty="0"/>
                <a:t>AB</a:t>
              </a:r>
              <a:r>
                <a:rPr kumimoji="0" lang="en-US" altLang="zh-CN" baseline="0" dirty="0"/>
                <a:t>C +</a:t>
              </a:r>
              <a:endParaRPr kumimoji="0" lang="en-US" altLang="zh-CN" baseline="0" dirty="0"/>
            </a:p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kumimoji="0" lang="en-US" altLang="zh-CN" baseline="0" dirty="0"/>
                <a:t>    </a:t>
              </a:r>
              <a:r>
                <a:rPr kumimoji="0" lang="en-US" altLang="zh-CN" i="1" baseline="0" dirty="0"/>
                <a:t>ABC</a:t>
              </a:r>
              <a:r>
                <a:rPr kumimoji="0" lang="en-US" altLang="zh-CN" baseline="0" dirty="0"/>
                <a:t> + </a:t>
              </a:r>
              <a:r>
                <a:rPr kumimoji="0" lang="en-US" altLang="zh-CN" i="1" baseline="0" dirty="0"/>
                <a:t>ABC</a:t>
              </a:r>
              <a:endParaRPr kumimoji="0" lang="en-US" altLang="zh-CN" i="1" baseline="0" dirty="0"/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525228" y="3134529"/>
              <a:ext cx="1793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1031448" y="3134529"/>
              <a:ext cx="1793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1652237" y="3134529"/>
              <a:ext cx="1793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1898300" y="3134529"/>
              <a:ext cx="1793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506727" y="3791351"/>
              <a:ext cx="1793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499938" y="4502156"/>
            <a:ext cx="2487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 dirty="0"/>
              <a:t>(2)</a:t>
            </a:r>
            <a:r>
              <a:rPr kumimoji="0" lang="zh-CN" altLang="en-US" b="1" baseline="0" dirty="0"/>
              <a:t>列真值表  </a:t>
            </a:r>
            <a:endParaRPr kumimoji="0" lang="zh-CN" altLang="en-US" b="1" baseline="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566719" y="2140470"/>
            <a:ext cx="3335338" cy="519112"/>
            <a:chOff x="1510852" y="2190281"/>
            <a:chExt cx="3335338" cy="519112"/>
          </a:xfrm>
        </p:grpSpPr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1510852" y="2190281"/>
              <a:ext cx="3335338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i="1" baseline="0" dirty="0"/>
                <a:t>F</a:t>
              </a:r>
              <a:r>
                <a:rPr kumimoji="0" lang="en-US" altLang="zh-CN" b="1" baseline="-25000" dirty="0"/>
                <a:t>2</a:t>
              </a:r>
              <a:r>
                <a:rPr kumimoji="0" lang="en-US" altLang="zh-CN" b="1" baseline="0" dirty="0"/>
                <a:t> = </a:t>
              </a:r>
              <a:r>
                <a:rPr kumimoji="0" lang="en-US" altLang="zh-CN" b="1" i="1" baseline="0" dirty="0"/>
                <a:t>A</a:t>
              </a:r>
              <a:r>
                <a:rPr kumimoji="0" lang="en-US" altLang="zh-CN" b="1" baseline="0" dirty="0"/>
                <a:t>(</a:t>
              </a:r>
              <a:r>
                <a:rPr kumimoji="0" lang="en-US" altLang="zh-CN" b="1" i="1" baseline="0" dirty="0"/>
                <a:t>B</a:t>
              </a:r>
              <a:r>
                <a:rPr kumimoji="0" lang="en-US" altLang="zh-CN" b="1" baseline="0" dirty="0"/>
                <a:t>⊕</a:t>
              </a:r>
              <a:r>
                <a:rPr kumimoji="0" lang="en-US" altLang="zh-CN" b="1" i="1" baseline="0" dirty="0"/>
                <a:t>C</a:t>
              </a:r>
              <a:r>
                <a:rPr kumimoji="0" lang="en-US" altLang="zh-CN" b="1" baseline="0" dirty="0"/>
                <a:t>) + </a:t>
              </a:r>
              <a:r>
                <a:rPr kumimoji="0" lang="en-US" altLang="zh-CN" b="1" i="1" baseline="0" dirty="0"/>
                <a:t>BC</a:t>
              </a:r>
              <a:endParaRPr kumimoji="0" lang="en-US" altLang="zh-CN" b="1" i="1" baseline="0" dirty="0"/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2416845" y="2285552"/>
              <a:ext cx="1793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5" name="Group 188"/>
          <p:cNvGraphicFramePr>
            <a:graphicFrameLocks noGrp="1"/>
          </p:cNvGraphicFramePr>
          <p:nvPr/>
        </p:nvGraphicFramePr>
        <p:xfrm>
          <a:off x="3857659" y="1366866"/>
          <a:ext cx="3429000" cy="4254035"/>
        </p:xfrm>
        <a:graphic>
          <a:graphicData uri="http://schemas.openxmlformats.org/drawingml/2006/table">
            <a:tbl>
              <a:tblPr/>
              <a:tblGrid>
                <a:gridCol w="1952625"/>
                <a:gridCol w="1476375"/>
              </a:tblGrid>
              <a:tr h="515155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B   C</a:t>
                      </a:r>
                      <a:endParaRPr kumimoji="1" lang="en-US" altLang="zh-CN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64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64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64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64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64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64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64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952500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527175" algn="l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8986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31775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774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3232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689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41465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 Box 174"/>
          <p:cNvSpPr txBox="1">
            <a:spLocks noChangeArrowheads="1"/>
          </p:cNvSpPr>
          <p:nvPr/>
        </p:nvSpPr>
        <p:spPr bwMode="auto">
          <a:xfrm>
            <a:off x="8015083" y="620000"/>
            <a:ext cx="285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 dirty="0"/>
              <a:t>(3)</a:t>
            </a:r>
            <a:r>
              <a:rPr kumimoji="0" lang="zh-CN" altLang="en-US" b="1" baseline="0" dirty="0"/>
              <a:t>确定逻辑功能 </a:t>
            </a:r>
            <a:endParaRPr kumimoji="0" lang="zh-CN" altLang="en-US" b="1" baseline="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8145093" y="1293810"/>
            <a:ext cx="3767452" cy="2509837"/>
            <a:chOff x="4938672" y="1641273"/>
            <a:chExt cx="3767452" cy="2509837"/>
          </a:xfrm>
        </p:grpSpPr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5949909" y="1641273"/>
              <a:ext cx="477837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i="1" baseline="0" dirty="0"/>
                <a:t>A</a:t>
              </a:r>
              <a:endParaRPr kumimoji="0" lang="en-US" altLang="zh-CN" i="1" baseline="0" dirty="0"/>
            </a:p>
          </p:txBody>
        </p:sp>
        <p:sp>
          <p:nvSpPr>
            <p:cNvPr id="19" name="Text Box 4"/>
            <p:cNvSpPr txBox="1">
              <a:spLocks noChangeArrowheads="1"/>
            </p:cNvSpPr>
            <p:nvPr/>
          </p:nvSpPr>
          <p:spPr bwMode="auto">
            <a:xfrm>
              <a:off x="5946734" y="2238173"/>
              <a:ext cx="477837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i="1" baseline="0" dirty="0"/>
                <a:t>B</a:t>
              </a:r>
              <a:endParaRPr kumimoji="0" lang="en-US" altLang="zh-CN" i="1" baseline="0" dirty="0"/>
            </a:p>
          </p:txBody>
        </p:sp>
        <p:sp>
          <p:nvSpPr>
            <p:cNvPr id="20" name="Text Box 5"/>
            <p:cNvSpPr txBox="1">
              <a:spLocks noChangeArrowheads="1"/>
            </p:cNvSpPr>
            <p:nvPr/>
          </p:nvSpPr>
          <p:spPr bwMode="auto">
            <a:xfrm>
              <a:off x="5946734" y="2749348"/>
              <a:ext cx="477837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i="1" baseline="0" dirty="0"/>
                <a:t>C</a:t>
              </a:r>
              <a:endParaRPr kumimoji="0" lang="en-US" altLang="zh-CN" i="1" baseline="0" dirty="0"/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5946734" y="3593898"/>
              <a:ext cx="798512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i="1" baseline="0" dirty="0"/>
                <a:t>F</a:t>
              </a:r>
              <a:r>
                <a:rPr kumimoji="0" lang="en-US" altLang="zh-CN" baseline="-25000" dirty="0"/>
                <a:t>1</a:t>
              </a:r>
              <a:endParaRPr kumimoji="0" lang="en-US" altLang="zh-CN" baseline="0" dirty="0"/>
            </a:p>
          </p:txBody>
        </p:sp>
        <p:sp>
          <p:nvSpPr>
            <p:cNvPr id="22" name="Text Box 7"/>
            <p:cNvSpPr txBox="1">
              <a:spLocks noChangeArrowheads="1"/>
            </p:cNvSpPr>
            <p:nvPr/>
          </p:nvSpPr>
          <p:spPr bwMode="auto">
            <a:xfrm>
              <a:off x="5379997" y="2749348"/>
              <a:ext cx="636587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i="1" baseline="0" dirty="0"/>
                <a:t>F</a:t>
              </a:r>
              <a:r>
                <a:rPr kumimoji="0" lang="en-US" altLang="zh-CN" baseline="-25000" dirty="0"/>
                <a:t>2</a:t>
              </a:r>
              <a:endParaRPr kumimoji="0" lang="en-US" altLang="zh-CN" baseline="0" dirty="0"/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4938672" y="2236585"/>
              <a:ext cx="53975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aseline="0"/>
                <a:t>－</a:t>
              </a:r>
              <a:endParaRPr lang="zh-CN" altLang="en-US" baseline="0"/>
            </a:p>
          </p:txBody>
        </p:sp>
        <p:sp>
          <p:nvSpPr>
            <p:cNvPr id="24" name="Line 10"/>
            <p:cNvSpPr>
              <a:spLocks noChangeShapeType="1"/>
            </p:cNvSpPr>
            <p:nvPr/>
          </p:nvSpPr>
          <p:spPr bwMode="auto">
            <a:xfrm>
              <a:off x="5135187" y="3416098"/>
              <a:ext cx="127849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7209112" y="1647623"/>
              <a:ext cx="1443037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zh-CN" altLang="en-US" baseline="0" dirty="0"/>
                <a:t>被减数 </a:t>
              </a:r>
              <a:endParaRPr kumimoji="0" lang="zh-CN" altLang="en-US" baseline="0" dirty="0"/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 flipH="1">
              <a:off x="6483915" y="1898448"/>
              <a:ext cx="720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Text Box 17"/>
            <p:cNvSpPr txBox="1">
              <a:spLocks noChangeArrowheads="1"/>
            </p:cNvSpPr>
            <p:nvPr/>
          </p:nvSpPr>
          <p:spPr bwMode="auto">
            <a:xfrm>
              <a:off x="7218637" y="2200073"/>
              <a:ext cx="1443038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zh-CN" altLang="en-US" baseline="0"/>
                <a:t>减    数 </a:t>
              </a:r>
              <a:endParaRPr kumimoji="0" lang="zh-CN" altLang="en-US" baseline="0"/>
            </a:p>
          </p:txBody>
        </p:sp>
        <p:sp>
          <p:nvSpPr>
            <p:cNvPr id="28" name="Line 18"/>
            <p:cNvSpPr>
              <a:spLocks noChangeShapeType="1"/>
            </p:cNvSpPr>
            <p:nvPr/>
          </p:nvSpPr>
          <p:spPr bwMode="auto">
            <a:xfrm flipH="1">
              <a:off x="6514077" y="2471535"/>
              <a:ext cx="720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7213875" y="2806498"/>
              <a:ext cx="1443038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zh-CN" altLang="en-US" baseline="0"/>
                <a:t>借    位 </a:t>
              </a:r>
              <a:endParaRPr kumimoji="0" lang="zh-CN" altLang="en-US" baseline="0"/>
            </a:p>
          </p:txBody>
        </p:sp>
        <p:sp>
          <p:nvSpPr>
            <p:cNvPr id="30" name="Line 22"/>
            <p:cNvSpPr>
              <a:spLocks noChangeShapeType="1"/>
            </p:cNvSpPr>
            <p:nvPr/>
          </p:nvSpPr>
          <p:spPr bwMode="auto">
            <a:xfrm flipH="1">
              <a:off x="6509315" y="3036685"/>
              <a:ext cx="720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Text Box 25"/>
            <p:cNvSpPr txBox="1">
              <a:spLocks noChangeArrowheads="1"/>
            </p:cNvSpPr>
            <p:nvPr/>
          </p:nvSpPr>
          <p:spPr bwMode="auto">
            <a:xfrm>
              <a:off x="7263087" y="3631998"/>
              <a:ext cx="1443037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zh-CN" altLang="en-US" baseline="0" dirty="0"/>
                <a:t>差 </a:t>
              </a:r>
              <a:endParaRPr kumimoji="0" lang="zh-CN" altLang="en-US" baseline="0" dirty="0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 flipH="1">
              <a:off x="6537890" y="3882823"/>
              <a:ext cx="720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3" name="Text Box 175"/>
          <p:cNvSpPr txBox="1">
            <a:spLocks noChangeArrowheads="1"/>
          </p:cNvSpPr>
          <p:nvPr/>
        </p:nvSpPr>
        <p:spPr bwMode="auto">
          <a:xfrm>
            <a:off x="7701111" y="3881690"/>
            <a:ext cx="4335106" cy="233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kumimoji="0" lang="zh-CN" altLang="en-US" b="1" baseline="0" dirty="0"/>
              <a:t>假设变量</a:t>
            </a:r>
            <a:r>
              <a:rPr kumimoji="0" lang="en-US" altLang="zh-CN" b="1" i="1" baseline="0" dirty="0"/>
              <a:t>A</a:t>
            </a:r>
            <a:r>
              <a:rPr kumimoji="0" lang="zh-CN" altLang="en-US" b="1" baseline="0" dirty="0"/>
              <a:t>、</a:t>
            </a:r>
            <a:r>
              <a:rPr kumimoji="0" lang="en-US" altLang="zh-CN" b="1" i="1" baseline="0" dirty="0"/>
              <a:t>B</a:t>
            </a:r>
            <a:r>
              <a:rPr kumimoji="0" lang="zh-CN" altLang="en-US" b="1" baseline="0" dirty="0"/>
              <a:t>、</a:t>
            </a:r>
            <a:r>
              <a:rPr kumimoji="0" lang="en-US" altLang="zh-CN" b="1" i="1" baseline="0" dirty="0"/>
              <a:t>C</a:t>
            </a:r>
            <a:r>
              <a:rPr kumimoji="0" lang="zh-CN" altLang="en-US" b="1" baseline="0" dirty="0"/>
              <a:t>和函数</a:t>
            </a:r>
            <a:r>
              <a:rPr lang="en-US" altLang="zh-CN" b="1" i="1" baseline="0" dirty="0">
                <a:solidFill>
                  <a:schemeClr val="tx1"/>
                </a:solidFill>
              </a:rPr>
              <a:t>F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zh-CN" altLang="en-US" b="1" baseline="0" dirty="0">
                <a:solidFill>
                  <a:schemeClr val="tx1"/>
                </a:solidFill>
              </a:rPr>
              <a:t>、</a:t>
            </a:r>
            <a:r>
              <a:rPr lang="en-US" altLang="zh-CN" b="1" i="1" baseline="0" dirty="0">
                <a:solidFill>
                  <a:schemeClr val="tx1"/>
                </a:solidFill>
              </a:rPr>
              <a:t>F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zh-CN" altLang="en-US" b="1" baseline="0" dirty="0">
                <a:solidFill>
                  <a:schemeClr val="tx1"/>
                </a:solidFill>
              </a:rPr>
              <a:t>均表示一位二进制数，那么，该电路实现了</a:t>
            </a:r>
            <a:r>
              <a:rPr lang="zh-CN" altLang="en-US" b="1" baseline="0" dirty="0">
                <a:solidFill>
                  <a:srgbClr val="0033CC"/>
                </a:solidFill>
              </a:rPr>
              <a:t>全减器</a:t>
            </a:r>
            <a:r>
              <a:rPr lang="zh-CN" altLang="en-US" b="1" baseline="0" dirty="0">
                <a:solidFill>
                  <a:schemeClr val="tx1"/>
                </a:solidFill>
              </a:rPr>
              <a:t>的功能。</a:t>
            </a:r>
            <a:endParaRPr lang="zh-CN" altLang="en-US" b="1" baseline="-25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6" grpId="0" autoUpdateAnimBg="0"/>
      <p:bldP spid="3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4"/>
          <p:cNvSpPr txBox="1">
            <a:spLocks noChangeArrowheads="1"/>
          </p:cNvSpPr>
          <p:nvPr/>
        </p:nvSpPr>
        <p:spPr bwMode="auto">
          <a:xfrm>
            <a:off x="658460" y="547335"/>
            <a:ext cx="9795052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3.7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在双轨输入条件下用最少与非门设计下列组合电路。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54"/>
          <p:cNvGraphicFramePr>
            <a:graphicFrameLocks noChangeAspect="1"/>
          </p:cNvGraphicFramePr>
          <p:nvPr/>
        </p:nvGraphicFramePr>
        <p:xfrm>
          <a:off x="831850" y="1346947"/>
          <a:ext cx="4632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2070100" imgH="254000" progId="Equation.DSMT4">
                  <p:embed/>
                </p:oleObj>
              </mc:Choice>
              <mc:Fallback>
                <p:oleObj name="Equation" r:id="rId1" imgW="2070100" imgH="2540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1346947"/>
                        <a:ext cx="4632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6"/>
          <p:cNvSpPr txBox="1">
            <a:spLocks noChangeArrowheads="1"/>
          </p:cNvSpPr>
          <p:nvPr/>
        </p:nvSpPr>
        <p:spPr bwMode="auto">
          <a:xfrm>
            <a:off x="806450" y="1993060"/>
            <a:ext cx="6646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 baseline="0" dirty="0">
                <a:latin typeface="宋体" panose="02010600030101010101" pitchFamily="2" charset="-122"/>
              </a:rPr>
              <a:t>解：函数的卡诺图如下所示：</a:t>
            </a:r>
            <a:endParaRPr kumimoji="0" lang="zh-CN" altLang="en-US" b="1" baseline="0" dirty="0">
              <a:latin typeface="宋体" panose="02010600030101010101" pitchFamily="2" charset="-122"/>
            </a:endParaRPr>
          </a:p>
        </p:txBody>
      </p:sp>
      <p:sp>
        <p:nvSpPr>
          <p:cNvPr id="6" name="Line 105"/>
          <p:cNvSpPr>
            <a:spLocks noChangeShapeType="1"/>
          </p:cNvSpPr>
          <p:nvPr/>
        </p:nvSpPr>
        <p:spPr bwMode="auto">
          <a:xfrm>
            <a:off x="1373643" y="4741313"/>
            <a:ext cx="0" cy="4032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" name="AutoShape 112"/>
          <p:cNvSpPr/>
          <p:nvPr/>
        </p:nvSpPr>
        <p:spPr bwMode="auto">
          <a:xfrm>
            <a:off x="2480609" y="3815510"/>
            <a:ext cx="387350" cy="317500"/>
          </a:xfrm>
          <a:prstGeom prst="rightBracket">
            <a:avLst>
              <a:gd name="adj" fmla="val 15778"/>
            </a:avLst>
          </a:prstGeom>
          <a:noFill/>
          <a:ln w="28575">
            <a:solidFill>
              <a:schemeClr val="hlink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8" name="AutoShape 113"/>
          <p:cNvSpPr>
            <a:spLocks noChangeArrowheads="1"/>
          </p:cNvSpPr>
          <p:nvPr/>
        </p:nvSpPr>
        <p:spPr bwMode="auto">
          <a:xfrm>
            <a:off x="3056872" y="3461497"/>
            <a:ext cx="822325" cy="2746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/>
          </a:p>
        </p:txBody>
      </p:sp>
      <p:grpSp>
        <p:nvGrpSpPr>
          <p:cNvPr id="9" name="组合 8"/>
          <p:cNvGrpSpPr/>
          <p:nvPr/>
        </p:nvGrpSpPr>
        <p:grpSpPr bwMode="auto">
          <a:xfrm>
            <a:off x="1720197" y="2607422"/>
            <a:ext cx="2709862" cy="1577975"/>
            <a:chOff x="1010781" y="3051175"/>
            <a:chExt cx="2710319" cy="1577975"/>
          </a:xfrm>
        </p:grpSpPr>
        <p:sp>
          <p:nvSpPr>
            <p:cNvPr id="10" name="Rectangle 76"/>
            <p:cNvSpPr>
              <a:spLocks noChangeArrowheads="1"/>
            </p:cNvSpPr>
            <p:nvPr/>
          </p:nvSpPr>
          <p:spPr bwMode="auto">
            <a:xfrm>
              <a:off x="2747963" y="3822700"/>
              <a:ext cx="4826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400" baseline="0">
                  <a:solidFill>
                    <a:schemeClr val="tx1"/>
                  </a:solidFill>
                </a:rPr>
                <a:t>1</a:t>
              </a:r>
              <a:endParaRPr kumimoji="0" lang="zh-CN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11" name="Rectangle 77"/>
            <p:cNvSpPr>
              <a:spLocks noChangeArrowheads="1"/>
            </p:cNvSpPr>
            <p:nvPr/>
          </p:nvSpPr>
          <p:spPr bwMode="auto">
            <a:xfrm>
              <a:off x="2270125" y="3822700"/>
              <a:ext cx="477837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400" baseline="0" dirty="0">
                  <a:solidFill>
                    <a:schemeClr val="tx1"/>
                  </a:solidFill>
                </a:rPr>
                <a:t>1</a:t>
              </a:r>
              <a:endParaRPr kumimoji="0" lang="zh-CN" altLang="zh-CN" sz="2400" baseline="0" dirty="0">
                <a:solidFill>
                  <a:schemeClr val="tx1"/>
                </a:solidFill>
              </a:endParaRPr>
            </a:p>
          </p:txBody>
        </p:sp>
        <p:grpSp>
          <p:nvGrpSpPr>
            <p:cNvPr id="12" name="组合 1"/>
            <p:cNvGrpSpPr/>
            <p:nvPr/>
          </p:nvGrpSpPr>
          <p:grpSpPr bwMode="auto">
            <a:xfrm>
              <a:off x="1763713" y="3822700"/>
              <a:ext cx="1957387" cy="804863"/>
              <a:chOff x="1763713" y="3822700"/>
              <a:chExt cx="1957387" cy="1612900"/>
            </a:xfrm>
          </p:grpSpPr>
          <p:sp>
            <p:nvSpPr>
              <p:cNvPr id="39" name="Line 92"/>
              <p:cNvSpPr>
                <a:spLocks noChangeShapeType="1"/>
              </p:cNvSpPr>
              <p:nvPr/>
            </p:nvSpPr>
            <p:spPr bwMode="auto">
              <a:xfrm>
                <a:off x="1763713" y="3822700"/>
                <a:ext cx="0" cy="16129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" name="Line 97"/>
              <p:cNvSpPr>
                <a:spLocks noChangeShapeType="1"/>
              </p:cNvSpPr>
              <p:nvPr/>
            </p:nvSpPr>
            <p:spPr bwMode="auto">
              <a:xfrm>
                <a:off x="2747963" y="3822700"/>
                <a:ext cx="0" cy="16129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" name="Line 99"/>
              <p:cNvSpPr>
                <a:spLocks noChangeShapeType="1"/>
              </p:cNvSpPr>
              <p:nvPr/>
            </p:nvSpPr>
            <p:spPr bwMode="auto">
              <a:xfrm>
                <a:off x="3230563" y="3822700"/>
                <a:ext cx="0" cy="16129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" name="Line 100"/>
              <p:cNvSpPr>
                <a:spLocks noChangeShapeType="1"/>
              </p:cNvSpPr>
              <p:nvPr/>
            </p:nvSpPr>
            <p:spPr bwMode="auto">
              <a:xfrm>
                <a:off x="3721100" y="3822700"/>
                <a:ext cx="0" cy="16129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5" name="Line 97"/>
              <p:cNvSpPr>
                <a:spLocks noChangeShapeType="1"/>
              </p:cNvSpPr>
              <p:nvPr/>
            </p:nvSpPr>
            <p:spPr bwMode="auto">
              <a:xfrm>
                <a:off x="2270125" y="3822700"/>
                <a:ext cx="0" cy="16129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" name="Line 104"/>
            <p:cNvSpPr>
              <a:spLocks noChangeShapeType="1"/>
            </p:cNvSpPr>
            <p:nvPr/>
          </p:nvSpPr>
          <p:spPr bwMode="auto">
            <a:xfrm>
              <a:off x="1763713" y="4629150"/>
              <a:ext cx="1957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Text Box 58"/>
            <p:cNvSpPr txBox="1">
              <a:spLocks noChangeArrowheads="1"/>
            </p:cNvSpPr>
            <p:nvPr/>
          </p:nvSpPr>
          <p:spPr bwMode="auto">
            <a:xfrm>
              <a:off x="1010781" y="3432175"/>
              <a:ext cx="482599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baseline="0"/>
                <a:t>A </a:t>
              </a:r>
              <a:endParaRPr kumimoji="0" lang="en-US" altLang="zh-CN" baseline="0"/>
            </a:p>
          </p:txBody>
        </p:sp>
        <p:sp>
          <p:nvSpPr>
            <p:cNvPr id="15" name="Text Box 59"/>
            <p:cNvSpPr txBox="1">
              <a:spLocks noChangeArrowheads="1"/>
            </p:cNvSpPr>
            <p:nvPr/>
          </p:nvSpPr>
          <p:spPr bwMode="auto">
            <a:xfrm>
              <a:off x="1319213" y="3051175"/>
              <a:ext cx="830262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baseline="0"/>
                <a:t>BC </a:t>
              </a:r>
              <a:endParaRPr kumimoji="0" lang="en-US" altLang="zh-CN" baseline="0"/>
            </a:p>
          </p:txBody>
        </p:sp>
        <p:sp>
          <p:nvSpPr>
            <p:cNvPr id="16" name="Rectangle 70"/>
            <p:cNvSpPr>
              <a:spLocks noChangeArrowheads="1"/>
            </p:cNvSpPr>
            <p:nvPr/>
          </p:nvSpPr>
          <p:spPr bwMode="auto">
            <a:xfrm>
              <a:off x="3230563" y="4225925"/>
              <a:ext cx="490537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400" baseline="0">
                  <a:solidFill>
                    <a:schemeClr val="tx1"/>
                  </a:solidFill>
                </a:rPr>
                <a:t>1</a:t>
              </a:r>
              <a:endParaRPr kumimoji="0" lang="en-US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17" name="Rectangle 71"/>
            <p:cNvSpPr>
              <a:spLocks noChangeArrowheads="1"/>
            </p:cNvSpPr>
            <p:nvPr/>
          </p:nvSpPr>
          <p:spPr bwMode="auto">
            <a:xfrm>
              <a:off x="2747963" y="4225925"/>
              <a:ext cx="4826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aseline="0">
                  <a:solidFill>
                    <a:schemeClr val="tx1"/>
                  </a:solidFill>
                  <a:cs typeface="Times New Roman" panose="02020603050405020304" pitchFamily="18" charset="0"/>
                </a:rPr>
                <a:t>1</a:t>
              </a:r>
              <a:endParaRPr lang="en-US" altLang="zh-CN" sz="2400" baseline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72"/>
            <p:cNvSpPr>
              <a:spLocks noChangeArrowheads="1"/>
            </p:cNvSpPr>
            <p:nvPr/>
          </p:nvSpPr>
          <p:spPr bwMode="auto">
            <a:xfrm>
              <a:off x="2270125" y="4225925"/>
              <a:ext cx="477837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en-US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19" name="Rectangle 73"/>
            <p:cNvSpPr>
              <a:spLocks noChangeArrowheads="1"/>
            </p:cNvSpPr>
            <p:nvPr/>
          </p:nvSpPr>
          <p:spPr bwMode="auto">
            <a:xfrm>
              <a:off x="1763713" y="4195445"/>
              <a:ext cx="506412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aseline="0">
                  <a:solidFill>
                    <a:schemeClr val="tx1"/>
                  </a:solidFill>
                  <a:cs typeface="Times New Roman" panose="02020603050405020304" pitchFamily="18" charset="0"/>
                </a:rPr>
                <a:t>1</a:t>
              </a:r>
              <a:endParaRPr lang="en-US" altLang="zh-CN" sz="2400" baseline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74"/>
            <p:cNvSpPr>
              <a:spLocks noChangeArrowheads="1"/>
            </p:cNvSpPr>
            <p:nvPr/>
          </p:nvSpPr>
          <p:spPr bwMode="auto">
            <a:xfrm>
              <a:off x="1255713" y="4225925"/>
              <a:ext cx="5080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400" baseline="0">
                  <a:solidFill>
                    <a:schemeClr val="tx1"/>
                  </a:solidFill>
                </a:rPr>
                <a:t>1</a:t>
              </a:r>
              <a:endParaRPr kumimoji="0" lang="en-US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21" name="Rectangle 78"/>
            <p:cNvSpPr>
              <a:spLocks noChangeArrowheads="1"/>
            </p:cNvSpPr>
            <p:nvPr/>
          </p:nvSpPr>
          <p:spPr bwMode="auto">
            <a:xfrm>
              <a:off x="1763713" y="3822700"/>
              <a:ext cx="506412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en-US" altLang="zh-CN" sz="2400" baseline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79"/>
            <p:cNvSpPr>
              <a:spLocks noChangeArrowheads="1"/>
            </p:cNvSpPr>
            <p:nvPr/>
          </p:nvSpPr>
          <p:spPr bwMode="auto">
            <a:xfrm>
              <a:off x="1255713" y="3822700"/>
              <a:ext cx="5080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400" baseline="0">
                  <a:solidFill>
                    <a:schemeClr val="tx1"/>
                  </a:solidFill>
                </a:rPr>
                <a:t>0</a:t>
              </a:r>
              <a:endParaRPr kumimoji="0" lang="en-US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23" name="Rectangle 80"/>
            <p:cNvSpPr>
              <a:spLocks noChangeArrowheads="1"/>
            </p:cNvSpPr>
            <p:nvPr/>
          </p:nvSpPr>
          <p:spPr bwMode="auto">
            <a:xfrm>
              <a:off x="3230563" y="3314700"/>
              <a:ext cx="490537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400" baseline="0">
                  <a:solidFill>
                    <a:schemeClr val="tx1"/>
                  </a:solidFill>
                </a:rPr>
                <a:t>10</a:t>
              </a:r>
              <a:endParaRPr kumimoji="0" lang="en-US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24" name="Rectangle 81"/>
            <p:cNvSpPr>
              <a:spLocks noChangeArrowheads="1"/>
            </p:cNvSpPr>
            <p:nvPr/>
          </p:nvSpPr>
          <p:spPr bwMode="auto">
            <a:xfrm>
              <a:off x="2747963" y="3314700"/>
              <a:ext cx="482600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400" baseline="0">
                  <a:solidFill>
                    <a:schemeClr val="tx1"/>
                  </a:solidFill>
                </a:rPr>
                <a:t>11</a:t>
              </a:r>
              <a:endParaRPr kumimoji="0" lang="en-US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25" name="Rectangle 82"/>
            <p:cNvSpPr>
              <a:spLocks noChangeArrowheads="1"/>
            </p:cNvSpPr>
            <p:nvPr/>
          </p:nvSpPr>
          <p:spPr bwMode="auto">
            <a:xfrm>
              <a:off x="2270125" y="3314700"/>
              <a:ext cx="477837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400" baseline="0">
                  <a:solidFill>
                    <a:schemeClr val="tx1"/>
                  </a:solidFill>
                </a:rPr>
                <a:t>01</a:t>
              </a:r>
              <a:endParaRPr kumimoji="0" lang="en-US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26" name="Rectangle 83"/>
            <p:cNvSpPr>
              <a:spLocks noChangeArrowheads="1"/>
            </p:cNvSpPr>
            <p:nvPr/>
          </p:nvSpPr>
          <p:spPr bwMode="auto">
            <a:xfrm>
              <a:off x="1763713" y="3314700"/>
              <a:ext cx="506412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400" baseline="0">
                  <a:solidFill>
                    <a:schemeClr val="tx1"/>
                  </a:solidFill>
                </a:rPr>
                <a:t>00</a:t>
              </a:r>
              <a:endParaRPr kumimoji="0" lang="en-US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27" name="Rectangle 84"/>
            <p:cNvSpPr>
              <a:spLocks noChangeArrowheads="1"/>
            </p:cNvSpPr>
            <p:nvPr/>
          </p:nvSpPr>
          <p:spPr bwMode="auto">
            <a:xfrm>
              <a:off x="1255713" y="3314700"/>
              <a:ext cx="508000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zh-CN" sz="2400" baseline="0">
                <a:solidFill>
                  <a:schemeClr val="tx1"/>
                </a:solidFill>
              </a:endParaRPr>
            </a:p>
          </p:txBody>
        </p:sp>
        <p:sp>
          <p:nvSpPr>
            <p:cNvPr id="28" name="Line 85"/>
            <p:cNvSpPr>
              <a:spLocks noChangeShapeType="1"/>
            </p:cNvSpPr>
            <p:nvPr/>
          </p:nvSpPr>
          <p:spPr bwMode="auto">
            <a:xfrm>
              <a:off x="1255713" y="3314700"/>
              <a:ext cx="508000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87"/>
            <p:cNvSpPr>
              <a:spLocks noChangeShapeType="1"/>
            </p:cNvSpPr>
            <p:nvPr/>
          </p:nvSpPr>
          <p:spPr bwMode="auto">
            <a:xfrm>
              <a:off x="1255713" y="3314700"/>
              <a:ext cx="0" cy="5080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88"/>
            <p:cNvSpPr>
              <a:spLocks noChangeShapeType="1"/>
            </p:cNvSpPr>
            <p:nvPr/>
          </p:nvSpPr>
          <p:spPr bwMode="auto">
            <a:xfrm>
              <a:off x="3721100" y="3314700"/>
              <a:ext cx="0" cy="5080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89"/>
            <p:cNvSpPr>
              <a:spLocks noChangeShapeType="1"/>
            </p:cNvSpPr>
            <p:nvPr/>
          </p:nvSpPr>
          <p:spPr bwMode="auto">
            <a:xfrm>
              <a:off x="1763713" y="3314700"/>
              <a:ext cx="506412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90"/>
            <p:cNvSpPr>
              <a:spLocks noChangeShapeType="1"/>
            </p:cNvSpPr>
            <p:nvPr/>
          </p:nvSpPr>
          <p:spPr bwMode="auto">
            <a:xfrm>
              <a:off x="1255713" y="3314700"/>
              <a:ext cx="508000" cy="50800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91"/>
            <p:cNvSpPr>
              <a:spLocks noChangeShapeType="1"/>
            </p:cNvSpPr>
            <p:nvPr/>
          </p:nvSpPr>
          <p:spPr bwMode="auto">
            <a:xfrm>
              <a:off x="1255713" y="3822700"/>
              <a:ext cx="0" cy="403225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93"/>
            <p:cNvSpPr>
              <a:spLocks noChangeShapeType="1"/>
            </p:cNvSpPr>
            <p:nvPr/>
          </p:nvSpPr>
          <p:spPr bwMode="auto">
            <a:xfrm>
              <a:off x="1763713" y="3822700"/>
              <a:ext cx="1957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94"/>
            <p:cNvSpPr>
              <a:spLocks noChangeShapeType="1"/>
            </p:cNvSpPr>
            <p:nvPr/>
          </p:nvSpPr>
          <p:spPr bwMode="auto">
            <a:xfrm>
              <a:off x="2270125" y="3314700"/>
              <a:ext cx="477837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96"/>
            <p:cNvSpPr>
              <a:spLocks noChangeShapeType="1"/>
            </p:cNvSpPr>
            <p:nvPr/>
          </p:nvSpPr>
          <p:spPr bwMode="auto">
            <a:xfrm>
              <a:off x="2747963" y="3314700"/>
              <a:ext cx="482600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98"/>
            <p:cNvSpPr>
              <a:spLocks noChangeShapeType="1"/>
            </p:cNvSpPr>
            <p:nvPr/>
          </p:nvSpPr>
          <p:spPr bwMode="auto">
            <a:xfrm>
              <a:off x="3230563" y="3314700"/>
              <a:ext cx="490537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101"/>
            <p:cNvSpPr>
              <a:spLocks noChangeShapeType="1"/>
            </p:cNvSpPr>
            <p:nvPr/>
          </p:nvSpPr>
          <p:spPr bwMode="auto">
            <a:xfrm>
              <a:off x="1255713" y="4225925"/>
              <a:ext cx="0" cy="403225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102"/>
            <p:cNvSpPr>
              <a:spLocks noChangeShapeType="1"/>
            </p:cNvSpPr>
            <p:nvPr/>
          </p:nvSpPr>
          <p:spPr bwMode="auto">
            <a:xfrm>
              <a:off x="1763713" y="4225925"/>
              <a:ext cx="1957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4" name="Line 103"/>
          <p:cNvSpPr>
            <a:spLocks noChangeShapeType="1"/>
          </p:cNvSpPr>
          <p:nvPr/>
        </p:nvSpPr>
        <p:spPr bwMode="auto">
          <a:xfrm>
            <a:off x="1373643" y="4338088"/>
            <a:ext cx="0" cy="4032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" name="AutoShape 111"/>
          <p:cNvSpPr/>
          <p:nvPr/>
        </p:nvSpPr>
        <p:spPr bwMode="auto">
          <a:xfrm>
            <a:off x="4010959" y="3815510"/>
            <a:ext cx="409575" cy="347662"/>
          </a:xfrm>
          <a:prstGeom prst="leftBracket">
            <a:avLst>
              <a:gd name="adj" fmla="val 14407"/>
            </a:avLst>
          </a:prstGeom>
          <a:noFill/>
          <a:ln w="28575">
            <a:solidFill>
              <a:schemeClr val="hlink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46" name="AutoShape 115"/>
          <p:cNvSpPr>
            <a:spLocks noChangeArrowheads="1"/>
          </p:cNvSpPr>
          <p:nvPr/>
        </p:nvSpPr>
        <p:spPr bwMode="auto">
          <a:xfrm>
            <a:off x="3507722" y="3820272"/>
            <a:ext cx="763587" cy="293688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660033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/>
          </a:p>
        </p:txBody>
      </p:sp>
      <p:grpSp>
        <p:nvGrpSpPr>
          <p:cNvPr id="47" name="组合 46"/>
          <p:cNvGrpSpPr/>
          <p:nvPr/>
        </p:nvGrpSpPr>
        <p:grpSpPr bwMode="auto">
          <a:xfrm>
            <a:off x="1213180" y="4745418"/>
            <a:ext cx="2527300" cy="519112"/>
            <a:chOff x="4094164" y="3499645"/>
            <a:chExt cx="2527299" cy="519112"/>
          </a:xfrm>
        </p:grpSpPr>
        <p:sp>
          <p:nvSpPr>
            <p:cNvPr id="48" name="Text Box 116"/>
            <p:cNvSpPr txBox="1">
              <a:spLocks noChangeArrowheads="1"/>
            </p:cNvSpPr>
            <p:nvPr/>
          </p:nvSpPr>
          <p:spPr bwMode="auto">
            <a:xfrm>
              <a:off x="4094164" y="3499645"/>
              <a:ext cx="2527299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baseline="0" dirty="0">
                  <a:latin typeface="宋体" panose="02010600030101010101" pitchFamily="2" charset="-122"/>
                </a:rPr>
                <a:t>F = AB+AC+AC </a:t>
              </a:r>
              <a:endParaRPr kumimoji="0" lang="en-US" altLang="zh-CN" baseline="0" dirty="0">
                <a:latin typeface="宋体" panose="02010600030101010101" pitchFamily="2" charset="-122"/>
              </a:endParaRPr>
            </a:p>
          </p:txBody>
        </p:sp>
        <p:sp>
          <p:nvSpPr>
            <p:cNvPr id="49" name="Line 123"/>
            <p:cNvSpPr>
              <a:spLocks noChangeShapeType="1"/>
            </p:cNvSpPr>
            <p:nvPr/>
          </p:nvSpPr>
          <p:spPr bwMode="auto">
            <a:xfrm>
              <a:off x="5459847" y="3594895"/>
              <a:ext cx="13652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125"/>
            <p:cNvSpPr>
              <a:spLocks noChangeShapeType="1"/>
            </p:cNvSpPr>
            <p:nvPr/>
          </p:nvSpPr>
          <p:spPr bwMode="auto">
            <a:xfrm>
              <a:off x="6179417" y="3594895"/>
              <a:ext cx="138113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 bwMode="auto">
          <a:xfrm>
            <a:off x="3198475" y="4756394"/>
            <a:ext cx="2312988" cy="558800"/>
            <a:chOff x="4133851" y="4373563"/>
            <a:chExt cx="2312670" cy="558800"/>
          </a:xfrm>
        </p:grpSpPr>
        <p:sp>
          <p:nvSpPr>
            <p:cNvPr id="52" name="Text Box 130"/>
            <p:cNvSpPr txBox="1">
              <a:spLocks noChangeArrowheads="1"/>
            </p:cNvSpPr>
            <p:nvPr/>
          </p:nvSpPr>
          <p:spPr bwMode="auto">
            <a:xfrm>
              <a:off x="4133851" y="4413250"/>
              <a:ext cx="231267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baseline="0" dirty="0">
                  <a:latin typeface="宋体" panose="02010600030101010101" pitchFamily="2" charset="-122"/>
                </a:rPr>
                <a:t>  = AB</a:t>
              </a:r>
              <a:r>
                <a:rPr kumimoji="0" lang="en-US" altLang="zh-CN" baseline="0" dirty="0">
                  <a:latin typeface="Arial" panose="020B0604020202020204" pitchFamily="34" charset="0"/>
                </a:rPr>
                <a:t>·</a:t>
              </a:r>
              <a:r>
                <a:rPr kumimoji="0" lang="en-US" altLang="zh-CN" baseline="0" dirty="0">
                  <a:latin typeface="宋体" panose="02010600030101010101" pitchFamily="2" charset="-122"/>
                </a:rPr>
                <a:t>AC</a:t>
              </a:r>
              <a:r>
                <a:rPr kumimoji="0" lang="en-US" altLang="zh-CN" baseline="0" dirty="0">
                  <a:latin typeface="Arial" panose="020B0604020202020204" pitchFamily="34" charset="0"/>
                </a:rPr>
                <a:t>·</a:t>
              </a:r>
              <a:r>
                <a:rPr kumimoji="0" lang="en-US" altLang="zh-CN" baseline="0" dirty="0">
                  <a:latin typeface="宋体" panose="02010600030101010101" pitchFamily="2" charset="-122"/>
                </a:rPr>
                <a:t>AC </a:t>
              </a:r>
              <a:endParaRPr kumimoji="0" lang="en-US" altLang="zh-CN" baseline="0" dirty="0">
                <a:latin typeface="宋体" panose="02010600030101010101" pitchFamily="2" charset="-122"/>
              </a:endParaRPr>
            </a:p>
          </p:txBody>
        </p:sp>
        <p:sp>
          <p:nvSpPr>
            <p:cNvPr id="53" name="Line 134"/>
            <p:cNvSpPr>
              <a:spLocks noChangeShapeType="1"/>
            </p:cNvSpPr>
            <p:nvPr/>
          </p:nvSpPr>
          <p:spPr bwMode="auto">
            <a:xfrm>
              <a:off x="5434013" y="4508500"/>
              <a:ext cx="13652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135"/>
            <p:cNvSpPr>
              <a:spLocks noChangeShapeType="1"/>
            </p:cNvSpPr>
            <p:nvPr/>
          </p:nvSpPr>
          <p:spPr bwMode="auto">
            <a:xfrm>
              <a:off x="6073775" y="4508500"/>
              <a:ext cx="138113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Line 138"/>
            <p:cNvSpPr>
              <a:spLocks noChangeShapeType="1"/>
            </p:cNvSpPr>
            <p:nvPr/>
          </p:nvSpPr>
          <p:spPr bwMode="auto">
            <a:xfrm>
              <a:off x="4964113" y="4445000"/>
              <a:ext cx="30003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139"/>
            <p:cNvSpPr>
              <a:spLocks noChangeShapeType="1"/>
            </p:cNvSpPr>
            <p:nvPr/>
          </p:nvSpPr>
          <p:spPr bwMode="auto">
            <a:xfrm>
              <a:off x="5432425" y="4445000"/>
              <a:ext cx="33337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140"/>
            <p:cNvSpPr>
              <a:spLocks noChangeShapeType="1"/>
            </p:cNvSpPr>
            <p:nvPr/>
          </p:nvSpPr>
          <p:spPr bwMode="auto">
            <a:xfrm>
              <a:off x="5892800" y="4445000"/>
              <a:ext cx="3190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142"/>
            <p:cNvSpPr>
              <a:spLocks noChangeShapeType="1"/>
            </p:cNvSpPr>
            <p:nvPr/>
          </p:nvSpPr>
          <p:spPr bwMode="auto">
            <a:xfrm>
              <a:off x="4962525" y="4373563"/>
              <a:ext cx="124460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9" name="Text Box 2"/>
          <p:cNvSpPr txBox="1">
            <a:spLocks noChangeArrowheads="1"/>
          </p:cNvSpPr>
          <p:nvPr/>
        </p:nvSpPr>
        <p:spPr bwMode="auto">
          <a:xfrm>
            <a:off x="6521681" y="1349328"/>
            <a:ext cx="5024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 baseline="0" dirty="0"/>
              <a:t>画逻辑电路，如下图所示：</a:t>
            </a:r>
            <a:endParaRPr kumimoji="0" lang="zh-CN" altLang="en-US" b="1" baseline="0" dirty="0"/>
          </a:p>
        </p:txBody>
      </p:sp>
      <p:grpSp>
        <p:nvGrpSpPr>
          <p:cNvPr id="60" name="组合 6"/>
          <p:cNvGrpSpPr/>
          <p:nvPr/>
        </p:nvGrpSpPr>
        <p:grpSpPr bwMode="auto">
          <a:xfrm>
            <a:off x="7460919" y="2506616"/>
            <a:ext cx="3235325" cy="2843212"/>
            <a:chOff x="2904286" y="1141417"/>
            <a:chExt cx="3235078" cy="2843213"/>
          </a:xfrm>
        </p:grpSpPr>
        <p:sp>
          <p:nvSpPr>
            <p:cNvPr id="61" name="Rectangle 63"/>
            <p:cNvSpPr>
              <a:spLocks noChangeArrowheads="1"/>
            </p:cNvSpPr>
            <p:nvPr/>
          </p:nvSpPr>
          <p:spPr bwMode="auto">
            <a:xfrm>
              <a:off x="3717086" y="1141417"/>
              <a:ext cx="406400" cy="811212"/>
            </a:xfrm>
            <a:prstGeom prst="rect">
              <a:avLst/>
            </a:prstGeom>
            <a:noFill/>
            <a:ln w="20638">
              <a:solidFill>
                <a:srgbClr val="8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Oval 64"/>
            <p:cNvSpPr>
              <a:spLocks noChangeArrowheads="1"/>
            </p:cNvSpPr>
            <p:nvPr/>
          </p:nvSpPr>
          <p:spPr bwMode="auto">
            <a:xfrm>
              <a:off x="4123486" y="1485905"/>
              <a:ext cx="120650" cy="122237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Line 65"/>
            <p:cNvSpPr>
              <a:spLocks noChangeShapeType="1"/>
            </p:cNvSpPr>
            <p:nvPr/>
          </p:nvSpPr>
          <p:spPr bwMode="auto">
            <a:xfrm>
              <a:off x="4244136" y="1547817"/>
              <a:ext cx="284163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66"/>
            <p:cNvSpPr>
              <a:spLocks noChangeShapeType="1"/>
            </p:cNvSpPr>
            <p:nvPr/>
          </p:nvSpPr>
          <p:spPr bwMode="auto">
            <a:xfrm flipH="1">
              <a:off x="3310686" y="1344617"/>
              <a:ext cx="40640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67"/>
            <p:cNvSpPr>
              <a:spLocks noChangeShapeType="1"/>
            </p:cNvSpPr>
            <p:nvPr/>
          </p:nvSpPr>
          <p:spPr bwMode="auto">
            <a:xfrm flipH="1">
              <a:off x="3310686" y="1751017"/>
              <a:ext cx="40640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Rectangle 68"/>
            <p:cNvSpPr>
              <a:spLocks noChangeArrowheads="1"/>
            </p:cNvSpPr>
            <p:nvPr/>
          </p:nvSpPr>
          <p:spPr bwMode="auto">
            <a:xfrm>
              <a:off x="3798049" y="1243017"/>
              <a:ext cx="284163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400" baseline="0">
                  <a:solidFill>
                    <a:srgbClr val="000080"/>
                  </a:solidFill>
                </a:rPr>
                <a:t>&amp;</a:t>
              </a:r>
              <a:endParaRPr lang="zh-CN" altLang="zh-CN"/>
            </a:p>
          </p:txBody>
        </p:sp>
        <p:sp>
          <p:nvSpPr>
            <p:cNvPr id="67" name="Rectangle 69"/>
            <p:cNvSpPr>
              <a:spLocks noChangeArrowheads="1"/>
            </p:cNvSpPr>
            <p:nvPr/>
          </p:nvSpPr>
          <p:spPr bwMode="auto">
            <a:xfrm>
              <a:off x="3717086" y="2155830"/>
              <a:ext cx="406400" cy="812800"/>
            </a:xfrm>
            <a:prstGeom prst="rect">
              <a:avLst/>
            </a:prstGeom>
            <a:noFill/>
            <a:ln w="20638">
              <a:solidFill>
                <a:srgbClr val="8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Oval 70"/>
            <p:cNvSpPr>
              <a:spLocks noChangeArrowheads="1"/>
            </p:cNvSpPr>
            <p:nvPr/>
          </p:nvSpPr>
          <p:spPr bwMode="auto">
            <a:xfrm>
              <a:off x="4123486" y="2501905"/>
              <a:ext cx="120650" cy="122237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Line 71"/>
            <p:cNvSpPr>
              <a:spLocks noChangeShapeType="1"/>
            </p:cNvSpPr>
            <p:nvPr/>
          </p:nvSpPr>
          <p:spPr bwMode="auto">
            <a:xfrm>
              <a:off x="4244136" y="2562230"/>
              <a:ext cx="727109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72"/>
            <p:cNvSpPr>
              <a:spLocks noChangeShapeType="1"/>
            </p:cNvSpPr>
            <p:nvPr/>
          </p:nvSpPr>
          <p:spPr bwMode="auto">
            <a:xfrm flipH="1">
              <a:off x="3310686" y="2359030"/>
              <a:ext cx="40640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3"/>
            <p:cNvSpPr>
              <a:spLocks noChangeShapeType="1"/>
            </p:cNvSpPr>
            <p:nvPr/>
          </p:nvSpPr>
          <p:spPr bwMode="auto">
            <a:xfrm flipH="1">
              <a:off x="3310686" y="2765430"/>
              <a:ext cx="40640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Rectangle 74"/>
            <p:cNvSpPr>
              <a:spLocks noChangeArrowheads="1"/>
            </p:cNvSpPr>
            <p:nvPr/>
          </p:nvSpPr>
          <p:spPr bwMode="auto">
            <a:xfrm>
              <a:off x="3798049" y="2259017"/>
              <a:ext cx="284163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400" baseline="0">
                  <a:solidFill>
                    <a:srgbClr val="000080"/>
                  </a:solidFill>
                </a:rPr>
                <a:t>&amp;</a:t>
              </a:r>
              <a:endParaRPr lang="zh-CN" altLang="zh-CN"/>
            </a:p>
          </p:txBody>
        </p:sp>
        <p:sp>
          <p:nvSpPr>
            <p:cNvPr id="73" name="Rectangle 75"/>
            <p:cNvSpPr>
              <a:spLocks noChangeArrowheads="1"/>
            </p:cNvSpPr>
            <p:nvPr/>
          </p:nvSpPr>
          <p:spPr bwMode="auto">
            <a:xfrm>
              <a:off x="3717086" y="3171830"/>
              <a:ext cx="406400" cy="812800"/>
            </a:xfrm>
            <a:prstGeom prst="rect">
              <a:avLst/>
            </a:prstGeom>
            <a:noFill/>
            <a:ln w="20638">
              <a:solidFill>
                <a:srgbClr val="8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Oval 76"/>
            <p:cNvSpPr>
              <a:spLocks noChangeArrowheads="1"/>
            </p:cNvSpPr>
            <p:nvPr/>
          </p:nvSpPr>
          <p:spPr bwMode="auto">
            <a:xfrm>
              <a:off x="4123486" y="3517905"/>
              <a:ext cx="120650" cy="122237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Line 77"/>
            <p:cNvSpPr>
              <a:spLocks noChangeShapeType="1"/>
            </p:cNvSpPr>
            <p:nvPr/>
          </p:nvSpPr>
          <p:spPr bwMode="auto">
            <a:xfrm>
              <a:off x="4244136" y="3578230"/>
              <a:ext cx="284163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8"/>
            <p:cNvSpPr>
              <a:spLocks noChangeShapeType="1"/>
            </p:cNvSpPr>
            <p:nvPr/>
          </p:nvSpPr>
          <p:spPr bwMode="auto">
            <a:xfrm flipH="1">
              <a:off x="3310686" y="3375030"/>
              <a:ext cx="40640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9"/>
            <p:cNvSpPr>
              <a:spLocks noChangeShapeType="1"/>
            </p:cNvSpPr>
            <p:nvPr/>
          </p:nvSpPr>
          <p:spPr bwMode="auto">
            <a:xfrm flipH="1">
              <a:off x="3310686" y="3781430"/>
              <a:ext cx="40640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80"/>
            <p:cNvSpPr>
              <a:spLocks noChangeArrowheads="1"/>
            </p:cNvSpPr>
            <p:nvPr/>
          </p:nvSpPr>
          <p:spPr bwMode="auto">
            <a:xfrm>
              <a:off x="3798049" y="3275017"/>
              <a:ext cx="284163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400" baseline="0">
                  <a:solidFill>
                    <a:srgbClr val="000080"/>
                  </a:solidFill>
                </a:rPr>
                <a:t>&amp;</a:t>
              </a:r>
              <a:endParaRPr lang="zh-CN" altLang="zh-CN"/>
            </a:p>
          </p:txBody>
        </p:sp>
        <p:sp>
          <p:nvSpPr>
            <p:cNvPr id="79" name="Rectangle 88"/>
            <p:cNvSpPr>
              <a:spLocks noChangeArrowheads="1"/>
            </p:cNvSpPr>
            <p:nvPr/>
          </p:nvSpPr>
          <p:spPr bwMode="auto">
            <a:xfrm>
              <a:off x="4980489" y="2054833"/>
              <a:ext cx="406400" cy="1036637"/>
            </a:xfrm>
            <a:prstGeom prst="rect">
              <a:avLst/>
            </a:prstGeom>
            <a:noFill/>
            <a:ln w="20638">
              <a:solidFill>
                <a:srgbClr val="8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Oval 89"/>
            <p:cNvSpPr>
              <a:spLocks noChangeArrowheads="1"/>
            </p:cNvSpPr>
            <p:nvPr/>
          </p:nvSpPr>
          <p:spPr bwMode="auto">
            <a:xfrm>
              <a:off x="5386889" y="2521558"/>
              <a:ext cx="122238" cy="122237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Line 90"/>
            <p:cNvSpPr>
              <a:spLocks noChangeShapeType="1"/>
            </p:cNvSpPr>
            <p:nvPr/>
          </p:nvSpPr>
          <p:spPr bwMode="auto">
            <a:xfrm>
              <a:off x="5509127" y="2583471"/>
              <a:ext cx="284163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91"/>
            <p:cNvSpPr>
              <a:spLocks noChangeShapeType="1"/>
            </p:cNvSpPr>
            <p:nvPr/>
          </p:nvSpPr>
          <p:spPr bwMode="auto">
            <a:xfrm flipH="1">
              <a:off x="4572000" y="2309544"/>
              <a:ext cx="412124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92"/>
            <p:cNvSpPr>
              <a:spLocks noChangeShapeType="1"/>
            </p:cNvSpPr>
            <p:nvPr/>
          </p:nvSpPr>
          <p:spPr bwMode="auto">
            <a:xfrm flipH="1">
              <a:off x="4574089" y="2883371"/>
              <a:ext cx="40640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Rectangle 93"/>
            <p:cNvSpPr>
              <a:spLocks noChangeArrowheads="1"/>
            </p:cNvSpPr>
            <p:nvPr/>
          </p:nvSpPr>
          <p:spPr bwMode="auto">
            <a:xfrm>
              <a:off x="5061452" y="2158021"/>
              <a:ext cx="284163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400" baseline="0">
                  <a:solidFill>
                    <a:srgbClr val="000080"/>
                  </a:solidFill>
                </a:rPr>
                <a:t>&amp;</a:t>
              </a:r>
              <a:endParaRPr lang="zh-CN" altLang="zh-CN"/>
            </a:p>
          </p:txBody>
        </p:sp>
        <p:sp>
          <p:nvSpPr>
            <p:cNvPr id="85" name="Freeform 97"/>
            <p:cNvSpPr/>
            <p:nvPr/>
          </p:nvSpPr>
          <p:spPr bwMode="auto">
            <a:xfrm>
              <a:off x="4528299" y="2884868"/>
              <a:ext cx="406400" cy="693361"/>
            </a:xfrm>
            <a:custGeom>
              <a:avLst/>
              <a:gdLst>
                <a:gd name="T0" fmla="*/ 0 w 256"/>
                <a:gd name="T1" fmla="*/ 2147483646 h 243"/>
                <a:gd name="T2" fmla="*/ 0 w 256"/>
                <a:gd name="T3" fmla="*/ 0 h 243"/>
                <a:gd name="T4" fmla="*/ 2147483646 w 256"/>
                <a:gd name="T5" fmla="*/ 0 h 2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6" h="243">
                  <a:moveTo>
                    <a:pt x="0" y="243"/>
                  </a:moveTo>
                  <a:lnTo>
                    <a:pt x="0" y="0"/>
                  </a:lnTo>
                  <a:lnTo>
                    <a:pt x="256" y="0"/>
                  </a:lnTo>
                </a:path>
              </a:pathLst>
            </a:custGeom>
            <a:noFill/>
            <a:ln w="2063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99"/>
            <p:cNvSpPr/>
            <p:nvPr/>
          </p:nvSpPr>
          <p:spPr bwMode="auto">
            <a:xfrm>
              <a:off x="4528299" y="1547817"/>
              <a:ext cx="45719" cy="770380"/>
            </a:xfrm>
            <a:custGeom>
              <a:avLst/>
              <a:gdLst>
                <a:gd name="T0" fmla="*/ 0 w 256"/>
                <a:gd name="T1" fmla="*/ 0 h 780"/>
                <a:gd name="T2" fmla="*/ 1458176966 w 256"/>
                <a:gd name="T3" fmla="*/ 0 h 780"/>
                <a:gd name="T4" fmla="*/ 1458176966 w 256"/>
                <a:gd name="T5" fmla="*/ 2147483646 h 7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6" h="780">
                  <a:moveTo>
                    <a:pt x="0" y="0"/>
                  </a:moveTo>
                  <a:lnTo>
                    <a:pt x="256" y="0"/>
                  </a:lnTo>
                  <a:lnTo>
                    <a:pt x="256" y="780"/>
                  </a:lnTo>
                </a:path>
              </a:pathLst>
            </a:custGeom>
            <a:noFill/>
            <a:ln w="2063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Rectangle 100"/>
            <p:cNvSpPr>
              <a:spLocks noChangeArrowheads="1"/>
            </p:cNvSpPr>
            <p:nvPr/>
          </p:nvSpPr>
          <p:spPr bwMode="auto">
            <a:xfrm>
              <a:off x="2945561" y="2236792"/>
              <a:ext cx="223838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900" baseline="0">
                  <a:solidFill>
                    <a:srgbClr val="000080"/>
                  </a:solidFill>
                </a:rPr>
                <a:t>A</a:t>
              </a:r>
              <a:endParaRPr lang="zh-CN" altLang="zh-CN"/>
            </a:p>
          </p:txBody>
        </p:sp>
        <p:sp>
          <p:nvSpPr>
            <p:cNvPr id="88" name="Rectangle 101"/>
            <p:cNvSpPr>
              <a:spLocks noChangeArrowheads="1"/>
            </p:cNvSpPr>
            <p:nvPr/>
          </p:nvSpPr>
          <p:spPr bwMode="auto">
            <a:xfrm>
              <a:off x="2945561" y="3252792"/>
              <a:ext cx="223838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900" baseline="0">
                  <a:solidFill>
                    <a:srgbClr val="000080"/>
                  </a:solidFill>
                </a:rPr>
                <a:t>A</a:t>
              </a:r>
              <a:endParaRPr lang="zh-CN" altLang="zh-CN"/>
            </a:p>
          </p:txBody>
        </p:sp>
        <p:sp>
          <p:nvSpPr>
            <p:cNvPr id="89" name="Rectangle 103"/>
            <p:cNvSpPr>
              <a:spLocks noChangeArrowheads="1"/>
            </p:cNvSpPr>
            <p:nvPr/>
          </p:nvSpPr>
          <p:spPr bwMode="auto">
            <a:xfrm>
              <a:off x="2964611" y="2643192"/>
              <a:ext cx="16190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900" baseline="0">
                  <a:solidFill>
                    <a:srgbClr val="000080"/>
                  </a:solidFill>
                </a:rPr>
                <a:t>C</a:t>
              </a:r>
              <a:endParaRPr lang="zh-CN" altLang="zh-CN"/>
            </a:p>
          </p:txBody>
        </p:sp>
        <p:sp>
          <p:nvSpPr>
            <p:cNvPr id="90" name="Rectangle 105"/>
            <p:cNvSpPr>
              <a:spLocks noChangeArrowheads="1"/>
            </p:cNvSpPr>
            <p:nvPr/>
          </p:nvSpPr>
          <p:spPr bwMode="auto">
            <a:xfrm>
              <a:off x="2945561" y="1241430"/>
              <a:ext cx="176330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900" baseline="0">
                  <a:solidFill>
                    <a:srgbClr val="000080"/>
                  </a:solidFill>
                </a:rPr>
                <a:t>A</a:t>
              </a:r>
              <a:endParaRPr lang="zh-CN" altLang="zh-CN"/>
            </a:p>
          </p:txBody>
        </p:sp>
        <p:sp>
          <p:nvSpPr>
            <p:cNvPr id="91" name="Rectangle 107"/>
            <p:cNvSpPr>
              <a:spLocks noChangeArrowheads="1"/>
            </p:cNvSpPr>
            <p:nvPr/>
          </p:nvSpPr>
          <p:spPr bwMode="auto">
            <a:xfrm>
              <a:off x="2945561" y="1627192"/>
              <a:ext cx="16190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900" baseline="0">
                  <a:solidFill>
                    <a:srgbClr val="000080"/>
                  </a:solidFill>
                </a:rPr>
                <a:t>B</a:t>
              </a:r>
              <a:endParaRPr lang="zh-CN" altLang="zh-CN"/>
            </a:p>
          </p:txBody>
        </p:sp>
        <p:sp>
          <p:nvSpPr>
            <p:cNvPr id="92" name="Rectangle 108"/>
            <p:cNvSpPr>
              <a:spLocks noChangeArrowheads="1"/>
            </p:cNvSpPr>
            <p:nvPr/>
          </p:nvSpPr>
          <p:spPr bwMode="auto">
            <a:xfrm>
              <a:off x="2945561" y="3659192"/>
              <a:ext cx="161904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900" baseline="0">
                  <a:solidFill>
                    <a:srgbClr val="000080"/>
                  </a:solidFill>
                </a:rPr>
                <a:t>C</a:t>
              </a:r>
              <a:endParaRPr lang="zh-CN" altLang="zh-CN"/>
            </a:p>
          </p:txBody>
        </p:sp>
        <p:sp>
          <p:nvSpPr>
            <p:cNvPr id="93" name="Rectangle 109"/>
            <p:cNvSpPr>
              <a:spLocks noChangeArrowheads="1"/>
            </p:cNvSpPr>
            <p:nvPr/>
          </p:nvSpPr>
          <p:spPr bwMode="auto">
            <a:xfrm>
              <a:off x="5936164" y="2461233"/>
              <a:ext cx="203200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900" baseline="0">
                  <a:solidFill>
                    <a:srgbClr val="000080"/>
                  </a:solidFill>
                </a:rPr>
                <a:t>F</a:t>
              </a:r>
              <a:endParaRPr lang="zh-CN" altLang="zh-CN"/>
            </a:p>
          </p:txBody>
        </p:sp>
        <p:sp>
          <p:nvSpPr>
            <p:cNvPr id="94" name="Line 112"/>
            <p:cNvSpPr>
              <a:spLocks noChangeShapeType="1"/>
            </p:cNvSpPr>
            <p:nvPr/>
          </p:nvSpPr>
          <p:spPr bwMode="auto">
            <a:xfrm>
              <a:off x="2904286" y="3659192"/>
              <a:ext cx="203200" cy="0"/>
            </a:xfrm>
            <a:prstGeom prst="line">
              <a:avLst/>
            </a:prstGeom>
            <a:noFill/>
            <a:ln w="20638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114"/>
            <p:cNvSpPr>
              <a:spLocks noChangeShapeType="1"/>
            </p:cNvSpPr>
            <p:nvPr/>
          </p:nvSpPr>
          <p:spPr bwMode="auto">
            <a:xfrm>
              <a:off x="2924924" y="2238380"/>
              <a:ext cx="182563" cy="0"/>
            </a:xfrm>
            <a:prstGeom prst="line">
              <a:avLst/>
            </a:prstGeom>
            <a:noFill/>
            <a:ln w="20638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" grpId="0" animBg="1"/>
      <p:bldP spid="7" grpId="0" animBg="1"/>
      <p:bldP spid="44" grpId="0" animBg="1"/>
      <p:bldP spid="4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Object 54"/>
          <p:cNvGraphicFramePr>
            <a:graphicFrameLocks noChangeAspect="1"/>
          </p:cNvGraphicFramePr>
          <p:nvPr/>
        </p:nvGraphicFramePr>
        <p:xfrm>
          <a:off x="833220" y="984229"/>
          <a:ext cx="7518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518400" imgH="508000" progId="Equation.3">
                  <p:embed/>
                </p:oleObj>
              </mc:Choice>
              <mc:Fallback>
                <p:oleObj name="Equation" r:id="rId1" imgW="7518400" imgH="508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220" y="984229"/>
                        <a:ext cx="75184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Text Box 56"/>
          <p:cNvSpPr txBox="1">
            <a:spLocks noChangeArrowheads="1"/>
          </p:cNvSpPr>
          <p:nvPr/>
        </p:nvSpPr>
        <p:spPr bwMode="auto">
          <a:xfrm>
            <a:off x="826870" y="1601767"/>
            <a:ext cx="6646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zh-CN" altLang="en-US" b="1" baseline="0" dirty="0">
                <a:latin typeface="宋体" panose="02010600030101010101" pitchFamily="2" charset="-122"/>
              </a:rPr>
              <a:t>解：函数的卡诺图如下所示：</a:t>
            </a:r>
            <a:endParaRPr kumimoji="0" lang="zh-CN" altLang="en-US" b="1" baseline="0" dirty="0">
              <a:latin typeface="宋体" panose="02010600030101010101" pitchFamily="2" charset="-122"/>
            </a:endParaRPr>
          </a:p>
        </p:txBody>
      </p:sp>
      <p:grpSp>
        <p:nvGrpSpPr>
          <p:cNvPr id="87" name="Group 57"/>
          <p:cNvGrpSpPr/>
          <p:nvPr/>
        </p:nvGrpSpPr>
        <p:grpSpPr bwMode="auto">
          <a:xfrm>
            <a:off x="857033" y="2216129"/>
            <a:ext cx="2884487" cy="2384425"/>
            <a:chOff x="723" y="774"/>
            <a:chExt cx="1817" cy="1502"/>
          </a:xfrm>
        </p:grpSpPr>
        <p:sp>
          <p:nvSpPr>
            <p:cNvPr id="88" name="Text Box 58"/>
            <p:cNvSpPr txBox="1">
              <a:spLocks noChangeArrowheads="1"/>
            </p:cNvSpPr>
            <p:nvPr/>
          </p:nvSpPr>
          <p:spPr bwMode="auto">
            <a:xfrm>
              <a:off x="723" y="1014"/>
              <a:ext cx="52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AB 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Text Box 59"/>
            <p:cNvSpPr txBox="1">
              <a:spLocks noChangeArrowheads="1"/>
            </p:cNvSpPr>
            <p:nvPr/>
          </p:nvSpPr>
          <p:spPr bwMode="auto">
            <a:xfrm>
              <a:off x="1027" y="774"/>
              <a:ext cx="52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CD 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Rectangle 60"/>
            <p:cNvSpPr>
              <a:spLocks noChangeArrowheads="1"/>
            </p:cNvSpPr>
            <p:nvPr/>
          </p:nvSpPr>
          <p:spPr bwMode="auto">
            <a:xfrm>
              <a:off x="2231" y="2022"/>
              <a:ext cx="309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1" name="Rectangle 61"/>
            <p:cNvSpPr>
              <a:spLocks noChangeArrowheads="1"/>
            </p:cNvSpPr>
            <p:nvPr/>
          </p:nvSpPr>
          <p:spPr bwMode="auto">
            <a:xfrm>
              <a:off x="1927" y="2022"/>
              <a:ext cx="30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2" name="Rectangle 62"/>
            <p:cNvSpPr>
              <a:spLocks noChangeArrowheads="1"/>
            </p:cNvSpPr>
            <p:nvPr/>
          </p:nvSpPr>
          <p:spPr bwMode="auto">
            <a:xfrm>
              <a:off x="1626" y="2022"/>
              <a:ext cx="301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63"/>
            <p:cNvSpPr>
              <a:spLocks noChangeArrowheads="1"/>
            </p:cNvSpPr>
            <p:nvPr/>
          </p:nvSpPr>
          <p:spPr bwMode="auto">
            <a:xfrm>
              <a:off x="1307" y="2022"/>
              <a:ext cx="319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Rectangle 64"/>
            <p:cNvSpPr>
              <a:spLocks noChangeArrowheads="1"/>
            </p:cNvSpPr>
            <p:nvPr/>
          </p:nvSpPr>
          <p:spPr bwMode="auto">
            <a:xfrm>
              <a:off x="987" y="2022"/>
              <a:ext cx="32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Rectangle 65"/>
            <p:cNvSpPr>
              <a:spLocks noChangeArrowheads="1"/>
            </p:cNvSpPr>
            <p:nvPr/>
          </p:nvSpPr>
          <p:spPr bwMode="auto">
            <a:xfrm>
              <a:off x="2231" y="1768"/>
              <a:ext cx="309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66"/>
            <p:cNvSpPr>
              <a:spLocks noChangeArrowheads="1"/>
            </p:cNvSpPr>
            <p:nvPr/>
          </p:nvSpPr>
          <p:spPr bwMode="auto">
            <a:xfrm>
              <a:off x="1927" y="1768"/>
              <a:ext cx="30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67"/>
            <p:cNvSpPr>
              <a:spLocks noChangeArrowheads="1"/>
            </p:cNvSpPr>
            <p:nvPr/>
          </p:nvSpPr>
          <p:spPr bwMode="auto">
            <a:xfrm>
              <a:off x="1626" y="1768"/>
              <a:ext cx="301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68"/>
            <p:cNvSpPr>
              <a:spLocks noChangeArrowheads="1"/>
            </p:cNvSpPr>
            <p:nvPr/>
          </p:nvSpPr>
          <p:spPr bwMode="auto">
            <a:xfrm>
              <a:off x="1307" y="1768"/>
              <a:ext cx="319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9" name="Rectangle 69"/>
            <p:cNvSpPr>
              <a:spLocks noChangeArrowheads="1"/>
            </p:cNvSpPr>
            <p:nvPr/>
          </p:nvSpPr>
          <p:spPr bwMode="auto">
            <a:xfrm>
              <a:off x="987" y="1768"/>
              <a:ext cx="32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" name="Rectangle 70"/>
            <p:cNvSpPr>
              <a:spLocks noChangeArrowheads="1"/>
            </p:cNvSpPr>
            <p:nvPr/>
          </p:nvSpPr>
          <p:spPr bwMode="auto">
            <a:xfrm>
              <a:off x="2231" y="1514"/>
              <a:ext cx="309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Rectangle 71"/>
            <p:cNvSpPr>
              <a:spLocks noChangeArrowheads="1"/>
            </p:cNvSpPr>
            <p:nvPr/>
          </p:nvSpPr>
          <p:spPr bwMode="auto">
            <a:xfrm>
              <a:off x="1927" y="1514"/>
              <a:ext cx="30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Rectangle 72"/>
            <p:cNvSpPr>
              <a:spLocks noChangeArrowheads="1"/>
            </p:cNvSpPr>
            <p:nvPr/>
          </p:nvSpPr>
          <p:spPr bwMode="auto">
            <a:xfrm>
              <a:off x="1626" y="1514"/>
              <a:ext cx="301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Rectangle 73"/>
            <p:cNvSpPr>
              <a:spLocks noChangeArrowheads="1"/>
            </p:cNvSpPr>
            <p:nvPr/>
          </p:nvSpPr>
          <p:spPr bwMode="auto">
            <a:xfrm>
              <a:off x="1307" y="1514"/>
              <a:ext cx="319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 74"/>
            <p:cNvSpPr>
              <a:spLocks noChangeArrowheads="1"/>
            </p:cNvSpPr>
            <p:nvPr/>
          </p:nvSpPr>
          <p:spPr bwMode="auto">
            <a:xfrm>
              <a:off x="987" y="1514"/>
              <a:ext cx="32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Rectangle 75"/>
            <p:cNvSpPr>
              <a:spLocks noChangeArrowheads="1"/>
            </p:cNvSpPr>
            <p:nvPr/>
          </p:nvSpPr>
          <p:spPr bwMode="auto">
            <a:xfrm>
              <a:off x="2231" y="1260"/>
              <a:ext cx="309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Rectangle 76"/>
            <p:cNvSpPr>
              <a:spLocks noChangeArrowheads="1"/>
            </p:cNvSpPr>
            <p:nvPr/>
          </p:nvSpPr>
          <p:spPr bwMode="auto">
            <a:xfrm>
              <a:off x="1927" y="1260"/>
              <a:ext cx="30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" name="Rectangle 77"/>
            <p:cNvSpPr>
              <a:spLocks noChangeArrowheads="1"/>
            </p:cNvSpPr>
            <p:nvPr/>
          </p:nvSpPr>
          <p:spPr bwMode="auto">
            <a:xfrm>
              <a:off x="1626" y="1260"/>
              <a:ext cx="301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Rectangle 78"/>
            <p:cNvSpPr>
              <a:spLocks noChangeArrowheads="1"/>
            </p:cNvSpPr>
            <p:nvPr/>
          </p:nvSpPr>
          <p:spPr bwMode="auto">
            <a:xfrm>
              <a:off x="1307" y="1260"/>
              <a:ext cx="319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" name="Rectangle 79"/>
            <p:cNvSpPr>
              <a:spLocks noChangeArrowheads="1"/>
            </p:cNvSpPr>
            <p:nvPr/>
          </p:nvSpPr>
          <p:spPr bwMode="auto">
            <a:xfrm>
              <a:off x="987" y="1260"/>
              <a:ext cx="32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00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Rectangle 80"/>
            <p:cNvSpPr>
              <a:spLocks noChangeArrowheads="1"/>
            </p:cNvSpPr>
            <p:nvPr/>
          </p:nvSpPr>
          <p:spPr bwMode="auto">
            <a:xfrm>
              <a:off x="2231" y="940"/>
              <a:ext cx="30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Rectangle 81"/>
            <p:cNvSpPr>
              <a:spLocks noChangeArrowheads="1"/>
            </p:cNvSpPr>
            <p:nvPr/>
          </p:nvSpPr>
          <p:spPr bwMode="auto">
            <a:xfrm>
              <a:off x="1927" y="940"/>
              <a:ext cx="304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" name="Rectangle 82"/>
            <p:cNvSpPr>
              <a:spLocks noChangeArrowheads="1"/>
            </p:cNvSpPr>
            <p:nvPr/>
          </p:nvSpPr>
          <p:spPr bwMode="auto">
            <a:xfrm>
              <a:off x="1626" y="940"/>
              <a:ext cx="301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83"/>
            <p:cNvSpPr>
              <a:spLocks noChangeArrowheads="1"/>
            </p:cNvSpPr>
            <p:nvPr/>
          </p:nvSpPr>
          <p:spPr bwMode="auto">
            <a:xfrm>
              <a:off x="1307" y="940"/>
              <a:ext cx="31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00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Rectangle 84"/>
            <p:cNvSpPr>
              <a:spLocks noChangeArrowheads="1"/>
            </p:cNvSpPr>
            <p:nvPr/>
          </p:nvSpPr>
          <p:spPr bwMode="auto">
            <a:xfrm>
              <a:off x="987" y="940"/>
              <a:ext cx="32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Line 85"/>
            <p:cNvSpPr>
              <a:spLocks noChangeShapeType="1"/>
            </p:cNvSpPr>
            <p:nvPr/>
          </p:nvSpPr>
          <p:spPr bwMode="auto">
            <a:xfrm>
              <a:off x="987" y="940"/>
              <a:ext cx="320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Line 86"/>
            <p:cNvSpPr>
              <a:spLocks noChangeShapeType="1"/>
            </p:cNvSpPr>
            <p:nvPr/>
          </p:nvSpPr>
          <p:spPr bwMode="auto">
            <a:xfrm>
              <a:off x="987" y="2276"/>
              <a:ext cx="320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Line 87"/>
            <p:cNvSpPr>
              <a:spLocks noChangeShapeType="1"/>
            </p:cNvSpPr>
            <p:nvPr/>
          </p:nvSpPr>
          <p:spPr bwMode="auto">
            <a:xfrm>
              <a:off x="987" y="940"/>
              <a:ext cx="0" cy="32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Line 88"/>
            <p:cNvSpPr>
              <a:spLocks noChangeShapeType="1"/>
            </p:cNvSpPr>
            <p:nvPr/>
          </p:nvSpPr>
          <p:spPr bwMode="auto">
            <a:xfrm>
              <a:off x="2540" y="940"/>
              <a:ext cx="0" cy="32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Line 89"/>
            <p:cNvSpPr>
              <a:spLocks noChangeShapeType="1"/>
            </p:cNvSpPr>
            <p:nvPr/>
          </p:nvSpPr>
          <p:spPr bwMode="auto">
            <a:xfrm>
              <a:off x="1307" y="940"/>
              <a:ext cx="319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Line 90"/>
            <p:cNvSpPr>
              <a:spLocks noChangeShapeType="1"/>
            </p:cNvSpPr>
            <p:nvPr/>
          </p:nvSpPr>
          <p:spPr bwMode="auto">
            <a:xfrm>
              <a:off x="987" y="940"/>
              <a:ext cx="320" cy="32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Line 91"/>
            <p:cNvSpPr>
              <a:spLocks noChangeShapeType="1"/>
            </p:cNvSpPr>
            <p:nvPr/>
          </p:nvSpPr>
          <p:spPr bwMode="auto">
            <a:xfrm>
              <a:off x="987" y="1260"/>
              <a:ext cx="0" cy="254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Line 92"/>
            <p:cNvSpPr>
              <a:spLocks noChangeShapeType="1"/>
            </p:cNvSpPr>
            <p:nvPr/>
          </p:nvSpPr>
          <p:spPr bwMode="auto">
            <a:xfrm>
              <a:off x="1307" y="1260"/>
              <a:ext cx="0" cy="10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Line 93"/>
            <p:cNvSpPr>
              <a:spLocks noChangeShapeType="1"/>
            </p:cNvSpPr>
            <p:nvPr/>
          </p:nvSpPr>
          <p:spPr bwMode="auto">
            <a:xfrm>
              <a:off x="1307" y="1260"/>
              <a:ext cx="123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Line 94"/>
            <p:cNvSpPr>
              <a:spLocks noChangeShapeType="1"/>
            </p:cNvSpPr>
            <p:nvPr/>
          </p:nvSpPr>
          <p:spPr bwMode="auto">
            <a:xfrm>
              <a:off x="1626" y="940"/>
              <a:ext cx="301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Line 95"/>
            <p:cNvSpPr>
              <a:spLocks noChangeShapeType="1"/>
            </p:cNvSpPr>
            <p:nvPr/>
          </p:nvSpPr>
          <p:spPr bwMode="auto">
            <a:xfrm>
              <a:off x="1626" y="1260"/>
              <a:ext cx="0" cy="10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Line 96"/>
            <p:cNvSpPr>
              <a:spLocks noChangeShapeType="1"/>
            </p:cNvSpPr>
            <p:nvPr/>
          </p:nvSpPr>
          <p:spPr bwMode="auto">
            <a:xfrm>
              <a:off x="1927" y="940"/>
              <a:ext cx="304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Line 97"/>
            <p:cNvSpPr>
              <a:spLocks noChangeShapeType="1"/>
            </p:cNvSpPr>
            <p:nvPr/>
          </p:nvSpPr>
          <p:spPr bwMode="auto">
            <a:xfrm>
              <a:off x="1927" y="1260"/>
              <a:ext cx="0" cy="10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Line 98"/>
            <p:cNvSpPr>
              <a:spLocks noChangeShapeType="1"/>
            </p:cNvSpPr>
            <p:nvPr/>
          </p:nvSpPr>
          <p:spPr bwMode="auto">
            <a:xfrm>
              <a:off x="2231" y="940"/>
              <a:ext cx="309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Line 99"/>
            <p:cNvSpPr>
              <a:spLocks noChangeShapeType="1"/>
            </p:cNvSpPr>
            <p:nvPr/>
          </p:nvSpPr>
          <p:spPr bwMode="auto">
            <a:xfrm>
              <a:off x="2231" y="1260"/>
              <a:ext cx="0" cy="10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Line 100"/>
            <p:cNvSpPr>
              <a:spLocks noChangeShapeType="1"/>
            </p:cNvSpPr>
            <p:nvPr/>
          </p:nvSpPr>
          <p:spPr bwMode="auto">
            <a:xfrm>
              <a:off x="2540" y="1260"/>
              <a:ext cx="0" cy="101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1" name="Line 101"/>
            <p:cNvSpPr>
              <a:spLocks noChangeShapeType="1"/>
            </p:cNvSpPr>
            <p:nvPr/>
          </p:nvSpPr>
          <p:spPr bwMode="auto">
            <a:xfrm>
              <a:off x="987" y="1514"/>
              <a:ext cx="0" cy="254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Line 102"/>
            <p:cNvSpPr>
              <a:spLocks noChangeShapeType="1"/>
            </p:cNvSpPr>
            <p:nvPr/>
          </p:nvSpPr>
          <p:spPr bwMode="auto">
            <a:xfrm>
              <a:off x="1307" y="1514"/>
              <a:ext cx="123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Line 103"/>
            <p:cNvSpPr>
              <a:spLocks noChangeShapeType="1"/>
            </p:cNvSpPr>
            <p:nvPr/>
          </p:nvSpPr>
          <p:spPr bwMode="auto">
            <a:xfrm>
              <a:off x="987" y="1768"/>
              <a:ext cx="0" cy="254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Line 104"/>
            <p:cNvSpPr>
              <a:spLocks noChangeShapeType="1"/>
            </p:cNvSpPr>
            <p:nvPr/>
          </p:nvSpPr>
          <p:spPr bwMode="auto">
            <a:xfrm>
              <a:off x="1307" y="1768"/>
              <a:ext cx="123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Line 105"/>
            <p:cNvSpPr>
              <a:spLocks noChangeShapeType="1"/>
            </p:cNvSpPr>
            <p:nvPr/>
          </p:nvSpPr>
          <p:spPr bwMode="auto">
            <a:xfrm>
              <a:off x="987" y="2022"/>
              <a:ext cx="0" cy="254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Line 106"/>
            <p:cNvSpPr>
              <a:spLocks noChangeShapeType="1"/>
            </p:cNvSpPr>
            <p:nvPr/>
          </p:nvSpPr>
          <p:spPr bwMode="auto">
            <a:xfrm>
              <a:off x="1307" y="2022"/>
              <a:ext cx="123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Line 107"/>
            <p:cNvSpPr>
              <a:spLocks noChangeShapeType="1"/>
            </p:cNvSpPr>
            <p:nvPr/>
          </p:nvSpPr>
          <p:spPr bwMode="auto">
            <a:xfrm>
              <a:off x="1307" y="2276"/>
              <a:ext cx="1233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8" name="AutoShape 111"/>
          <p:cNvSpPr/>
          <p:nvPr/>
        </p:nvSpPr>
        <p:spPr bwMode="auto">
          <a:xfrm>
            <a:off x="3322420" y="3030517"/>
            <a:ext cx="409575" cy="708025"/>
          </a:xfrm>
          <a:prstGeom prst="leftBracket">
            <a:avLst>
              <a:gd name="adj" fmla="val 14406"/>
            </a:avLst>
          </a:prstGeom>
          <a:noFill/>
          <a:ln w="28575">
            <a:solidFill>
              <a:srgbClr val="FF0000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" name="AutoShape 112"/>
          <p:cNvSpPr/>
          <p:nvPr/>
        </p:nvSpPr>
        <p:spPr bwMode="auto">
          <a:xfrm>
            <a:off x="1792070" y="3028929"/>
            <a:ext cx="387350" cy="733425"/>
          </a:xfrm>
          <a:prstGeom prst="rightBracket">
            <a:avLst>
              <a:gd name="adj" fmla="val 15779"/>
            </a:avLst>
          </a:prstGeom>
          <a:noFill/>
          <a:ln w="28575">
            <a:solidFill>
              <a:srgbClr val="FF0000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" name="AutoShape 113"/>
          <p:cNvSpPr>
            <a:spLocks noChangeArrowheads="1"/>
          </p:cNvSpPr>
          <p:nvPr/>
        </p:nvSpPr>
        <p:spPr bwMode="auto">
          <a:xfrm>
            <a:off x="1858745" y="4265592"/>
            <a:ext cx="822325" cy="274637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" name="AutoShape 114"/>
          <p:cNvSpPr>
            <a:spLocks noChangeArrowheads="1"/>
          </p:cNvSpPr>
          <p:nvPr/>
        </p:nvSpPr>
        <p:spPr bwMode="auto">
          <a:xfrm>
            <a:off x="1838108" y="3052742"/>
            <a:ext cx="411162" cy="15081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FF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" name="AutoShape 115"/>
          <p:cNvSpPr>
            <a:spLocks noChangeArrowheads="1"/>
          </p:cNvSpPr>
          <p:nvPr/>
        </p:nvSpPr>
        <p:spPr bwMode="auto">
          <a:xfrm>
            <a:off x="1858745" y="3465492"/>
            <a:ext cx="1782763" cy="274637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660033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3" name="Group 145"/>
          <p:cNvGrpSpPr/>
          <p:nvPr/>
        </p:nvGrpSpPr>
        <p:grpSpPr bwMode="auto">
          <a:xfrm>
            <a:off x="4154270" y="2795567"/>
            <a:ext cx="4133850" cy="519112"/>
            <a:chOff x="2604" y="2287"/>
            <a:chExt cx="2604" cy="327"/>
          </a:xfrm>
        </p:grpSpPr>
        <p:sp>
          <p:nvSpPr>
            <p:cNvPr id="144" name="Text Box 116"/>
            <p:cNvSpPr txBox="1">
              <a:spLocks noChangeArrowheads="1"/>
            </p:cNvSpPr>
            <p:nvPr/>
          </p:nvSpPr>
          <p:spPr bwMode="auto">
            <a:xfrm>
              <a:off x="2604" y="2287"/>
              <a:ext cx="26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F = ABC+CD+AB+AD </a:t>
              </a:r>
              <a:endPara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5" name="Line 117"/>
            <p:cNvSpPr>
              <a:spLocks noChangeShapeType="1"/>
            </p:cNvSpPr>
            <p:nvPr/>
          </p:nvSpPr>
          <p:spPr bwMode="auto">
            <a:xfrm>
              <a:off x="3226" y="2347"/>
              <a:ext cx="1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Line 119"/>
            <p:cNvSpPr>
              <a:spLocks noChangeShapeType="1"/>
            </p:cNvSpPr>
            <p:nvPr/>
          </p:nvSpPr>
          <p:spPr bwMode="auto">
            <a:xfrm>
              <a:off x="3355" y="2347"/>
              <a:ext cx="10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Line 122"/>
            <p:cNvSpPr>
              <a:spLocks noChangeShapeType="1"/>
            </p:cNvSpPr>
            <p:nvPr/>
          </p:nvSpPr>
          <p:spPr bwMode="auto">
            <a:xfrm>
              <a:off x="3689" y="2347"/>
              <a:ext cx="10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Line 123"/>
            <p:cNvSpPr>
              <a:spLocks noChangeShapeType="1"/>
            </p:cNvSpPr>
            <p:nvPr/>
          </p:nvSpPr>
          <p:spPr bwMode="auto">
            <a:xfrm>
              <a:off x="3581" y="2347"/>
              <a:ext cx="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Line 125"/>
            <p:cNvSpPr>
              <a:spLocks noChangeShapeType="1"/>
            </p:cNvSpPr>
            <p:nvPr/>
          </p:nvSpPr>
          <p:spPr bwMode="auto">
            <a:xfrm>
              <a:off x="3908" y="2347"/>
              <a:ext cx="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Line 126"/>
            <p:cNvSpPr>
              <a:spLocks noChangeShapeType="1"/>
            </p:cNvSpPr>
            <p:nvPr/>
          </p:nvSpPr>
          <p:spPr bwMode="auto">
            <a:xfrm>
              <a:off x="4253" y="2347"/>
              <a:ext cx="7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Line 127"/>
            <p:cNvSpPr>
              <a:spLocks noChangeShapeType="1"/>
            </p:cNvSpPr>
            <p:nvPr/>
          </p:nvSpPr>
          <p:spPr bwMode="auto">
            <a:xfrm>
              <a:off x="4360" y="2347"/>
              <a:ext cx="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2" name="Group 146"/>
          <p:cNvGrpSpPr/>
          <p:nvPr/>
        </p:nvGrpSpPr>
        <p:grpSpPr bwMode="auto">
          <a:xfrm>
            <a:off x="4154270" y="3536936"/>
            <a:ext cx="3425825" cy="560389"/>
            <a:chOff x="2602" y="2651"/>
            <a:chExt cx="2158" cy="353"/>
          </a:xfrm>
        </p:grpSpPr>
        <p:sp>
          <p:nvSpPr>
            <p:cNvPr id="153" name="Text Box 130"/>
            <p:cNvSpPr txBox="1">
              <a:spLocks noChangeArrowheads="1"/>
            </p:cNvSpPr>
            <p:nvPr/>
          </p:nvSpPr>
          <p:spPr bwMode="auto">
            <a:xfrm>
              <a:off x="2602" y="2677"/>
              <a:ext cx="21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  = ABC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·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CD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·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AB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·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AD </a:t>
              </a:r>
              <a:endPara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4" name="Line 131"/>
            <p:cNvSpPr>
              <a:spLocks noChangeShapeType="1"/>
            </p:cNvSpPr>
            <p:nvPr/>
          </p:nvSpPr>
          <p:spPr bwMode="auto">
            <a:xfrm>
              <a:off x="3224" y="2737"/>
              <a:ext cx="1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Line 132"/>
            <p:cNvSpPr>
              <a:spLocks noChangeShapeType="1"/>
            </p:cNvSpPr>
            <p:nvPr/>
          </p:nvSpPr>
          <p:spPr bwMode="auto">
            <a:xfrm>
              <a:off x="3353" y="2737"/>
              <a:ext cx="10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Line 133"/>
            <p:cNvSpPr>
              <a:spLocks noChangeShapeType="1"/>
            </p:cNvSpPr>
            <p:nvPr/>
          </p:nvSpPr>
          <p:spPr bwMode="auto">
            <a:xfrm>
              <a:off x="3631" y="2737"/>
              <a:ext cx="10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Line 134"/>
            <p:cNvSpPr>
              <a:spLocks noChangeShapeType="1"/>
            </p:cNvSpPr>
            <p:nvPr/>
          </p:nvSpPr>
          <p:spPr bwMode="auto">
            <a:xfrm>
              <a:off x="3523" y="2737"/>
              <a:ext cx="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Line 135"/>
            <p:cNvSpPr>
              <a:spLocks noChangeShapeType="1"/>
            </p:cNvSpPr>
            <p:nvPr/>
          </p:nvSpPr>
          <p:spPr bwMode="auto">
            <a:xfrm>
              <a:off x="3808" y="2737"/>
              <a:ext cx="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Line 136"/>
            <p:cNvSpPr>
              <a:spLocks noChangeShapeType="1"/>
            </p:cNvSpPr>
            <p:nvPr/>
          </p:nvSpPr>
          <p:spPr bwMode="auto">
            <a:xfrm>
              <a:off x="4097" y="2737"/>
              <a:ext cx="7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Line 137"/>
            <p:cNvSpPr>
              <a:spLocks noChangeShapeType="1"/>
            </p:cNvSpPr>
            <p:nvPr/>
          </p:nvSpPr>
          <p:spPr bwMode="auto">
            <a:xfrm>
              <a:off x="4204" y="2737"/>
              <a:ext cx="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Line 138"/>
            <p:cNvSpPr>
              <a:spLocks noChangeShapeType="1"/>
            </p:cNvSpPr>
            <p:nvPr/>
          </p:nvSpPr>
          <p:spPr bwMode="auto">
            <a:xfrm>
              <a:off x="3125" y="2698"/>
              <a:ext cx="34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Line 139"/>
            <p:cNvSpPr>
              <a:spLocks noChangeShapeType="1"/>
            </p:cNvSpPr>
            <p:nvPr/>
          </p:nvSpPr>
          <p:spPr bwMode="auto">
            <a:xfrm>
              <a:off x="3514" y="2698"/>
              <a:ext cx="24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Line 140"/>
            <p:cNvSpPr>
              <a:spLocks noChangeShapeType="1"/>
            </p:cNvSpPr>
            <p:nvPr/>
          </p:nvSpPr>
          <p:spPr bwMode="auto">
            <a:xfrm>
              <a:off x="3802" y="2698"/>
              <a:ext cx="20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Line 141"/>
            <p:cNvSpPr>
              <a:spLocks noChangeShapeType="1"/>
            </p:cNvSpPr>
            <p:nvPr/>
          </p:nvSpPr>
          <p:spPr bwMode="auto">
            <a:xfrm>
              <a:off x="4090" y="2698"/>
              <a:ext cx="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Line 142"/>
            <p:cNvSpPr>
              <a:spLocks noChangeShapeType="1"/>
            </p:cNvSpPr>
            <p:nvPr/>
          </p:nvSpPr>
          <p:spPr bwMode="auto">
            <a:xfrm>
              <a:off x="3124" y="2651"/>
              <a:ext cx="11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6" name="Text Box 2"/>
          <p:cNvSpPr txBox="1">
            <a:spLocks noChangeArrowheads="1"/>
          </p:cNvSpPr>
          <p:nvPr/>
        </p:nvSpPr>
        <p:spPr bwMode="auto">
          <a:xfrm>
            <a:off x="1052118" y="4841501"/>
            <a:ext cx="5024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画逻辑电路，如下图所示：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00" t="7661" r="31500" b="71387"/>
          <a:stretch>
            <a:fillRect/>
          </a:stretch>
        </p:blipFill>
        <p:spPr bwMode="auto">
          <a:xfrm>
            <a:off x="7462074" y="1730737"/>
            <a:ext cx="4143375" cy="404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utoUpdateAnimBg="0"/>
      <p:bldP spid="138" grpId="0" animBg="1"/>
      <p:bldP spid="139" grpId="0" animBg="1"/>
      <p:bldP spid="140" grpId="0" animBg="1"/>
      <p:bldP spid="141" grpId="0" animBg="1"/>
      <p:bldP spid="142" grpId="0" animBg="1"/>
      <p:bldP spid="16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679035" y="784308"/>
            <a:ext cx="760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3.13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试用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74151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实现下列函数。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846493" y="1546132"/>
          <a:ext cx="5079600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50596800" imgH="6096000" progId="Equation.DSMT4">
                  <p:embed/>
                </p:oleObj>
              </mc:Choice>
              <mc:Fallback>
                <p:oleObj name="Equation" r:id="rId1" imgW="50596800" imgH="60960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493" y="1546132"/>
                        <a:ext cx="5079600" cy="61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/>
        </p:nvGraphicFramePr>
        <p:xfrm>
          <a:off x="846493" y="4067341"/>
          <a:ext cx="683100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77114400" imgH="6096000" progId="Equation.DSMT4">
                  <p:embed/>
                </p:oleObj>
              </mc:Choice>
              <mc:Fallback>
                <p:oleObj name="Equation" r:id="rId3" imgW="77114400" imgH="60960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493" y="4067341"/>
                        <a:ext cx="6831000" cy="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846493" y="2445722"/>
            <a:ext cx="45977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846493" y="3256532"/>
            <a:ext cx="62552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+ 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846493" y="4894930"/>
            <a:ext cx="74382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5" t="33121" r="83878" b="50763"/>
          <a:stretch>
            <a:fillRect/>
          </a:stretch>
        </p:blipFill>
        <p:spPr bwMode="auto">
          <a:xfrm>
            <a:off x="8130431" y="2034681"/>
            <a:ext cx="4061568" cy="3432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9" name="Group 2"/>
          <p:cNvGrpSpPr/>
          <p:nvPr/>
        </p:nvGrpSpPr>
        <p:grpSpPr bwMode="auto">
          <a:xfrm>
            <a:off x="792266" y="1867421"/>
            <a:ext cx="2671763" cy="2506662"/>
            <a:chOff x="1888" y="1771"/>
            <a:chExt cx="1870" cy="1780"/>
          </a:xfrm>
        </p:grpSpPr>
        <p:sp>
          <p:nvSpPr>
            <p:cNvPr id="140" name="Rectangle 3"/>
            <p:cNvSpPr>
              <a:spLocks noChangeArrowheads="1"/>
            </p:cNvSpPr>
            <p:nvPr/>
          </p:nvSpPr>
          <p:spPr bwMode="auto">
            <a:xfrm>
              <a:off x="3427" y="3251"/>
              <a:ext cx="33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1" name="Rectangle 4"/>
            <p:cNvSpPr>
              <a:spLocks noChangeArrowheads="1"/>
            </p:cNvSpPr>
            <p:nvPr/>
          </p:nvSpPr>
          <p:spPr bwMode="auto">
            <a:xfrm>
              <a:off x="3109" y="3251"/>
              <a:ext cx="318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Rectangle 5"/>
            <p:cNvSpPr>
              <a:spLocks noChangeArrowheads="1"/>
            </p:cNvSpPr>
            <p:nvPr/>
          </p:nvSpPr>
          <p:spPr bwMode="auto">
            <a:xfrm>
              <a:off x="2766" y="3251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" name="Rectangle 6"/>
            <p:cNvSpPr>
              <a:spLocks noChangeArrowheads="1"/>
            </p:cNvSpPr>
            <p:nvPr/>
          </p:nvSpPr>
          <p:spPr bwMode="auto">
            <a:xfrm>
              <a:off x="2423" y="3251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" name="Rectangle 7"/>
            <p:cNvSpPr>
              <a:spLocks noChangeArrowheads="1"/>
            </p:cNvSpPr>
            <p:nvPr/>
          </p:nvSpPr>
          <p:spPr bwMode="auto">
            <a:xfrm>
              <a:off x="2108" y="3251"/>
              <a:ext cx="31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tabLst>
                  <a:tab pos="193675" algn="l"/>
                </a:tabLs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tabLst>
                  <a:tab pos="193675" algn="l"/>
                </a:tabLs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tabLst>
                  <a:tab pos="193675" algn="l"/>
                </a:tabLs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tabLst>
                  <a:tab pos="193675" algn="l"/>
                </a:tabLs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tabLst>
                  <a:tab pos="193675" algn="l"/>
                </a:tabLs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tabLst>
                  <a:tab pos="193675" algn="l"/>
                </a:tabLs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tabLst>
                  <a:tab pos="193675" algn="l"/>
                </a:tabLs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tabLst>
                  <a:tab pos="193675" algn="l"/>
                </a:tabLs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tabLst>
                  <a:tab pos="193675" algn="l"/>
                </a:tabLs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675" algn="l"/>
                </a:tabLst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5" name="Rectangle 8"/>
            <p:cNvSpPr>
              <a:spLocks noChangeArrowheads="1"/>
            </p:cNvSpPr>
            <p:nvPr/>
          </p:nvSpPr>
          <p:spPr bwMode="auto">
            <a:xfrm>
              <a:off x="3427" y="2951"/>
              <a:ext cx="33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6" name="Rectangle 9"/>
            <p:cNvSpPr>
              <a:spLocks noChangeArrowheads="1"/>
            </p:cNvSpPr>
            <p:nvPr/>
          </p:nvSpPr>
          <p:spPr bwMode="auto">
            <a:xfrm>
              <a:off x="3109" y="2951"/>
              <a:ext cx="318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7" name="Rectangle 10"/>
            <p:cNvSpPr>
              <a:spLocks noChangeArrowheads="1"/>
            </p:cNvSpPr>
            <p:nvPr/>
          </p:nvSpPr>
          <p:spPr bwMode="auto">
            <a:xfrm>
              <a:off x="2766" y="2951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" name="Rectangle 11"/>
            <p:cNvSpPr>
              <a:spLocks noChangeArrowheads="1"/>
            </p:cNvSpPr>
            <p:nvPr/>
          </p:nvSpPr>
          <p:spPr bwMode="auto">
            <a:xfrm>
              <a:off x="2423" y="2951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9" name="Rectangle 12"/>
            <p:cNvSpPr>
              <a:spLocks noChangeArrowheads="1"/>
            </p:cNvSpPr>
            <p:nvPr/>
          </p:nvSpPr>
          <p:spPr bwMode="auto">
            <a:xfrm>
              <a:off x="2108" y="2951"/>
              <a:ext cx="31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0" name="Rectangle 13"/>
            <p:cNvSpPr>
              <a:spLocks noChangeArrowheads="1"/>
            </p:cNvSpPr>
            <p:nvPr/>
          </p:nvSpPr>
          <p:spPr bwMode="auto">
            <a:xfrm>
              <a:off x="3427" y="2592"/>
              <a:ext cx="331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1" name="Rectangle 14"/>
            <p:cNvSpPr>
              <a:spLocks noChangeArrowheads="1"/>
            </p:cNvSpPr>
            <p:nvPr/>
          </p:nvSpPr>
          <p:spPr bwMode="auto">
            <a:xfrm>
              <a:off x="3109" y="2592"/>
              <a:ext cx="318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2" name="Rectangle 15"/>
            <p:cNvSpPr>
              <a:spLocks noChangeArrowheads="1"/>
            </p:cNvSpPr>
            <p:nvPr/>
          </p:nvSpPr>
          <p:spPr bwMode="auto">
            <a:xfrm>
              <a:off x="2766" y="2592"/>
              <a:ext cx="343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" name="Rectangle 16"/>
            <p:cNvSpPr>
              <a:spLocks noChangeArrowheads="1"/>
            </p:cNvSpPr>
            <p:nvPr/>
          </p:nvSpPr>
          <p:spPr bwMode="auto">
            <a:xfrm>
              <a:off x="2423" y="2592"/>
              <a:ext cx="343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" name="Rectangle 17"/>
            <p:cNvSpPr>
              <a:spLocks noChangeArrowheads="1"/>
            </p:cNvSpPr>
            <p:nvPr/>
          </p:nvSpPr>
          <p:spPr bwMode="auto">
            <a:xfrm>
              <a:off x="2108" y="2592"/>
              <a:ext cx="315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" name="Rectangle 18"/>
            <p:cNvSpPr>
              <a:spLocks noChangeArrowheads="1"/>
            </p:cNvSpPr>
            <p:nvPr/>
          </p:nvSpPr>
          <p:spPr bwMode="auto">
            <a:xfrm>
              <a:off x="3427" y="2292"/>
              <a:ext cx="33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6" name="Rectangle 19"/>
            <p:cNvSpPr>
              <a:spLocks noChangeArrowheads="1"/>
            </p:cNvSpPr>
            <p:nvPr/>
          </p:nvSpPr>
          <p:spPr bwMode="auto">
            <a:xfrm>
              <a:off x="3109" y="2292"/>
              <a:ext cx="318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Rectangle 20"/>
            <p:cNvSpPr>
              <a:spLocks noChangeArrowheads="1"/>
            </p:cNvSpPr>
            <p:nvPr/>
          </p:nvSpPr>
          <p:spPr bwMode="auto">
            <a:xfrm>
              <a:off x="2766" y="2292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8" name="Rectangle 21"/>
            <p:cNvSpPr>
              <a:spLocks noChangeArrowheads="1"/>
            </p:cNvSpPr>
            <p:nvPr/>
          </p:nvSpPr>
          <p:spPr bwMode="auto">
            <a:xfrm>
              <a:off x="2423" y="2292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9" name="Rectangle 22"/>
            <p:cNvSpPr>
              <a:spLocks noChangeArrowheads="1"/>
            </p:cNvSpPr>
            <p:nvPr/>
          </p:nvSpPr>
          <p:spPr bwMode="auto">
            <a:xfrm>
              <a:off x="2108" y="2292"/>
              <a:ext cx="31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00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0" name="Rectangle 23"/>
            <p:cNvSpPr>
              <a:spLocks noChangeArrowheads="1"/>
            </p:cNvSpPr>
            <p:nvPr/>
          </p:nvSpPr>
          <p:spPr bwMode="auto">
            <a:xfrm>
              <a:off x="3427" y="1992"/>
              <a:ext cx="33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1" name="Rectangle 24"/>
            <p:cNvSpPr>
              <a:spLocks noChangeArrowheads="1"/>
            </p:cNvSpPr>
            <p:nvPr/>
          </p:nvSpPr>
          <p:spPr bwMode="auto">
            <a:xfrm>
              <a:off x="3109" y="1992"/>
              <a:ext cx="318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2" name="Rectangle 25"/>
            <p:cNvSpPr>
              <a:spLocks noChangeArrowheads="1"/>
            </p:cNvSpPr>
            <p:nvPr/>
          </p:nvSpPr>
          <p:spPr bwMode="auto">
            <a:xfrm>
              <a:off x="2766" y="1992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" name="Rectangle 26"/>
            <p:cNvSpPr>
              <a:spLocks noChangeArrowheads="1"/>
            </p:cNvSpPr>
            <p:nvPr/>
          </p:nvSpPr>
          <p:spPr bwMode="auto">
            <a:xfrm>
              <a:off x="2423" y="1992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825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825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00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" name="Rectangle 27"/>
            <p:cNvSpPr>
              <a:spLocks noChangeArrowheads="1"/>
            </p:cNvSpPr>
            <p:nvPr/>
          </p:nvSpPr>
          <p:spPr bwMode="auto">
            <a:xfrm>
              <a:off x="2108" y="1992"/>
              <a:ext cx="31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5" name="Line 28"/>
            <p:cNvSpPr>
              <a:spLocks noChangeShapeType="1"/>
            </p:cNvSpPr>
            <p:nvPr/>
          </p:nvSpPr>
          <p:spPr bwMode="auto">
            <a:xfrm>
              <a:off x="2108" y="3551"/>
              <a:ext cx="315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Line 29"/>
            <p:cNvSpPr>
              <a:spLocks noChangeShapeType="1"/>
            </p:cNvSpPr>
            <p:nvPr/>
          </p:nvSpPr>
          <p:spPr bwMode="auto">
            <a:xfrm>
              <a:off x="2108" y="1992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Line 30"/>
            <p:cNvSpPr>
              <a:spLocks noChangeShapeType="1"/>
            </p:cNvSpPr>
            <p:nvPr/>
          </p:nvSpPr>
          <p:spPr bwMode="auto">
            <a:xfrm>
              <a:off x="3758" y="1992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Line 31"/>
            <p:cNvSpPr>
              <a:spLocks noChangeShapeType="1"/>
            </p:cNvSpPr>
            <p:nvPr/>
          </p:nvSpPr>
          <p:spPr bwMode="auto">
            <a:xfrm>
              <a:off x="2108" y="1992"/>
              <a:ext cx="315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Line 32"/>
            <p:cNvSpPr>
              <a:spLocks noChangeShapeType="1"/>
            </p:cNvSpPr>
            <p:nvPr/>
          </p:nvSpPr>
          <p:spPr bwMode="auto">
            <a:xfrm>
              <a:off x="2423" y="1992"/>
              <a:ext cx="34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Line 33"/>
            <p:cNvSpPr>
              <a:spLocks noChangeShapeType="1"/>
            </p:cNvSpPr>
            <p:nvPr/>
          </p:nvSpPr>
          <p:spPr bwMode="auto">
            <a:xfrm>
              <a:off x="2108" y="1992"/>
              <a:ext cx="315" cy="30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Line 34"/>
            <p:cNvSpPr>
              <a:spLocks noChangeShapeType="1"/>
            </p:cNvSpPr>
            <p:nvPr/>
          </p:nvSpPr>
          <p:spPr bwMode="auto">
            <a:xfrm>
              <a:off x="2108" y="2292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Line 35"/>
            <p:cNvSpPr>
              <a:spLocks noChangeShapeType="1"/>
            </p:cNvSpPr>
            <p:nvPr/>
          </p:nvSpPr>
          <p:spPr bwMode="auto">
            <a:xfrm>
              <a:off x="2423" y="2292"/>
              <a:ext cx="0" cy="12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Line 36"/>
            <p:cNvSpPr>
              <a:spLocks noChangeShapeType="1"/>
            </p:cNvSpPr>
            <p:nvPr/>
          </p:nvSpPr>
          <p:spPr bwMode="auto">
            <a:xfrm>
              <a:off x="2423" y="2292"/>
              <a:ext cx="13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Line 37"/>
            <p:cNvSpPr>
              <a:spLocks noChangeShapeType="1"/>
            </p:cNvSpPr>
            <p:nvPr/>
          </p:nvSpPr>
          <p:spPr bwMode="auto">
            <a:xfrm>
              <a:off x="2766" y="1992"/>
              <a:ext cx="34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5" name="Line 38"/>
            <p:cNvSpPr>
              <a:spLocks noChangeShapeType="1"/>
            </p:cNvSpPr>
            <p:nvPr/>
          </p:nvSpPr>
          <p:spPr bwMode="auto">
            <a:xfrm>
              <a:off x="2766" y="2292"/>
              <a:ext cx="0" cy="12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6" name="Line 39"/>
            <p:cNvSpPr>
              <a:spLocks noChangeShapeType="1"/>
            </p:cNvSpPr>
            <p:nvPr/>
          </p:nvSpPr>
          <p:spPr bwMode="auto">
            <a:xfrm>
              <a:off x="3109" y="1992"/>
              <a:ext cx="318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Line 40"/>
            <p:cNvSpPr>
              <a:spLocks noChangeShapeType="1"/>
            </p:cNvSpPr>
            <p:nvPr/>
          </p:nvSpPr>
          <p:spPr bwMode="auto">
            <a:xfrm>
              <a:off x="3109" y="2292"/>
              <a:ext cx="0" cy="12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Line 41"/>
            <p:cNvSpPr>
              <a:spLocks noChangeShapeType="1"/>
            </p:cNvSpPr>
            <p:nvPr/>
          </p:nvSpPr>
          <p:spPr bwMode="auto">
            <a:xfrm>
              <a:off x="3427" y="1992"/>
              <a:ext cx="331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Line 42"/>
            <p:cNvSpPr>
              <a:spLocks noChangeShapeType="1"/>
            </p:cNvSpPr>
            <p:nvPr/>
          </p:nvSpPr>
          <p:spPr bwMode="auto">
            <a:xfrm>
              <a:off x="3427" y="2292"/>
              <a:ext cx="0" cy="12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Line 43"/>
            <p:cNvSpPr>
              <a:spLocks noChangeShapeType="1"/>
            </p:cNvSpPr>
            <p:nvPr/>
          </p:nvSpPr>
          <p:spPr bwMode="auto">
            <a:xfrm>
              <a:off x="3758" y="2292"/>
              <a:ext cx="0" cy="125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Line 44"/>
            <p:cNvSpPr>
              <a:spLocks noChangeShapeType="1"/>
            </p:cNvSpPr>
            <p:nvPr/>
          </p:nvSpPr>
          <p:spPr bwMode="auto">
            <a:xfrm>
              <a:off x="2108" y="2592"/>
              <a:ext cx="0" cy="35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2" name="Line 45"/>
            <p:cNvSpPr>
              <a:spLocks noChangeShapeType="1"/>
            </p:cNvSpPr>
            <p:nvPr/>
          </p:nvSpPr>
          <p:spPr bwMode="auto">
            <a:xfrm>
              <a:off x="2423" y="2592"/>
              <a:ext cx="13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3" name="Line 46"/>
            <p:cNvSpPr>
              <a:spLocks noChangeShapeType="1"/>
            </p:cNvSpPr>
            <p:nvPr/>
          </p:nvSpPr>
          <p:spPr bwMode="auto">
            <a:xfrm>
              <a:off x="2108" y="2951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4" name="Line 47"/>
            <p:cNvSpPr>
              <a:spLocks noChangeShapeType="1"/>
            </p:cNvSpPr>
            <p:nvPr/>
          </p:nvSpPr>
          <p:spPr bwMode="auto">
            <a:xfrm>
              <a:off x="2423" y="2951"/>
              <a:ext cx="13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5" name="Line 48"/>
            <p:cNvSpPr>
              <a:spLocks noChangeShapeType="1"/>
            </p:cNvSpPr>
            <p:nvPr/>
          </p:nvSpPr>
          <p:spPr bwMode="auto">
            <a:xfrm>
              <a:off x="2108" y="3251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Line 49"/>
            <p:cNvSpPr>
              <a:spLocks noChangeShapeType="1"/>
            </p:cNvSpPr>
            <p:nvPr/>
          </p:nvSpPr>
          <p:spPr bwMode="auto">
            <a:xfrm>
              <a:off x="2423" y="3251"/>
              <a:ext cx="13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Line 50"/>
            <p:cNvSpPr>
              <a:spLocks noChangeShapeType="1"/>
            </p:cNvSpPr>
            <p:nvPr/>
          </p:nvSpPr>
          <p:spPr bwMode="auto">
            <a:xfrm>
              <a:off x="2423" y="3551"/>
              <a:ext cx="1335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Text Box 51"/>
            <p:cNvSpPr txBox="1">
              <a:spLocks noChangeArrowheads="1"/>
            </p:cNvSpPr>
            <p:nvPr/>
          </p:nvSpPr>
          <p:spPr bwMode="auto">
            <a:xfrm>
              <a:off x="1888" y="2086"/>
              <a:ext cx="488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9" name="Text Box 52"/>
            <p:cNvSpPr txBox="1">
              <a:spLocks noChangeArrowheads="1"/>
            </p:cNvSpPr>
            <p:nvPr/>
          </p:nvSpPr>
          <p:spPr bwMode="auto">
            <a:xfrm>
              <a:off x="2191" y="1771"/>
              <a:ext cx="488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CD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0" name="Group 137"/>
          <p:cNvGrpSpPr/>
          <p:nvPr/>
        </p:nvGrpSpPr>
        <p:grpSpPr bwMode="auto">
          <a:xfrm>
            <a:off x="4497438" y="1472501"/>
            <a:ext cx="3455988" cy="1803400"/>
            <a:chOff x="2942" y="444"/>
            <a:chExt cx="2177" cy="1136"/>
          </a:xfrm>
        </p:grpSpPr>
        <p:grpSp>
          <p:nvGrpSpPr>
            <p:cNvPr id="191" name="Group 53"/>
            <p:cNvGrpSpPr/>
            <p:nvPr/>
          </p:nvGrpSpPr>
          <p:grpSpPr bwMode="auto">
            <a:xfrm>
              <a:off x="2942" y="444"/>
              <a:ext cx="2177" cy="1136"/>
              <a:chOff x="665" y="1898"/>
              <a:chExt cx="2177" cy="1136"/>
            </a:xfrm>
          </p:grpSpPr>
          <p:sp>
            <p:nvSpPr>
              <p:cNvPr id="194" name="Rectangle 54"/>
              <p:cNvSpPr>
                <a:spLocks noChangeArrowheads="1"/>
              </p:cNvSpPr>
              <p:nvPr/>
            </p:nvSpPr>
            <p:spPr bwMode="auto">
              <a:xfrm>
                <a:off x="778" y="2090"/>
                <a:ext cx="432" cy="3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95" name="Group 55"/>
              <p:cNvGrpSpPr/>
              <p:nvPr/>
            </p:nvGrpSpPr>
            <p:grpSpPr bwMode="auto">
              <a:xfrm>
                <a:off x="665" y="1898"/>
                <a:ext cx="2177" cy="1136"/>
                <a:chOff x="665" y="1898"/>
                <a:chExt cx="2177" cy="1136"/>
              </a:xfrm>
            </p:grpSpPr>
            <p:sp>
              <p:nvSpPr>
                <p:cNvPr id="196" name="Rectangle 56"/>
                <p:cNvSpPr>
                  <a:spLocks noChangeArrowheads="1"/>
                </p:cNvSpPr>
                <p:nvPr/>
              </p:nvSpPr>
              <p:spPr bwMode="auto">
                <a:xfrm>
                  <a:off x="2458" y="2698"/>
                  <a:ext cx="384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7" name="Rectangle 57"/>
                <p:cNvSpPr>
                  <a:spLocks noChangeArrowheads="1"/>
                </p:cNvSpPr>
                <p:nvPr/>
              </p:nvSpPr>
              <p:spPr bwMode="auto">
                <a:xfrm>
                  <a:off x="2074" y="2698"/>
                  <a:ext cx="384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8" name="Rectangle 58"/>
                <p:cNvSpPr>
                  <a:spLocks noChangeArrowheads="1"/>
                </p:cNvSpPr>
                <p:nvPr/>
              </p:nvSpPr>
              <p:spPr bwMode="auto">
                <a:xfrm>
                  <a:off x="1642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9" name="Rectangle 59"/>
                <p:cNvSpPr>
                  <a:spLocks noChangeArrowheads="1"/>
                </p:cNvSpPr>
                <p:nvPr/>
              </p:nvSpPr>
              <p:spPr bwMode="auto">
                <a:xfrm>
                  <a:off x="1210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0" name="Rectangle 60"/>
                <p:cNvSpPr>
                  <a:spLocks noChangeArrowheads="1"/>
                </p:cNvSpPr>
                <p:nvPr/>
              </p:nvSpPr>
              <p:spPr bwMode="auto">
                <a:xfrm>
                  <a:off x="778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1" name="Rectangle 61"/>
                <p:cNvSpPr>
                  <a:spLocks noChangeArrowheads="1"/>
                </p:cNvSpPr>
                <p:nvPr/>
              </p:nvSpPr>
              <p:spPr bwMode="auto">
                <a:xfrm>
                  <a:off x="2458" y="2396"/>
                  <a:ext cx="384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2" name="Rectangle 62"/>
                <p:cNvSpPr>
                  <a:spLocks noChangeArrowheads="1"/>
                </p:cNvSpPr>
                <p:nvPr/>
              </p:nvSpPr>
              <p:spPr bwMode="auto">
                <a:xfrm>
                  <a:off x="2074" y="2396"/>
                  <a:ext cx="384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3" name="Rectangle 63"/>
                <p:cNvSpPr>
                  <a:spLocks noChangeArrowheads="1"/>
                </p:cNvSpPr>
                <p:nvPr/>
              </p:nvSpPr>
              <p:spPr bwMode="auto">
                <a:xfrm>
                  <a:off x="1642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4" name="Rectangle 64"/>
                <p:cNvSpPr>
                  <a:spLocks noChangeArrowheads="1"/>
                </p:cNvSpPr>
                <p:nvPr/>
              </p:nvSpPr>
              <p:spPr bwMode="auto">
                <a:xfrm>
                  <a:off x="1210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" name="Rectangle 65"/>
                <p:cNvSpPr>
                  <a:spLocks noChangeArrowheads="1"/>
                </p:cNvSpPr>
                <p:nvPr/>
              </p:nvSpPr>
              <p:spPr bwMode="auto">
                <a:xfrm>
                  <a:off x="778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6" name="Rectangle 66"/>
                <p:cNvSpPr>
                  <a:spLocks noChangeArrowheads="1"/>
                </p:cNvSpPr>
                <p:nvPr/>
              </p:nvSpPr>
              <p:spPr bwMode="auto">
                <a:xfrm>
                  <a:off x="2458" y="2090"/>
                  <a:ext cx="384" cy="3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10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7" name="Rectangle 67"/>
                <p:cNvSpPr>
                  <a:spLocks noChangeArrowheads="1"/>
                </p:cNvSpPr>
                <p:nvPr/>
              </p:nvSpPr>
              <p:spPr bwMode="auto">
                <a:xfrm>
                  <a:off x="2074" y="2090"/>
                  <a:ext cx="384" cy="3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11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8" name="Rectangle 68"/>
                <p:cNvSpPr>
                  <a:spLocks noChangeArrowheads="1"/>
                </p:cNvSpPr>
                <p:nvPr/>
              </p:nvSpPr>
              <p:spPr bwMode="auto">
                <a:xfrm>
                  <a:off x="1642" y="2090"/>
                  <a:ext cx="432" cy="3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01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9" name="Rectangle 69"/>
                <p:cNvSpPr>
                  <a:spLocks noChangeArrowheads="1"/>
                </p:cNvSpPr>
                <p:nvPr/>
              </p:nvSpPr>
              <p:spPr bwMode="auto">
                <a:xfrm>
                  <a:off x="1210" y="2090"/>
                  <a:ext cx="432" cy="3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00</a:t>
                  </a:r>
                  <a:endPara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0" name="Line 70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" name="Line 71"/>
                <p:cNvSpPr>
                  <a:spLocks noChangeShapeType="1"/>
                </p:cNvSpPr>
                <p:nvPr/>
              </p:nvSpPr>
              <p:spPr bwMode="auto">
                <a:xfrm>
                  <a:off x="778" y="3034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" name="Line 72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0" cy="306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" name="Line 73"/>
                <p:cNvSpPr>
                  <a:spLocks noChangeShapeType="1"/>
                </p:cNvSpPr>
                <p:nvPr/>
              </p:nvSpPr>
              <p:spPr bwMode="auto">
                <a:xfrm>
                  <a:off x="2842" y="2090"/>
                  <a:ext cx="0" cy="306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4" name="Line 74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432" cy="306"/>
                </a:xfrm>
                <a:prstGeom prst="line">
                  <a:avLst/>
                </a:prstGeom>
                <a:noFill/>
                <a:ln w="28575" cap="rnd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5" name="Line 75"/>
                <p:cNvSpPr>
                  <a:spLocks noChangeShapeType="1"/>
                </p:cNvSpPr>
                <p:nvPr/>
              </p:nvSpPr>
              <p:spPr bwMode="auto">
                <a:xfrm>
                  <a:off x="1210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6" name="Line 76"/>
                <p:cNvSpPr>
                  <a:spLocks noChangeShapeType="1"/>
                </p:cNvSpPr>
                <p:nvPr/>
              </p:nvSpPr>
              <p:spPr bwMode="auto">
                <a:xfrm>
                  <a:off x="778" y="2396"/>
                  <a:ext cx="0" cy="302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7" name="Line 77"/>
                <p:cNvSpPr>
                  <a:spLocks noChangeShapeType="1"/>
                </p:cNvSpPr>
                <p:nvPr/>
              </p:nvSpPr>
              <p:spPr bwMode="auto">
                <a:xfrm>
                  <a:off x="1210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8" name="Line 78"/>
                <p:cNvSpPr>
                  <a:spLocks noChangeShapeType="1"/>
                </p:cNvSpPr>
                <p:nvPr/>
              </p:nvSpPr>
              <p:spPr bwMode="auto">
                <a:xfrm>
                  <a:off x="1210" y="2396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9" name="Line 79"/>
                <p:cNvSpPr>
                  <a:spLocks noChangeShapeType="1"/>
                </p:cNvSpPr>
                <p:nvPr/>
              </p:nvSpPr>
              <p:spPr bwMode="auto">
                <a:xfrm>
                  <a:off x="1642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0" name="Line 80"/>
                <p:cNvSpPr>
                  <a:spLocks noChangeShapeType="1"/>
                </p:cNvSpPr>
                <p:nvPr/>
              </p:nvSpPr>
              <p:spPr bwMode="auto">
                <a:xfrm>
                  <a:off x="1642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1" name="Line 81"/>
                <p:cNvSpPr>
                  <a:spLocks noChangeShapeType="1"/>
                </p:cNvSpPr>
                <p:nvPr/>
              </p:nvSpPr>
              <p:spPr bwMode="auto">
                <a:xfrm>
                  <a:off x="2074" y="2090"/>
                  <a:ext cx="384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2" name="Line 82"/>
                <p:cNvSpPr>
                  <a:spLocks noChangeShapeType="1"/>
                </p:cNvSpPr>
                <p:nvPr/>
              </p:nvSpPr>
              <p:spPr bwMode="auto">
                <a:xfrm>
                  <a:off x="2074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3" name="Line 83"/>
                <p:cNvSpPr>
                  <a:spLocks noChangeShapeType="1"/>
                </p:cNvSpPr>
                <p:nvPr/>
              </p:nvSpPr>
              <p:spPr bwMode="auto">
                <a:xfrm>
                  <a:off x="2458" y="2090"/>
                  <a:ext cx="384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4" name="Line 84"/>
                <p:cNvSpPr>
                  <a:spLocks noChangeShapeType="1"/>
                </p:cNvSpPr>
                <p:nvPr/>
              </p:nvSpPr>
              <p:spPr bwMode="auto">
                <a:xfrm>
                  <a:off x="2458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5" name="Line 85"/>
                <p:cNvSpPr>
                  <a:spLocks noChangeShapeType="1"/>
                </p:cNvSpPr>
                <p:nvPr/>
              </p:nvSpPr>
              <p:spPr bwMode="auto">
                <a:xfrm>
                  <a:off x="2842" y="2396"/>
                  <a:ext cx="0" cy="638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6" name="Line 86"/>
                <p:cNvSpPr>
                  <a:spLocks noChangeShapeType="1"/>
                </p:cNvSpPr>
                <p:nvPr/>
              </p:nvSpPr>
              <p:spPr bwMode="auto">
                <a:xfrm>
                  <a:off x="778" y="2698"/>
                  <a:ext cx="0" cy="336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7" name="Line 87"/>
                <p:cNvSpPr>
                  <a:spLocks noChangeShapeType="1"/>
                </p:cNvSpPr>
                <p:nvPr/>
              </p:nvSpPr>
              <p:spPr bwMode="auto">
                <a:xfrm>
                  <a:off x="1210" y="2698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8" name="Line 88"/>
                <p:cNvSpPr>
                  <a:spLocks noChangeShapeType="1"/>
                </p:cNvSpPr>
                <p:nvPr/>
              </p:nvSpPr>
              <p:spPr bwMode="auto">
                <a:xfrm>
                  <a:off x="1210" y="3034"/>
                  <a:ext cx="1632" cy="0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9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665" y="2195"/>
                  <a:ext cx="257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0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922" y="1898"/>
                  <a:ext cx="43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BC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92" name="Line 91"/>
            <p:cNvSpPr>
              <a:spLocks noChangeShapeType="1"/>
            </p:cNvSpPr>
            <p:nvPr/>
          </p:nvSpPr>
          <p:spPr bwMode="auto">
            <a:xfrm>
              <a:off x="4042" y="1008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Line 92"/>
            <p:cNvSpPr>
              <a:spLocks noChangeShapeType="1"/>
            </p:cNvSpPr>
            <p:nvPr/>
          </p:nvSpPr>
          <p:spPr bwMode="auto">
            <a:xfrm>
              <a:off x="4838" y="1006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1" name="Group 93"/>
          <p:cNvGrpSpPr/>
          <p:nvPr/>
        </p:nvGrpSpPr>
        <p:grpSpPr bwMode="auto">
          <a:xfrm>
            <a:off x="4620470" y="3524209"/>
            <a:ext cx="3509962" cy="1963738"/>
            <a:chOff x="2888" y="401"/>
            <a:chExt cx="2211" cy="1237"/>
          </a:xfrm>
        </p:grpSpPr>
        <p:sp>
          <p:nvSpPr>
            <p:cNvPr id="232" name="Rectangle 94"/>
            <p:cNvSpPr>
              <a:spLocks noChangeArrowheads="1"/>
            </p:cNvSpPr>
            <p:nvPr/>
          </p:nvSpPr>
          <p:spPr bwMode="auto">
            <a:xfrm>
              <a:off x="3035" y="671"/>
              <a:ext cx="43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77825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77825" marR="0" lvl="0" indent="0" algn="l" defTabSz="91440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33" name="Group 95"/>
            <p:cNvGrpSpPr/>
            <p:nvPr/>
          </p:nvGrpSpPr>
          <p:grpSpPr bwMode="auto">
            <a:xfrm>
              <a:off x="2888" y="401"/>
              <a:ext cx="2211" cy="1237"/>
              <a:chOff x="2888" y="401"/>
              <a:chExt cx="2211" cy="1237"/>
            </a:xfrm>
          </p:grpSpPr>
          <p:sp>
            <p:nvSpPr>
              <p:cNvPr id="234" name="Rectangle 96"/>
              <p:cNvSpPr>
                <a:spLocks noChangeArrowheads="1"/>
              </p:cNvSpPr>
              <p:nvPr/>
            </p:nvSpPr>
            <p:spPr bwMode="auto">
              <a:xfrm>
                <a:off x="4715" y="1302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" name="Rectangle 97"/>
              <p:cNvSpPr>
                <a:spLocks noChangeArrowheads="1"/>
              </p:cNvSpPr>
              <p:nvPr/>
            </p:nvSpPr>
            <p:spPr bwMode="auto">
              <a:xfrm>
                <a:off x="4331" y="1302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" name="Rectangle 98"/>
              <p:cNvSpPr>
                <a:spLocks noChangeArrowheads="1"/>
              </p:cNvSpPr>
              <p:nvPr/>
            </p:nvSpPr>
            <p:spPr bwMode="auto">
              <a:xfrm>
                <a:off x="3899" y="1302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7" name="Rectangle 99"/>
              <p:cNvSpPr>
                <a:spLocks noChangeArrowheads="1"/>
              </p:cNvSpPr>
              <p:nvPr/>
            </p:nvSpPr>
            <p:spPr bwMode="auto">
              <a:xfrm>
                <a:off x="3467" y="1302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8" name="Rectangle 100"/>
              <p:cNvSpPr>
                <a:spLocks noChangeArrowheads="1"/>
              </p:cNvSpPr>
              <p:nvPr/>
            </p:nvSpPr>
            <p:spPr bwMode="auto">
              <a:xfrm>
                <a:off x="3035" y="1302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9" name="Rectangle 101"/>
              <p:cNvSpPr>
                <a:spLocks noChangeArrowheads="1"/>
              </p:cNvSpPr>
              <p:nvPr/>
            </p:nvSpPr>
            <p:spPr bwMode="auto">
              <a:xfrm>
                <a:off x="4715" y="971"/>
                <a:ext cx="384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0" name="Rectangle 102"/>
              <p:cNvSpPr>
                <a:spLocks noChangeArrowheads="1"/>
              </p:cNvSpPr>
              <p:nvPr/>
            </p:nvSpPr>
            <p:spPr bwMode="auto">
              <a:xfrm>
                <a:off x="4331" y="971"/>
                <a:ext cx="384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1" name="Rectangle 103"/>
              <p:cNvSpPr>
                <a:spLocks noChangeArrowheads="1"/>
              </p:cNvSpPr>
              <p:nvPr/>
            </p:nvSpPr>
            <p:spPr bwMode="auto">
              <a:xfrm>
                <a:off x="3899" y="971"/>
                <a:ext cx="432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" name="Rectangle 104"/>
              <p:cNvSpPr>
                <a:spLocks noChangeArrowheads="1"/>
              </p:cNvSpPr>
              <p:nvPr/>
            </p:nvSpPr>
            <p:spPr bwMode="auto">
              <a:xfrm>
                <a:off x="3467" y="971"/>
                <a:ext cx="432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" name="Rectangle 105"/>
              <p:cNvSpPr>
                <a:spLocks noChangeArrowheads="1"/>
              </p:cNvSpPr>
              <p:nvPr/>
            </p:nvSpPr>
            <p:spPr bwMode="auto">
              <a:xfrm>
                <a:off x="3035" y="971"/>
                <a:ext cx="432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4" name="Rectangle 106"/>
              <p:cNvSpPr>
                <a:spLocks noChangeArrowheads="1"/>
              </p:cNvSpPr>
              <p:nvPr/>
            </p:nvSpPr>
            <p:spPr bwMode="auto">
              <a:xfrm>
                <a:off x="4715" y="671"/>
                <a:ext cx="384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10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5" name="Rectangle 107"/>
              <p:cNvSpPr>
                <a:spLocks noChangeArrowheads="1"/>
              </p:cNvSpPr>
              <p:nvPr/>
            </p:nvSpPr>
            <p:spPr bwMode="auto">
              <a:xfrm>
                <a:off x="4331" y="671"/>
                <a:ext cx="384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11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" name="Rectangle 108"/>
              <p:cNvSpPr>
                <a:spLocks noChangeArrowheads="1"/>
              </p:cNvSpPr>
              <p:nvPr/>
            </p:nvSpPr>
            <p:spPr bwMode="auto">
              <a:xfrm>
                <a:off x="3899" y="671"/>
                <a:ext cx="432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01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7" name="Rectangle 109"/>
              <p:cNvSpPr>
                <a:spLocks noChangeArrowheads="1"/>
              </p:cNvSpPr>
              <p:nvPr/>
            </p:nvSpPr>
            <p:spPr bwMode="auto">
              <a:xfrm>
                <a:off x="3467" y="671"/>
                <a:ext cx="432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marL="8255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8255" marR="0" lvl="0" indent="0" algn="l" defTabSz="914400" eaLnBrk="1" fontAlgn="auto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00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8" name="Line 110"/>
              <p:cNvSpPr>
                <a:spLocks noChangeShapeType="1"/>
              </p:cNvSpPr>
              <p:nvPr/>
            </p:nvSpPr>
            <p:spPr bwMode="auto">
              <a:xfrm>
                <a:off x="3035" y="671"/>
                <a:ext cx="43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9" name="Line 111"/>
              <p:cNvSpPr>
                <a:spLocks noChangeShapeType="1"/>
              </p:cNvSpPr>
              <p:nvPr/>
            </p:nvSpPr>
            <p:spPr bwMode="auto">
              <a:xfrm>
                <a:off x="3035" y="1638"/>
                <a:ext cx="43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0" name="Line 112"/>
              <p:cNvSpPr>
                <a:spLocks noChangeShapeType="1"/>
              </p:cNvSpPr>
              <p:nvPr/>
            </p:nvSpPr>
            <p:spPr bwMode="auto">
              <a:xfrm>
                <a:off x="3035" y="671"/>
                <a:ext cx="0" cy="30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1" name="Line 113"/>
              <p:cNvSpPr>
                <a:spLocks noChangeShapeType="1"/>
              </p:cNvSpPr>
              <p:nvPr/>
            </p:nvSpPr>
            <p:spPr bwMode="auto">
              <a:xfrm>
                <a:off x="5099" y="671"/>
                <a:ext cx="0" cy="30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2" name="Line 114"/>
              <p:cNvSpPr>
                <a:spLocks noChangeShapeType="1"/>
              </p:cNvSpPr>
              <p:nvPr/>
            </p:nvSpPr>
            <p:spPr bwMode="auto">
              <a:xfrm>
                <a:off x="3035" y="671"/>
                <a:ext cx="432" cy="300"/>
              </a:xfrm>
              <a:prstGeom prst="line">
                <a:avLst/>
              </a:prstGeom>
              <a:noFill/>
              <a:ln w="28575" cap="rnd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3" name="Line 115"/>
              <p:cNvSpPr>
                <a:spLocks noChangeShapeType="1"/>
              </p:cNvSpPr>
              <p:nvPr/>
            </p:nvSpPr>
            <p:spPr bwMode="auto">
              <a:xfrm>
                <a:off x="3467" y="671"/>
                <a:ext cx="43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4" name="Line 116"/>
              <p:cNvSpPr>
                <a:spLocks noChangeShapeType="1"/>
              </p:cNvSpPr>
              <p:nvPr/>
            </p:nvSpPr>
            <p:spPr bwMode="auto">
              <a:xfrm>
                <a:off x="3035" y="971"/>
                <a:ext cx="0" cy="331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5" name="Line 117"/>
              <p:cNvSpPr>
                <a:spLocks noChangeShapeType="1"/>
              </p:cNvSpPr>
              <p:nvPr/>
            </p:nvSpPr>
            <p:spPr bwMode="auto">
              <a:xfrm>
                <a:off x="3467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6" name="Line 118"/>
              <p:cNvSpPr>
                <a:spLocks noChangeShapeType="1"/>
              </p:cNvSpPr>
              <p:nvPr/>
            </p:nvSpPr>
            <p:spPr bwMode="auto">
              <a:xfrm>
                <a:off x="3467" y="971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7" name="Line 119"/>
              <p:cNvSpPr>
                <a:spLocks noChangeShapeType="1"/>
              </p:cNvSpPr>
              <p:nvPr/>
            </p:nvSpPr>
            <p:spPr bwMode="auto">
              <a:xfrm>
                <a:off x="3899" y="671"/>
                <a:ext cx="43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8" name="Line 120"/>
              <p:cNvSpPr>
                <a:spLocks noChangeShapeType="1"/>
              </p:cNvSpPr>
              <p:nvPr/>
            </p:nvSpPr>
            <p:spPr bwMode="auto">
              <a:xfrm>
                <a:off x="3899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9" name="Line 121"/>
              <p:cNvSpPr>
                <a:spLocks noChangeShapeType="1"/>
              </p:cNvSpPr>
              <p:nvPr/>
            </p:nvSpPr>
            <p:spPr bwMode="auto">
              <a:xfrm>
                <a:off x="4331" y="671"/>
                <a:ext cx="38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0" name="Line 122"/>
              <p:cNvSpPr>
                <a:spLocks noChangeShapeType="1"/>
              </p:cNvSpPr>
              <p:nvPr/>
            </p:nvSpPr>
            <p:spPr bwMode="auto">
              <a:xfrm>
                <a:off x="4331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1" name="Line 123"/>
              <p:cNvSpPr>
                <a:spLocks noChangeShapeType="1"/>
              </p:cNvSpPr>
              <p:nvPr/>
            </p:nvSpPr>
            <p:spPr bwMode="auto">
              <a:xfrm>
                <a:off x="4715" y="671"/>
                <a:ext cx="38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2" name="Line 124"/>
              <p:cNvSpPr>
                <a:spLocks noChangeShapeType="1"/>
              </p:cNvSpPr>
              <p:nvPr/>
            </p:nvSpPr>
            <p:spPr bwMode="auto">
              <a:xfrm>
                <a:off x="4715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3" name="Line 125"/>
              <p:cNvSpPr>
                <a:spLocks noChangeShapeType="1"/>
              </p:cNvSpPr>
              <p:nvPr/>
            </p:nvSpPr>
            <p:spPr bwMode="auto">
              <a:xfrm>
                <a:off x="5099" y="971"/>
                <a:ext cx="0" cy="667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4" name="Line 126"/>
              <p:cNvSpPr>
                <a:spLocks noChangeShapeType="1"/>
              </p:cNvSpPr>
              <p:nvPr/>
            </p:nvSpPr>
            <p:spPr bwMode="auto">
              <a:xfrm>
                <a:off x="3035" y="1302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5" name="Line 127"/>
              <p:cNvSpPr>
                <a:spLocks noChangeShapeType="1"/>
              </p:cNvSpPr>
              <p:nvPr/>
            </p:nvSpPr>
            <p:spPr bwMode="auto">
              <a:xfrm>
                <a:off x="3467" y="1302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6" name="Line 128"/>
              <p:cNvSpPr>
                <a:spLocks noChangeShapeType="1"/>
              </p:cNvSpPr>
              <p:nvPr/>
            </p:nvSpPr>
            <p:spPr bwMode="auto">
              <a:xfrm>
                <a:off x="3467" y="1638"/>
                <a:ext cx="1632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7" name="Text Box 129"/>
              <p:cNvSpPr txBox="1">
                <a:spLocks noChangeArrowheads="1"/>
              </p:cNvSpPr>
              <p:nvPr/>
            </p:nvSpPr>
            <p:spPr bwMode="auto">
              <a:xfrm>
                <a:off x="2888" y="750"/>
                <a:ext cx="44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8" name="Text Box 130"/>
              <p:cNvSpPr txBox="1">
                <a:spLocks noChangeArrowheads="1"/>
              </p:cNvSpPr>
              <p:nvPr/>
            </p:nvSpPr>
            <p:spPr bwMode="auto">
              <a:xfrm>
                <a:off x="3075" y="401"/>
                <a:ext cx="7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69" name="Text Box 131"/>
          <p:cNvSpPr txBox="1">
            <a:spLocks noChangeArrowheads="1"/>
          </p:cNvSpPr>
          <p:nvPr/>
        </p:nvSpPr>
        <p:spPr bwMode="auto">
          <a:xfrm>
            <a:off x="1176583" y="5785715"/>
            <a:ext cx="2292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D,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0" name="Group 135"/>
          <p:cNvGrpSpPr/>
          <p:nvPr/>
        </p:nvGrpSpPr>
        <p:grpSpPr bwMode="auto">
          <a:xfrm>
            <a:off x="3207441" y="5785715"/>
            <a:ext cx="2292350" cy="519113"/>
            <a:chOff x="521" y="2588"/>
            <a:chExt cx="1444" cy="327"/>
          </a:xfrm>
        </p:grpSpPr>
        <p:sp>
          <p:nvSpPr>
            <p:cNvPr id="271" name="Text Box 132"/>
            <p:cNvSpPr txBox="1">
              <a:spLocks noChangeArrowheads="1"/>
            </p:cNvSpPr>
            <p:nvPr/>
          </p:nvSpPr>
          <p:spPr bwMode="auto">
            <a:xfrm>
              <a:off x="521" y="2588"/>
              <a:ext cx="14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0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D</a:t>
              </a:r>
              <a:r>
                <a:rPr kumimoji="0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D, </a:t>
              </a:r>
              <a:endPara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2" name="Line 133"/>
            <p:cNvSpPr>
              <a:spLocks noChangeShapeType="1"/>
            </p:cNvSpPr>
            <p:nvPr/>
          </p:nvSpPr>
          <p:spPr bwMode="auto">
            <a:xfrm>
              <a:off x="1526" y="2635"/>
              <a:ext cx="15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3" name="Text Box 134"/>
          <p:cNvSpPr txBox="1">
            <a:spLocks noChangeArrowheads="1"/>
          </p:cNvSpPr>
          <p:nvPr/>
        </p:nvSpPr>
        <p:spPr bwMode="auto">
          <a:xfrm>
            <a:off x="5284050" y="5785715"/>
            <a:ext cx="3573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0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4" name="Text Box 136"/>
          <p:cNvSpPr txBox="1">
            <a:spLocks noChangeArrowheads="1"/>
          </p:cNvSpPr>
          <p:nvPr/>
        </p:nvSpPr>
        <p:spPr bwMode="auto">
          <a:xfrm>
            <a:off x="726605" y="4993808"/>
            <a:ext cx="4149837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令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A=A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B=A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C=A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5" name="Text Box 136"/>
          <p:cNvSpPr txBox="1">
            <a:spLocks noChangeArrowheads="1"/>
          </p:cNvSpPr>
          <p:nvPr/>
        </p:nvSpPr>
        <p:spPr bwMode="auto">
          <a:xfrm>
            <a:off x="643854" y="5772816"/>
            <a:ext cx="592427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" name="Text Box 2"/>
          <p:cNvSpPr txBox="1">
            <a:spLocks noChangeArrowheads="1"/>
          </p:cNvSpPr>
          <p:nvPr/>
        </p:nvSpPr>
        <p:spPr bwMode="auto">
          <a:xfrm>
            <a:off x="8155009" y="1410752"/>
            <a:ext cx="404267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zh-CN" altLang="en-US" b="1" baseline="0" dirty="0"/>
              <a:t>相应的电路图如下所示 </a:t>
            </a:r>
            <a:endParaRPr kumimoji="0" lang="zh-CN" altLang="en-US" b="1" baseline="0" dirty="0"/>
          </a:p>
        </p:txBody>
      </p:sp>
      <p:sp>
        <p:nvSpPr>
          <p:cNvPr id="278" name="Text Box 9"/>
          <p:cNvSpPr txBox="1">
            <a:spLocks noChangeArrowheads="1"/>
          </p:cNvSpPr>
          <p:nvPr/>
        </p:nvSpPr>
        <p:spPr bwMode="auto">
          <a:xfrm>
            <a:off x="367904" y="198701"/>
            <a:ext cx="11448356" cy="130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函数有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个输入变量 ，而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74151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的地址端只有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个，即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，故须对函数的卡诺图进行降维，即降为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维。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utoUpdateAnimBg="0"/>
      <p:bldP spid="273" grpId="0" autoUpdateAnimBg="0"/>
      <p:bldP spid="274" grpId="0" autoUpdateAnimBg="0"/>
      <p:bldP spid="275" grpId="0" autoUpdateAnimBg="0"/>
      <p:bldP spid="27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14"/>
          <p:cNvGraphicFramePr>
            <a:graphicFrameLocks noGrp="1"/>
          </p:cNvGraphicFramePr>
          <p:nvPr/>
        </p:nvGraphicFramePr>
        <p:xfrm>
          <a:off x="1186065" y="2015471"/>
          <a:ext cx="3353812" cy="1983360"/>
        </p:xfrm>
        <a:graphic>
          <a:graphicData uri="http://schemas.openxmlformats.org/drawingml/2006/table">
            <a:tbl>
              <a:tblPr/>
              <a:tblGrid>
                <a:gridCol w="1044000"/>
                <a:gridCol w="544512"/>
                <a:gridCol w="566738"/>
                <a:gridCol w="544512"/>
                <a:gridCol w="654050"/>
              </a:tblGrid>
              <a:tr h="93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BC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A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sm" len="lg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sm" len="lg"/>
                    </a:lnB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 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sm" len="lg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sm" len="lg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11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4" r="56425"/>
          <a:stretch>
            <a:fillRect/>
          </a:stretch>
        </p:blipFill>
        <p:spPr bwMode="auto">
          <a:xfrm>
            <a:off x="5933795" y="1148195"/>
            <a:ext cx="3849687" cy="449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564104" y="521355"/>
            <a:ext cx="45977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3888162" y="1979052"/>
            <a:ext cx="801687" cy="198437"/>
          </a:xfrm>
          <a:prstGeom prst="rightArrow">
            <a:avLst>
              <a:gd name="adj1" fmla="val 50000"/>
              <a:gd name="adj2" fmla="val 101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tIns="0" rIns="0" bIns="0"/>
          <a:lstStyle/>
          <a:p>
            <a:endParaRPr lang="zh-CN" altLang="en-US"/>
          </a:p>
        </p:txBody>
      </p:sp>
      <p:graphicFrame>
        <p:nvGraphicFramePr>
          <p:cNvPr id="5" name="Group 303"/>
          <p:cNvGraphicFramePr>
            <a:graphicFrameLocks noGrp="1"/>
          </p:cNvGraphicFramePr>
          <p:nvPr/>
        </p:nvGraphicFramePr>
        <p:xfrm>
          <a:off x="800474" y="2356877"/>
          <a:ext cx="6051550" cy="2286000"/>
        </p:xfrm>
        <a:graphic>
          <a:graphicData uri="http://schemas.openxmlformats.org/drawingml/2006/table">
            <a:tbl>
              <a:tblPr/>
              <a:tblGrid>
                <a:gridCol w="1109663"/>
                <a:gridCol w="538162"/>
                <a:gridCol w="506413"/>
                <a:gridCol w="506412"/>
                <a:gridCol w="506413"/>
                <a:gridCol w="506412"/>
                <a:gridCol w="941388"/>
                <a:gridCol w="654050"/>
                <a:gridCol w="782637"/>
              </a:tblGrid>
              <a:tr h="3651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CD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C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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Rectangle 295"/>
          <p:cNvSpPr>
            <a:spLocks noChangeArrowheads="1"/>
          </p:cNvSpPr>
          <p:nvPr/>
        </p:nvSpPr>
        <p:spPr bwMode="auto">
          <a:xfrm>
            <a:off x="3877049" y="1474227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0" dirty="0"/>
              <a:t>降维</a:t>
            </a:r>
            <a:endParaRPr lang="zh-CN" altLang="en-US" sz="2400" b="0" dirty="0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469975" y="612171"/>
            <a:ext cx="62552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+ 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1" r="61522" b="9993"/>
          <a:stretch>
            <a:fillRect/>
          </a:stretch>
        </p:blipFill>
        <p:spPr bwMode="auto">
          <a:xfrm>
            <a:off x="7556594" y="786046"/>
            <a:ext cx="4733925" cy="542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Box 2"/>
          <p:cNvSpPr txBox="1">
            <a:spLocks noChangeArrowheads="1"/>
          </p:cNvSpPr>
          <p:nvPr/>
        </p:nvSpPr>
        <p:spPr bwMode="auto">
          <a:xfrm>
            <a:off x="434622" y="449969"/>
            <a:ext cx="11192933" cy="129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(4)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函数有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个输入变量 ，而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74151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的地址端只有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个，即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，故须对函数的卡诺图进行降维，即降为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维。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4" name="Group 3"/>
          <p:cNvGrpSpPr/>
          <p:nvPr/>
        </p:nvGrpSpPr>
        <p:grpSpPr bwMode="auto">
          <a:xfrm>
            <a:off x="798160" y="2223558"/>
            <a:ext cx="2671762" cy="2506663"/>
            <a:chOff x="1888" y="1771"/>
            <a:chExt cx="1870" cy="1780"/>
          </a:xfrm>
        </p:grpSpPr>
        <p:sp>
          <p:nvSpPr>
            <p:cNvPr id="135" name="Rectangle 4"/>
            <p:cNvSpPr>
              <a:spLocks noChangeArrowheads="1"/>
            </p:cNvSpPr>
            <p:nvPr/>
          </p:nvSpPr>
          <p:spPr bwMode="auto">
            <a:xfrm>
              <a:off x="3427" y="3251"/>
              <a:ext cx="33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" name="Rectangle 5"/>
            <p:cNvSpPr>
              <a:spLocks noChangeArrowheads="1"/>
            </p:cNvSpPr>
            <p:nvPr/>
          </p:nvSpPr>
          <p:spPr bwMode="auto">
            <a:xfrm>
              <a:off x="3109" y="3251"/>
              <a:ext cx="318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" name="Rectangle 6"/>
            <p:cNvSpPr>
              <a:spLocks noChangeArrowheads="1"/>
            </p:cNvSpPr>
            <p:nvPr/>
          </p:nvSpPr>
          <p:spPr bwMode="auto">
            <a:xfrm>
              <a:off x="2766" y="3251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" name="Rectangle 7"/>
            <p:cNvSpPr>
              <a:spLocks noChangeArrowheads="1"/>
            </p:cNvSpPr>
            <p:nvPr/>
          </p:nvSpPr>
          <p:spPr bwMode="auto">
            <a:xfrm>
              <a:off x="2423" y="3251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9" name="Rectangle 8"/>
            <p:cNvSpPr>
              <a:spLocks noChangeArrowheads="1"/>
            </p:cNvSpPr>
            <p:nvPr/>
          </p:nvSpPr>
          <p:spPr bwMode="auto">
            <a:xfrm>
              <a:off x="2108" y="3251"/>
              <a:ext cx="31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0" name="Rectangle 9"/>
            <p:cNvSpPr>
              <a:spLocks noChangeArrowheads="1"/>
            </p:cNvSpPr>
            <p:nvPr/>
          </p:nvSpPr>
          <p:spPr bwMode="auto">
            <a:xfrm>
              <a:off x="3427" y="2951"/>
              <a:ext cx="33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1" name="Rectangle 10"/>
            <p:cNvSpPr>
              <a:spLocks noChangeArrowheads="1"/>
            </p:cNvSpPr>
            <p:nvPr/>
          </p:nvSpPr>
          <p:spPr bwMode="auto">
            <a:xfrm>
              <a:off x="3109" y="2951"/>
              <a:ext cx="318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Rectangle 11"/>
            <p:cNvSpPr>
              <a:spLocks noChangeArrowheads="1"/>
            </p:cNvSpPr>
            <p:nvPr/>
          </p:nvSpPr>
          <p:spPr bwMode="auto">
            <a:xfrm>
              <a:off x="2766" y="2951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" name="Rectangle 12"/>
            <p:cNvSpPr>
              <a:spLocks noChangeArrowheads="1"/>
            </p:cNvSpPr>
            <p:nvPr/>
          </p:nvSpPr>
          <p:spPr bwMode="auto">
            <a:xfrm>
              <a:off x="2423" y="2951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" name="Rectangle 13"/>
            <p:cNvSpPr>
              <a:spLocks noChangeArrowheads="1"/>
            </p:cNvSpPr>
            <p:nvPr/>
          </p:nvSpPr>
          <p:spPr bwMode="auto">
            <a:xfrm>
              <a:off x="2108" y="2951"/>
              <a:ext cx="31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5" name="Rectangle 14"/>
            <p:cNvSpPr>
              <a:spLocks noChangeArrowheads="1"/>
            </p:cNvSpPr>
            <p:nvPr/>
          </p:nvSpPr>
          <p:spPr bwMode="auto">
            <a:xfrm>
              <a:off x="3427" y="2592"/>
              <a:ext cx="331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6" name="Rectangle 15"/>
            <p:cNvSpPr>
              <a:spLocks noChangeArrowheads="1"/>
            </p:cNvSpPr>
            <p:nvPr/>
          </p:nvSpPr>
          <p:spPr bwMode="auto">
            <a:xfrm>
              <a:off x="3109" y="2592"/>
              <a:ext cx="318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7" name="Rectangle 16"/>
            <p:cNvSpPr>
              <a:spLocks noChangeArrowheads="1"/>
            </p:cNvSpPr>
            <p:nvPr/>
          </p:nvSpPr>
          <p:spPr bwMode="auto">
            <a:xfrm>
              <a:off x="2766" y="2592"/>
              <a:ext cx="343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" name="Rectangle 17"/>
            <p:cNvSpPr>
              <a:spLocks noChangeArrowheads="1"/>
            </p:cNvSpPr>
            <p:nvPr/>
          </p:nvSpPr>
          <p:spPr bwMode="auto">
            <a:xfrm>
              <a:off x="2423" y="2592"/>
              <a:ext cx="343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9" name="Rectangle 18"/>
            <p:cNvSpPr>
              <a:spLocks noChangeArrowheads="1"/>
            </p:cNvSpPr>
            <p:nvPr/>
          </p:nvSpPr>
          <p:spPr bwMode="auto">
            <a:xfrm>
              <a:off x="2108" y="2592"/>
              <a:ext cx="315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0" name="Rectangle 19"/>
            <p:cNvSpPr>
              <a:spLocks noChangeArrowheads="1"/>
            </p:cNvSpPr>
            <p:nvPr/>
          </p:nvSpPr>
          <p:spPr bwMode="auto">
            <a:xfrm>
              <a:off x="3427" y="2292"/>
              <a:ext cx="33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1" name="Rectangle 20"/>
            <p:cNvSpPr>
              <a:spLocks noChangeArrowheads="1"/>
            </p:cNvSpPr>
            <p:nvPr/>
          </p:nvSpPr>
          <p:spPr bwMode="auto">
            <a:xfrm>
              <a:off x="3109" y="2292"/>
              <a:ext cx="318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2" name="Rectangle 21"/>
            <p:cNvSpPr>
              <a:spLocks noChangeArrowheads="1"/>
            </p:cNvSpPr>
            <p:nvPr/>
          </p:nvSpPr>
          <p:spPr bwMode="auto">
            <a:xfrm>
              <a:off x="2766" y="2292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" name="Rectangle 22"/>
            <p:cNvSpPr>
              <a:spLocks noChangeArrowheads="1"/>
            </p:cNvSpPr>
            <p:nvPr/>
          </p:nvSpPr>
          <p:spPr bwMode="auto">
            <a:xfrm>
              <a:off x="2423" y="2292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" name="Rectangle 23"/>
            <p:cNvSpPr>
              <a:spLocks noChangeArrowheads="1"/>
            </p:cNvSpPr>
            <p:nvPr/>
          </p:nvSpPr>
          <p:spPr bwMode="auto">
            <a:xfrm>
              <a:off x="2108" y="2292"/>
              <a:ext cx="31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" name="Rectangle 24"/>
            <p:cNvSpPr>
              <a:spLocks noChangeArrowheads="1"/>
            </p:cNvSpPr>
            <p:nvPr/>
          </p:nvSpPr>
          <p:spPr bwMode="auto">
            <a:xfrm>
              <a:off x="3427" y="1992"/>
              <a:ext cx="33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6" name="Rectangle 25"/>
            <p:cNvSpPr>
              <a:spLocks noChangeArrowheads="1"/>
            </p:cNvSpPr>
            <p:nvPr/>
          </p:nvSpPr>
          <p:spPr bwMode="auto">
            <a:xfrm>
              <a:off x="3109" y="1992"/>
              <a:ext cx="318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Rectangle 26"/>
            <p:cNvSpPr>
              <a:spLocks noChangeArrowheads="1"/>
            </p:cNvSpPr>
            <p:nvPr/>
          </p:nvSpPr>
          <p:spPr bwMode="auto">
            <a:xfrm>
              <a:off x="2766" y="1992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8" name="Rectangle 27"/>
            <p:cNvSpPr>
              <a:spLocks noChangeArrowheads="1"/>
            </p:cNvSpPr>
            <p:nvPr/>
          </p:nvSpPr>
          <p:spPr bwMode="auto">
            <a:xfrm>
              <a:off x="2423" y="1992"/>
              <a:ext cx="34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9" name="Rectangle 28"/>
            <p:cNvSpPr>
              <a:spLocks noChangeArrowheads="1"/>
            </p:cNvSpPr>
            <p:nvPr/>
          </p:nvSpPr>
          <p:spPr bwMode="auto">
            <a:xfrm>
              <a:off x="2108" y="1992"/>
              <a:ext cx="31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0" name="Line 29"/>
            <p:cNvSpPr>
              <a:spLocks noChangeShapeType="1"/>
            </p:cNvSpPr>
            <p:nvPr/>
          </p:nvSpPr>
          <p:spPr bwMode="auto">
            <a:xfrm>
              <a:off x="2108" y="3551"/>
              <a:ext cx="315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Line 30"/>
            <p:cNvSpPr>
              <a:spLocks noChangeShapeType="1"/>
            </p:cNvSpPr>
            <p:nvPr/>
          </p:nvSpPr>
          <p:spPr bwMode="auto">
            <a:xfrm>
              <a:off x="2108" y="1992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Line 31"/>
            <p:cNvSpPr>
              <a:spLocks noChangeShapeType="1"/>
            </p:cNvSpPr>
            <p:nvPr/>
          </p:nvSpPr>
          <p:spPr bwMode="auto">
            <a:xfrm>
              <a:off x="3758" y="1992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Line 32"/>
            <p:cNvSpPr>
              <a:spLocks noChangeShapeType="1"/>
            </p:cNvSpPr>
            <p:nvPr/>
          </p:nvSpPr>
          <p:spPr bwMode="auto">
            <a:xfrm>
              <a:off x="2108" y="1992"/>
              <a:ext cx="315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Line 33"/>
            <p:cNvSpPr>
              <a:spLocks noChangeShapeType="1"/>
            </p:cNvSpPr>
            <p:nvPr/>
          </p:nvSpPr>
          <p:spPr bwMode="auto">
            <a:xfrm>
              <a:off x="2423" y="1992"/>
              <a:ext cx="34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Line 34"/>
            <p:cNvSpPr>
              <a:spLocks noChangeShapeType="1"/>
            </p:cNvSpPr>
            <p:nvPr/>
          </p:nvSpPr>
          <p:spPr bwMode="auto">
            <a:xfrm>
              <a:off x="2108" y="1992"/>
              <a:ext cx="315" cy="30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Line 35"/>
            <p:cNvSpPr>
              <a:spLocks noChangeShapeType="1"/>
            </p:cNvSpPr>
            <p:nvPr/>
          </p:nvSpPr>
          <p:spPr bwMode="auto">
            <a:xfrm>
              <a:off x="2108" y="2292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Line 36"/>
            <p:cNvSpPr>
              <a:spLocks noChangeShapeType="1"/>
            </p:cNvSpPr>
            <p:nvPr/>
          </p:nvSpPr>
          <p:spPr bwMode="auto">
            <a:xfrm>
              <a:off x="2423" y="2292"/>
              <a:ext cx="0" cy="12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Line 37"/>
            <p:cNvSpPr>
              <a:spLocks noChangeShapeType="1"/>
            </p:cNvSpPr>
            <p:nvPr/>
          </p:nvSpPr>
          <p:spPr bwMode="auto">
            <a:xfrm>
              <a:off x="2423" y="2292"/>
              <a:ext cx="13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Line 38"/>
            <p:cNvSpPr>
              <a:spLocks noChangeShapeType="1"/>
            </p:cNvSpPr>
            <p:nvPr/>
          </p:nvSpPr>
          <p:spPr bwMode="auto">
            <a:xfrm>
              <a:off x="2766" y="1992"/>
              <a:ext cx="34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Line 39"/>
            <p:cNvSpPr>
              <a:spLocks noChangeShapeType="1"/>
            </p:cNvSpPr>
            <p:nvPr/>
          </p:nvSpPr>
          <p:spPr bwMode="auto">
            <a:xfrm>
              <a:off x="2766" y="2292"/>
              <a:ext cx="0" cy="12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Line 40"/>
            <p:cNvSpPr>
              <a:spLocks noChangeShapeType="1"/>
            </p:cNvSpPr>
            <p:nvPr/>
          </p:nvSpPr>
          <p:spPr bwMode="auto">
            <a:xfrm>
              <a:off x="3109" y="1992"/>
              <a:ext cx="318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Line 41"/>
            <p:cNvSpPr>
              <a:spLocks noChangeShapeType="1"/>
            </p:cNvSpPr>
            <p:nvPr/>
          </p:nvSpPr>
          <p:spPr bwMode="auto">
            <a:xfrm>
              <a:off x="3109" y="2292"/>
              <a:ext cx="0" cy="12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Line 42"/>
            <p:cNvSpPr>
              <a:spLocks noChangeShapeType="1"/>
            </p:cNvSpPr>
            <p:nvPr/>
          </p:nvSpPr>
          <p:spPr bwMode="auto">
            <a:xfrm>
              <a:off x="3427" y="1992"/>
              <a:ext cx="331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Line 43"/>
            <p:cNvSpPr>
              <a:spLocks noChangeShapeType="1"/>
            </p:cNvSpPr>
            <p:nvPr/>
          </p:nvSpPr>
          <p:spPr bwMode="auto">
            <a:xfrm>
              <a:off x="3427" y="2292"/>
              <a:ext cx="0" cy="12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5" name="Line 44"/>
            <p:cNvSpPr>
              <a:spLocks noChangeShapeType="1"/>
            </p:cNvSpPr>
            <p:nvPr/>
          </p:nvSpPr>
          <p:spPr bwMode="auto">
            <a:xfrm>
              <a:off x="3758" y="2292"/>
              <a:ext cx="0" cy="125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6" name="Line 45"/>
            <p:cNvSpPr>
              <a:spLocks noChangeShapeType="1"/>
            </p:cNvSpPr>
            <p:nvPr/>
          </p:nvSpPr>
          <p:spPr bwMode="auto">
            <a:xfrm>
              <a:off x="2108" y="2592"/>
              <a:ext cx="0" cy="35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Line 46"/>
            <p:cNvSpPr>
              <a:spLocks noChangeShapeType="1"/>
            </p:cNvSpPr>
            <p:nvPr/>
          </p:nvSpPr>
          <p:spPr bwMode="auto">
            <a:xfrm>
              <a:off x="2423" y="2592"/>
              <a:ext cx="13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Line 47"/>
            <p:cNvSpPr>
              <a:spLocks noChangeShapeType="1"/>
            </p:cNvSpPr>
            <p:nvPr/>
          </p:nvSpPr>
          <p:spPr bwMode="auto">
            <a:xfrm>
              <a:off x="2108" y="2951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Line 48"/>
            <p:cNvSpPr>
              <a:spLocks noChangeShapeType="1"/>
            </p:cNvSpPr>
            <p:nvPr/>
          </p:nvSpPr>
          <p:spPr bwMode="auto">
            <a:xfrm>
              <a:off x="2423" y="2951"/>
              <a:ext cx="13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Line 49"/>
            <p:cNvSpPr>
              <a:spLocks noChangeShapeType="1"/>
            </p:cNvSpPr>
            <p:nvPr/>
          </p:nvSpPr>
          <p:spPr bwMode="auto">
            <a:xfrm>
              <a:off x="2108" y="3251"/>
              <a:ext cx="0" cy="3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Line 50"/>
            <p:cNvSpPr>
              <a:spLocks noChangeShapeType="1"/>
            </p:cNvSpPr>
            <p:nvPr/>
          </p:nvSpPr>
          <p:spPr bwMode="auto">
            <a:xfrm>
              <a:off x="2423" y="3251"/>
              <a:ext cx="13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2" name="Line 51"/>
            <p:cNvSpPr>
              <a:spLocks noChangeShapeType="1"/>
            </p:cNvSpPr>
            <p:nvPr/>
          </p:nvSpPr>
          <p:spPr bwMode="auto">
            <a:xfrm>
              <a:off x="2423" y="3551"/>
              <a:ext cx="1335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3" name="Text Box 52"/>
            <p:cNvSpPr txBox="1">
              <a:spLocks noChangeArrowheads="1"/>
            </p:cNvSpPr>
            <p:nvPr/>
          </p:nvSpPr>
          <p:spPr bwMode="auto">
            <a:xfrm>
              <a:off x="1888" y="2086"/>
              <a:ext cx="488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" name="Text Box 53"/>
            <p:cNvSpPr txBox="1">
              <a:spLocks noChangeArrowheads="1"/>
            </p:cNvSpPr>
            <p:nvPr/>
          </p:nvSpPr>
          <p:spPr bwMode="auto">
            <a:xfrm>
              <a:off x="2191" y="1771"/>
              <a:ext cx="488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CD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5" name="Group 92"/>
          <p:cNvGrpSpPr/>
          <p:nvPr/>
        </p:nvGrpSpPr>
        <p:grpSpPr bwMode="auto">
          <a:xfrm>
            <a:off x="7735888" y="2028824"/>
            <a:ext cx="3509962" cy="1963738"/>
            <a:chOff x="2888" y="401"/>
            <a:chExt cx="2211" cy="1237"/>
          </a:xfrm>
        </p:grpSpPr>
        <p:sp>
          <p:nvSpPr>
            <p:cNvPr id="186" name="Rectangle 93"/>
            <p:cNvSpPr>
              <a:spLocks noChangeArrowheads="1"/>
            </p:cNvSpPr>
            <p:nvPr/>
          </p:nvSpPr>
          <p:spPr bwMode="auto">
            <a:xfrm>
              <a:off x="3035" y="671"/>
              <a:ext cx="43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87" name="Group 94"/>
            <p:cNvGrpSpPr/>
            <p:nvPr/>
          </p:nvGrpSpPr>
          <p:grpSpPr bwMode="auto">
            <a:xfrm>
              <a:off x="2888" y="401"/>
              <a:ext cx="2211" cy="1237"/>
              <a:chOff x="2888" y="401"/>
              <a:chExt cx="2211" cy="1237"/>
            </a:xfrm>
          </p:grpSpPr>
          <p:sp>
            <p:nvSpPr>
              <p:cNvPr id="188" name="Rectangle 95"/>
              <p:cNvSpPr>
                <a:spLocks noChangeArrowheads="1"/>
              </p:cNvSpPr>
              <p:nvPr/>
            </p:nvSpPr>
            <p:spPr bwMode="auto">
              <a:xfrm>
                <a:off x="4715" y="1302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9" name="Rectangle 96"/>
              <p:cNvSpPr>
                <a:spLocks noChangeArrowheads="1"/>
              </p:cNvSpPr>
              <p:nvPr/>
            </p:nvSpPr>
            <p:spPr bwMode="auto">
              <a:xfrm>
                <a:off x="4331" y="1302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0" lang="en-US" altLang="zh-CN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0" name="Rectangle 97"/>
              <p:cNvSpPr>
                <a:spLocks noChangeArrowheads="1"/>
              </p:cNvSpPr>
              <p:nvPr/>
            </p:nvSpPr>
            <p:spPr bwMode="auto">
              <a:xfrm>
                <a:off x="3899" y="1302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Rectangle 98"/>
              <p:cNvSpPr>
                <a:spLocks noChangeArrowheads="1"/>
              </p:cNvSpPr>
              <p:nvPr/>
            </p:nvSpPr>
            <p:spPr bwMode="auto">
              <a:xfrm>
                <a:off x="3467" y="1302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2" name="Rectangle 99"/>
              <p:cNvSpPr>
                <a:spLocks noChangeArrowheads="1"/>
              </p:cNvSpPr>
              <p:nvPr/>
            </p:nvSpPr>
            <p:spPr bwMode="auto">
              <a:xfrm>
                <a:off x="3035" y="1302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3" name="Rectangle 100"/>
              <p:cNvSpPr>
                <a:spLocks noChangeArrowheads="1"/>
              </p:cNvSpPr>
              <p:nvPr/>
            </p:nvSpPr>
            <p:spPr bwMode="auto">
              <a:xfrm>
                <a:off x="4715" y="971"/>
                <a:ext cx="384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" name="Rectangle 101"/>
              <p:cNvSpPr>
                <a:spLocks noChangeArrowheads="1"/>
              </p:cNvSpPr>
              <p:nvPr/>
            </p:nvSpPr>
            <p:spPr bwMode="auto">
              <a:xfrm>
                <a:off x="4331" y="971"/>
                <a:ext cx="384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" name="Rectangle 102"/>
              <p:cNvSpPr>
                <a:spLocks noChangeArrowheads="1"/>
              </p:cNvSpPr>
              <p:nvPr/>
            </p:nvSpPr>
            <p:spPr bwMode="auto">
              <a:xfrm>
                <a:off x="3899" y="971"/>
                <a:ext cx="432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6" name="Rectangle 103"/>
              <p:cNvSpPr>
                <a:spLocks noChangeArrowheads="1"/>
              </p:cNvSpPr>
              <p:nvPr/>
            </p:nvSpPr>
            <p:spPr bwMode="auto">
              <a:xfrm>
                <a:off x="3467" y="971"/>
                <a:ext cx="432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7" name="Rectangle 104"/>
              <p:cNvSpPr>
                <a:spLocks noChangeArrowheads="1"/>
              </p:cNvSpPr>
              <p:nvPr/>
            </p:nvSpPr>
            <p:spPr bwMode="auto">
              <a:xfrm>
                <a:off x="3035" y="971"/>
                <a:ext cx="432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8" name="Rectangle 105"/>
              <p:cNvSpPr>
                <a:spLocks noChangeArrowheads="1"/>
              </p:cNvSpPr>
              <p:nvPr/>
            </p:nvSpPr>
            <p:spPr bwMode="auto">
              <a:xfrm>
                <a:off x="4715" y="671"/>
                <a:ext cx="384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9" name="Rectangle 106"/>
              <p:cNvSpPr>
                <a:spLocks noChangeArrowheads="1"/>
              </p:cNvSpPr>
              <p:nvPr/>
            </p:nvSpPr>
            <p:spPr bwMode="auto">
              <a:xfrm>
                <a:off x="4331" y="671"/>
                <a:ext cx="384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0" name="Rectangle 107"/>
              <p:cNvSpPr>
                <a:spLocks noChangeArrowheads="1"/>
              </p:cNvSpPr>
              <p:nvPr/>
            </p:nvSpPr>
            <p:spPr bwMode="auto">
              <a:xfrm>
                <a:off x="3899" y="671"/>
                <a:ext cx="432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1" name="Rectangle 108"/>
              <p:cNvSpPr>
                <a:spLocks noChangeArrowheads="1"/>
              </p:cNvSpPr>
              <p:nvPr/>
            </p:nvSpPr>
            <p:spPr bwMode="auto">
              <a:xfrm>
                <a:off x="3467" y="671"/>
                <a:ext cx="432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2" name="Line 109"/>
              <p:cNvSpPr>
                <a:spLocks noChangeShapeType="1"/>
              </p:cNvSpPr>
              <p:nvPr/>
            </p:nvSpPr>
            <p:spPr bwMode="auto">
              <a:xfrm>
                <a:off x="3035" y="671"/>
                <a:ext cx="43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3" name="Line 110"/>
              <p:cNvSpPr>
                <a:spLocks noChangeShapeType="1"/>
              </p:cNvSpPr>
              <p:nvPr/>
            </p:nvSpPr>
            <p:spPr bwMode="auto">
              <a:xfrm>
                <a:off x="3035" y="1638"/>
                <a:ext cx="43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4" name="Line 111"/>
              <p:cNvSpPr>
                <a:spLocks noChangeShapeType="1"/>
              </p:cNvSpPr>
              <p:nvPr/>
            </p:nvSpPr>
            <p:spPr bwMode="auto">
              <a:xfrm>
                <a:off x="3035" y="671"/>
                <a:ext cx="0" cy="30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5" name="Line 112"/>
              <p:cNvSpPr>
                <a:spLocks noChangeShapeType="1"/>
              </p:cNvSpPr>
              <p:nvPr/>
            </p:nvSpPr>
            <p:spPr bwMode="auto">
              <a:xfrm>
                <a:off x="5099" y="671"/>
                <a:ext cx="0" cy="30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6" name="Line 113"/>
              <p:cNvSpPr>
                <a:spLocks noChangeShapeType="1"/>
              </p:cNvSpPr>
              <p:nvPr/>
            </p:nvSpPr>
            <p:spPr bwMode="auto">
              <a:xfrm>
                <a:off x="3035" y="671"/>
                <a:ext cx="432" cy="300"/>
              </a:xfrm>
              <a:prstGeom prst="line">
                <a:avLst/>
              </a:prstGeom>
              <a:noFill/>
              <a:ln w="28575" cap="rnd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7" name="Line 114"/>
              <p:cNvSpPr>
                <a:spLocks noChangeShapeType="1"/>
              </p:cNvSpPr>
              <p:nvPr/>
            </p:nvSpPr>
            <p:spPr bwMode="auto">
              <a:xfrm>
                <a:off x="3467" y="671"/>
                <a:ext cx="43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8" name="Line 115"/>
              <p:cNvSpPr>
                <a:spLocks noChangeShapeType="1"/>
              </p:cNvSpPr>
              <p:nvPr/>
            </p:nvSpPr>
            <p:spPr bwMode="auto">
              <a:xfrm>
                <a:off x="3035" y="971"/>
                <a:ext cx="0" cy="331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9" name="Line 116"/>
              <p:cNvSpPr>
                <a:spLocks noChangeShapeType="1"/>
              </p:cNvSpPr>
              <p:nvPr/>
            </p:nvSpPr>
            <p:spPr bwMode="auto">
              <a:xfrm>
                <a:off x="3467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0" name="Line 117"/>
              <p:cNvSpPr>
                <a:spLocks noChangeShapeType="1"/>
              </p:cNvSpPr>
              <p:nvPr/>
            </p:nvSpPr>
            <p:spPr bwMode="auto">
              <a:xfrm>
                <a:off x="3467" y="971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1" name="Line 118"/>
              <p:cNvSpPr>
                <a:spLocks noChangeShapeType="1"/>
              </p:cNvSpPr>
              <p:nvPr/>
            </p:nvSpPr>
            <p:spPr bwMode="auto">
              <a:xfrm>
                <a:off x="3899" y="671"/>
                <a:ext cx="43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2" name="Line 119"/>
              <p:cNvSpPr>
                <a:spLocks noChangeShapeType="1"/>
              </p:cNvSpPr>
              <p:nvPr/>
            </p:nvSpPr>
            <p:spPr bwMode="auto">
              <a:xfrm>
                <a:off x="3899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3" name="Line 120"/>
              <p:cNvSpPr>
                <a:spLocks noChangeShapeType="1"/>
              </p:cNvSpPr>
              <p:nvPr/>
            </p:nvSpPr>
            <p:spPr bwMode="auto">
              <a:xfrm>
                <a:off x="4331" y="671"/>
                <a:ext cx="38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4" name="Line 121"/>
              <p:cNvSpPr>
                <a:spLocks noChangeShapeType="1"/>
              </p:cNvSpPr>
              <p:nvPr/>
            </p:nvSpPr>
            <p:spPr bwMode="auto">
              <a:xfrm>
                <a:off x="4331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5" name="Line 122"/>
              <p:cNvSpPr>
                <a:spLocks noChangeShapeType="1"/>
              </p:cNvSpPr>
              <p:nvPr/>
            </p:nvSpPr>
            <p:spPr bwMode="auto">
              <a:xfrm>
                <a:off x="4715" y="671"/>
                <a:ext cx="38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6" name="Line 123"/>
              <p:cNvSpPr>
                <a:spLocks noChangeShapeType="1"/>
              </p:cNvSpPr>
              <p:nvPr/>
            </p:nvSpPr>
            <p:spPr bwMode="auto">
              <a:xfrm>
                <a:off x="4715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7" name="Line 124"/>
              <p:cNvSpPr>
                <a:spLocks noChangeShapeType="1"/>
              </p:cNvSpPr>
              <p:nvPr/>
            </p:nvSpPr>
            <p:spPr bwMode="auto">
              <a:xfrm>
                <a:off x="5099" y="971"/>
                <a:ext cx="0" cy="667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8" name="Line 125"/>
              <p:cNvSpPr>
                <a:spLocks noChangeShapeType="1"/>
              </p:cNvSpPr>
              <p:nvPr/>
            </p:nvSpPr>
            <p:spPr bwMode="auto">
              <a:xfrm>
                <a:off x="3035" y="1302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9" name="Line 126"/>
              <p:cNvSpPr>
                <a:spLocks noChangeShapeType="1"/>
              </p:cNvSpPr>
              <p:nvPr/>
            </p:nvSpPr>
            <p:spPr bwMode="auto">
              <a:xfrm>
                <a:off x="3467" y="1302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0" name="Line 127"/>
              <p:cNvSpPr>
                <a:spLocks noChangeShapeType="1"/>
              </p:cNvSpPr>
              <p:nvPr/>
            </p:nvSpPr>
            <p:spPr bwMode="auto">
              <a:xfrm>
                <a:off x="3467" y="1638"/>
                <a:ext cx="1632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1" name="Text Box 128"/>
              <p:cNvSpPr txBox="1">
                <a:spLocks noChangeArrowheads="1"/>
              </p:cNvSpPr>
              <p:nvPr/>
            </p:nvSpPr>
            <p:spPr bwMode="auto">
              <a:xfrm>
                <a:off x="2888" y="750"/>
                <a:ext cx="44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2" name="Text Box 129"/>
              <p:cNvSpPr txBox="1">
                <a:spLocks noChangeArrowheads="1"/>
              </p:cNvSpPr>
              <p:nvPr/>
            </p:nvSpPr>
            <p:spPr bwMode="auto">
              <a:xfrm>
                <a:off x="3075" y="401"/>
                <a:ext cx="7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0" lang="en-US" altLang="zh-CN" sz="28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23" name="Group 132"/>
          <p:cNvGrpSpPr/>
          <p:nvPr/>
        </p:nvGrpSpPr>
        <p:grpSpPr bwMode="auto">
          <a:xfrm>
            <a:off x="3832226" y="2186869"/>
            <a:ext cx="3455988" cy="1803400"/>
            <a:chOff x="2798" y="1214"/>
            <a:chExt cx="2177" cy="1136"/>
          </a:xfrm>
        </p:grpSpPr>
        <p:grpSp>
          <p:nvGrpSpPr>
            <p:cNvPr id="224" name="Group 54"/>
            <p:cNvGrpSpPr/>
            <p:nvPr/>
          </p:nvGrpSpPr>
          <p:grpSpPr bwMode="auto">
            <a:xfrm>
              <a:off x="2798" y="1214"/>
              <a:ext cx="2177" cy="1136"/>
              <a:chOff x="665" y="1898"/>
              <a:chExt cx="2177" cy="1136"/>
            </a:xfrm>
          </p:grpSpPr>
          <p:sp>
            <p:nvSpPr>
              <p:cNvPr id="227" name="Rectangle 55"/>
              <p:cNvSpPr>
                <a:spLocks noChangeArrowheads="1"/>
              </p:cNvSpPr>
              <p:nvPr/>
            </p:nvSpPr>
            <p:spPr bwMode="auto">
              <a:xfrm>
                <a:off x="778" y="2090"/>
                <a:ext cx="432" cy="3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 anchorCtr="1"/>
              <a:lstStyle>
                <a:lvl1pPr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28" name="Group 56"/>
              <p:cNvGrpSpPr/>
              <p:nvPr/>
            </p:nvGrpSpPr>
            <p:grpSpPr bwMode="auto">
              <a:xfrm>
                <a:off x="665" y="1898"/>
                <a:ext cx="2177" cy="1136"/>
                <a:chOff x="665" y="1898"/>
                <a:chExt cx="2177" cy="1136"/>
              </a:xfrm>
            </p:grpSpPr>
            <p:sp>
              <p:nvSpPr>
                <p:cNvPr id="229" name="Rectangle 57"/>
                <p:cNvSpPr>
                  <a:spLocks noChangeArrowheads="1"/>
                </p:cNvSpPr>
                <p:nvPr/>
              </p:nvSpPr>
              <p:spPr bwMode="auto">
                <a:xfrm>
                  <a:off x="2458" y="2698"/>
                  <a:ext cx="384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0" name="Rectangle 58"/>
                <p:cNvSpPr>
                  <a:spLocks noChangeArrowheads="1"/>
                </p:cNvSpPr>
                <p:nvPr/>
              </p:nvSpPr>
              <p:spPr bwMode="auto">
                <a:xfrm>
                  <a:off x="2074" y="2698"/>
                  <a:ext cx="384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1" name="Rectangle 59"/>
                <p:cNvSpPr>
                  <a:spLocks noChangeArrowheads="1"/>
                </p:cNvSpPr>
                <p:nvPr/>
              </p:nvSpPr>
              <p:spPr bwMode="auto">
                <a:xfrm>
                  <a:off x="1642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2" name="Rectangle 60"/>
                <p:cNvSpPr>
                  <a:spLocks noChangeArrowheads="1"/>
                </p:cNvSpPr>
                <p:nvPr/>
              </p:nvSpPr>
              <p:spPr bwMode="auto">
                <a:xfrm>
                  <a:off x="1210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3" name="Rectangle 61"/>
                <p:cNvSpPr>
                  <a:spLocks noChangeArrowheads="1"/>
                </p:cNvSpPr>
                <p:nvPr/>
              </p:nvSpPr>
              <p:spPr bwMode="auto">
                <a:xfrm>
                  <a:off x="778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4" name="Rectangle 62"/>
                <p:cNvSpPr>
                  <a:spLocks noChangeArrowheads="1"/>
                </p:cNvSpPr>
                <p:nvPr/>
              </p:nvSpPr>
              <p:spPr bwMode="auto">
                <a:xfrm>
                  <a:off x="2458" y="2396"/>
                  <a:ext cx="384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5" name="Rectangle 63"/>
                <p:cNvSpPr>
                  <a:spLocks noChangeArrowheads="1"/>
                </p:cNvSpPr>
                <p:nvPr/>
              </p:nvSpPr>
              <p:spPr bwMode="auto">
                <a:xfrm>
                  <a:off x="2074" y="2396"/>
                  <a:ext cx="384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6" name="Rectangle 64"/>
                <p:cNvSpPr>
                  <a:spLocks noChangeArrowheads="1"/>
                </p:cNvSpPr>
                <p:nvPr/>
              </p:nvSpPr>
              <p:spPr bwMode="auto">
                <a:xfrm>
                  <a:off x="1642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7" name="Rectangle 65"/>
                <p:cNvSpPr>
                  <a:spLocks noChangeArrowheads="1"/>
                </p:cNvSpPr>
                <p:nvPr/>
              </p:nvSpPr>
              <p:spPr bwMode="auto">
                <a:xfrm>
                  <a:off x="1210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8" name="Rectangle 66"/>
                <p:cNvSpPr>
                  <a:spLocks noChangeArrowheads="1"/>
                </p:cNvSpPr>
                <p:nvPr/>
              </p:nvSpPr>
              <p:spPr bwMode="auto">
                <a:xfrm>
                  <a:off x="778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9" name="Rectangle 67"/>
                <p:cNvSpPr>
                  <a:spLocks noChangeArrowheads="1"/>
                </p:cNvSpPr>
                <p:nvPr/>
              </p:nvSpPr>
              <p:spPr bwMode="auto">
                <a:xfrm>
                  <a:off x="2458" y="2090"/>
                  <a:ext cx="384" cy="3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10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0" name="Rectangle 68"/>
                <p:cNvSpPr>
                  <a:spLocks noChangeArrowheads="1"/>
                </p:cNvSpPr>
                <p:nvPr/>
              </p:nvSpPr>
              <p:spPr bwMode="auto">
                <a:xfrm>
                  <a:off x="2074" y="2090"/>
                  <a:ext cx="384" cy="3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11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1" name="Rectangle 69"/>
                <p:cNvSpPr>
                  <a:spLocks noChangeArrowheads="1"/>
                </p:cNvSpPr>
                <p:nvPr/>
              </p:nvSpPr>
              <p:spPr bwMode="auto">
                <a:xfrm>
                  <a:off x="1642" y="2090"/>
                  <a:ext cx="432" cy="3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01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2" name="Rectangle 70"/>
                <p:cNvSpPr>
                  <a:spLocks noChangeArrowheads="1"/>
                </p:cNvSpPr>
                <p:nvPr/>
              </p:nvSpPr>
              <p:spPr bwMode="auto">
                <a:xfrm>
                  <a:off x="1210" y="2090"/>
                  <a:ext cx="432" cy="3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 anchorCtr="1"/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00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3" name="Line 71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4" name="Line 72"/>
                <p:cNvSpPr>
                  <a:spLocks noChangeShapeType="1"/>
                </p:cNvSpPr>
                <p:nvPr/>
              </p:nvSpPr>
              <p:spPr bwMode="auto">
                <a:xfrm>
                  <a:off x="778" y="3034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5" name="Line 73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0" cy="306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6" name="Line 74"/>
                <p:cNvSpPr>
                  <a:spLocks noChangeShapeType="1"/>
                </p:cNvSpPr>
                <p:nvPr/>
              </p:nvSpPr>
              <p:spPr bwMode="auto">
                <a:xfrm>
                  <a:off x="2842" y="2090"/>
                  <a:ext cx="0" cy="306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7" name="Line 75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432" cy="306"/>
                </a:xfrm>
                <a:prstGeom prst="line">
                  <a:avLst/>
                </a:prstGeom>
                <a:noFill/>
                <a:ln w="28575" cap="rnd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8" name="Line 76"/>
                <p:cNvSpPr>
                  <a:spLocks noChangeShapeType="1"/>
                </p:cNvSpPr>
                <p:nvPr/>
              </p:nvSpPr>
              <p:spPr bwMode="auto">
                <a:xfrm>
                  <a:off x="1210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9" name="Line 77"/>
                <p:cNvSpPr>
                  <a:spLocks noChangeShapeType="1"/>
                </p:cNvSpPr>
                <p:nvPr/>
              </p:nvSpPr>
              <p:spPr bwMode="auto">
                <a:xfrm>
                  <a:off x="778" y="2396"/>
                  <a:ext cx="0" cy="302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0" name="Line 78"/>
                <p:cNvSpPr>
                  <a:spLocks noChangeShapeType="1"/>
                </p:cNvSpPr>
                <p:nvPr/>
              </p:nvSpPr>
              <p:spPr bwMode="auto">
                <a:xfrm>
                  <a:off x="1210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1" name="Line 79"/>
                <p:cNvSpPr>
                  <a:spLocks noChangeShapeType="1"/>
                </p:cNvSpPr>
                <p:nvPr/>
              </p:nvSpPr>
              <p:spPr bwMode="auto">
                <a:xfrm>
                  <a:off x="1210" y="2396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2" name="Line 80"/>
                <p:cNvSpPr>
                  <a:spLocks noChangeShapeType="1"/>
                </p:cNvSpPr>
                <p:nvPr/>
              </p:nvSpPr>
              <p:spPr bwMode="auto">
                <a:xfrm>
                  <a:off x="1642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3" name="Line 81"/>
                <p:cNvSpPr>
                  <a:spLocks noChangeShapeType="1"/>
                </p:cNvSpPr>
                <p:nvPr/>
              </p:nvSpPr>
              <p:spPr bwMode="auto">
                <a:xfrm>
                  <a:off x="1642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4" name="Line 82"/>
                <p:cNvSpPr>
                  <a:spLocks noChangeShapeType="1"/>
                </p:cNvSpPr>
                <p:nvPr/>
              </p:nvSpPr>
              <p:spPr bwMode="auto">
                <a:xfrm>
                  <a:off x="2074" y="2090"/>
                  <a:ext cx="384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5" name="Line 83"/>
                <p:cNvSpPr>
                  <a:spLocks noChangeShapeType="1"/>
                </p:cNvSpPr>
                <p:nvPr/>
              </p:nvSpPr>
              <p:spPr bwMode="auto">
                <a:xfrm>
                  <a:off x="2074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6" name="Line 84"/>
                <p:cNvSpPr>
                  <a:spLocks noChangeShapeType="1"/>
                </p:cNvSpPr>
                <p:nvPr/>
              </p:nvSpPr>
              <p:spPr bwMode="auto">
                <a:xfrm>
                  <a:off x="2458" y="2090"/>
                  <a:ext cx="384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7" name="Line 85"/>
                <p:cNvSpPr>
                  <a:spLocks noChangeShapeType="1"/>
                </p:cNvSpPr>
                <p:nvPr/>
              </p:nvSpPr>
              <p:spPr bwMode="auto">
                <a:xfrm>
                  <a:off x="2458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8" name="Line 86"/>
                <p:cNvSpPr>
                  <a:spLocks noChangeShapeType="1"/>
                </p:cNvSpPr>
                <p:nvPr/>
              </p:nvSpPr>
              <p:spPr bwMode="auto">
                <a:xfrm>
                  <a:off x="2842" y="2396"/>
                  <a:ext cx="0" cy="638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9" name="Line 87"/>
                <p:cNvSpPr>
                  <a:spLocks noChangeShapeType="1"/>
                </p:cNvSpPr>
                <p:nvPr/>
              </p:nvSpPr>
              <p:spPr bwMode="auto">
                <a:xfrm>
                  <a:off x="778" y="2698"/>
                  <a:ext cx="0" cy="336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0" name="Line 88"/>
                <p:cNvSpPr>
                  <a:spLocks noChangeShapeType="1"/>
                </p:cNvSpPr>
                <p:nvPr/>
              </p:nvSpPr>
              <p:spPr bwMode="auto">
                <a:xfrm>
                  <a:off x="1210" y="2698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1" name="Line 89"/>
                <p:cNvSpPr>
                  <a:spLocks noChangeShapeType="1"/>
                </p:cNvSpPr>
                <p:nvPr/>
              </p:nvSpPr>
              <p:spPr bwMode="auto">
                <a:xfrm>
                  <a:off x="1210" y="3034"/>
                  <a:ext cx="1632" cy="0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2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665" y="2195"/>
                  <a:ext cx="257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3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922" y="1898"/>
                  <a:ext cx="43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spcBef>
                      <a:spcPct val="50000"/>
                    </a:spcBef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5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BC</a:t>
                  </a:r>
                  <a:endPara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25" name="Line 130"/>
            <p:cNvSpPr>
              <a:spLocks noChangeShapeType="1"/>
            </p:cNvSpPr>
            <p:nvPr/>
          </p:nvSpPr>
          <p:spPr bwMode="auto">
            <a:xfrm>
              <a:off x="3484" y="1756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6" name="Line 131"/>
            <p:cNvSpPr>
              <a:spLocks noChangeShapeType="1"/>
            </p:cNvSpPr>
            <p:nvPr/>
          </p:nvSpPr>
          <p:spPr bwMode="auto">
            <a:xfrm>
              <a:off x="4322" y="2076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 bwMode="auto">
          <a:xfrm>
            <a:off x="1808516" y="1654881"/>
            <a:ext cx="2292350" cy="519113"/>
            <a:chOff x="674" y="353"/>
            <a:chExt cx="1444" cy="327"/>
          </a:xfrm>
        </p:grpSpPr>
        <p:sp>
          <p:nvSpPr>
            <p:cNvPr id="3" name="Text Box 2"/>
            <p:cNvSpPr txBox="1">
              <a:spLocks noChangeArrowheads="1"/>
            </p:cNvSpPr>
            <p:nvPr/>
          </p:nvSpPr>
          <p:spPr bwMode="auto">
            <a:xfrm>
              <a:off x="674" y="353"/>
              <a:ext cx="14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aseline="0" dirty="0"/>
                <a:t>D</a:t>
              </a:r>
              <a:r>
                <a:rPr kumimoji="0" lang="en-US" altLang="zh-CN" baseline="-25000" dirty="0"/>
                <a:t>0</a:t>
              </a:r>
              <a:r>
                <a:rPr kumimoji="0" lang="en-US" altLang="zh-CN" baseline="0" dirty="0"/>
                <a:t> = D</a:t>
              </a:r>
              <a:r>
                <a:rPr kumimoji="0" lang="en-US" altLang="zh-CN" baseline="-25000" dirty="0"/>
                <a:t>7</a:t>
              </a:r>
              <a:r>
                <a:rPr kumimoji="0" lang="en-US" altLang="zh-CN" baseline="0" dirty="0"/>
                <a:t> = D, </a:t>
              </a:r>
              <a:endParaRPr kumimoji="0" lang="en-US" altLang="zh-CN" baseline="0" dirty="0"/>
            </a:p>
          </p:txBody>
        </p:sp>
        <p:sp>
          <p:nvSpPr>
            <p:cNvPr id="4" name="Line 3"/>
            <p:cNvSpPr>
              <a:spLocks noChangeShapeType="1"/>
            </p:cNvSpPr>
            <p:nvPr/>
          </p:nvSpPr>
          <p:spPr bwMode="auto">
            <a:xfrm>
              <a:off x="1698" y="403"/>
              <a:ext cx="14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803753" y="2278769"/>
            <a:ext cx="1516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 dirty="0"/>
              <a:t>D</a:t>
            </a:r>
            <a:r>
              <a:rPr kumimoji="0" lang="en-US" altLang="zh-CN" b="1" baseline="-25000" dirty="0"/>
              <a:t>1</a:t>
            </a:r>
            <a:r>
              <a:rPr kumimoji="0" lang="en-US" altLang="zh-CN" b="1" baseline="0" dirty="0"/>
              <a:t> =  D, </a:t>
            </a:r>
            <a:endParaRPr kumimoji="0" lang="en-US" altLang="zh-CN" b="1" baseline="0" dirty="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803753" y="2974094"/>
            <a:ext cx="3765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 dirty="0"/>
              <a:t>D</a:t>
            </a:r>
            <a:r>
              <a:rPr kumimoji="0" lang="en-US" altLang="zh-CN" b="1" baseline="-25000" dirty="0"/>
              <a:t>2</a:t>
            </a:r>
            <a:r>
              <a:rPr kumimoji="0" lang="en-US" altLang="zh-CN" b="1" baseline="0" dirty="0"/>
              <a:t> = D</a:t>
            </a:r>
            <a:r>
              <a:rPr kumimoji="0" lang="en-US" altLang="zh-CN" b="1" baseline="-25000" dirty="0"/>
              <a:t>3</a:t>
            </a:r>
            <a:r>
              <a:rPr kumimoji="0" lang="en-US" altLang="zh-CN" b="1" baseline="0" dirty="0"/>
              <a:t> = D</a:t>
            </a:r>
            <a:r>
              <a:rPr kumimoji="0" lang="en-US" altLang="zh-CN" b="1" baseline="-25000" dirty="0"/>
              <a:t>4</a:t>
            </a:r>
            <a:r>
              <a:rPr kumimoji="0" lang="en-US" altLang="zh-CN" b="1" baseline="0" dirty="0"/>
              <a:t> = D</a:t>
            </a:r>
            <a:r>
              <a:rPr kumimoji="0" lang="en-US" altLang="zh-CN" b="1" baseline="-25000" dirty="0"/>
              <a:t>5</a:t>
            </a:r>
            <a:r>
              <a:rPr kumimoji="0" lang="en-US" altLang="zh-CN" b="1" baseline="0" dirty="0"/>
              <a:t> = 0</a:t>
            </a:r>
            <a:r>
              <a:rPr kumimoji="0" lang="zh-CN" altLang="en-US" b="1" baseline="0" dirty="0"/>
              <a:t>。 </a:t>
            </a:r>
            <a:endParaRPr kumimoji="0" lang="zh-CN" altLang="en-US" b="1" baseline="0" dirty="0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556353" y="2275594"/>
            <a:ext cx="147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 dirty="0"/>
              <a:t>D</a:t>
            </a:r>
            <a:r>
              <a:rPr kumimoji="0" lang="en-US" altLang="zh-CN" b="1" baseline="-25000" dirty="0"/>
              <a:t>6</a:t>
            </a:r>
            <a:r>
              <a:rPr kumimoji="0" lang="en-US" altLang="zh-CN" b="1" baseline="0" dirty="0"/>
              <a:t> =  1, </a:t>
            </a:r>
            <a:endParaRPr kumimoji="0" lang="en-US" altLang="zh-CN" b="1" baseline="0" dirty="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787878" y="3428119"/>
            <a:ext cx="268605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70000"/>
              </a:lnSpc>
              <a:spcBef>
                <a:spcPct val="0"/>
              </a:spcBef>
            </a:pPr>
            <a:r>
              <a:rPr kumimoji="0" lang="zh-CN" altLang="en-US" b="1" baseline="0" dirty="0"/>
              <a:t>相应的电路图</a:t>
            </a:r>
            <a:endParaRPr kumimoji="0" lang="zh-CN" altLang="en-US" b="1" baseline="0" dirty="0"/>
          </a:p>
          <a:p>
            <a:pPr algn="l">
              <a:lnSpc>
                <a:spcPct val="170000"/>
              </a:lnSpc>
              <a:spcBef>
                <a:spcPct val="0"/>
              </a:spcBef>
            </a:pPr>
            <a:r>
              <a:rPr kumimoji="0" lang="zh-CN" altLang="en-US" b="1" baseline="0" dirty="0"/>
              <a:t>如右图所示： </a:t>
            </a:r>
            <a:endParaRPr kumimoji="0" lang="zh-CN" altLang="en-US" b="1" baseline="0" dirty="0"/>
          </a:p>
        </p:txBody>
      </p:sp>
      <p:pic>
        <p:nvPicPr>
          <p:cNvPr id="9" name="Picture 1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94" t="33229" r="72089" b="50774"/>
          <a:stretch>
            <a:fillRect/>
          </a:stretch>
        </p:blipFill>
        <p:spPr bwMode="auto">
          <a:xfrm>
            <a:off x="6558846" y="1056923"/>
            <a:ext cx="4312356" cy="4115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751366" y="970669"/>
            <a:ext cx="48212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zh-CN" altLang="en-US" b="1" baseline="0" dirty="0"/>
              <a:t>令</a:t>
            </a:r>
            <a:r>
              <a:rPr kumimoji="0" lang="en-US" altLang="zh-CN" b="1" baseline="0" dirty="0"/>
              <a:t>A=A</a:t>
            </a:r>
            <a:r>
              <a:rPr kumimoji="0" lang="en-US" altLang="zh-CN" b="1" baseline="-25000" dirty="0"/>
              <a:t>2</a:t>
            </a:r>
            <a:r>
              <a:rPr kumimoji="0" lang="en-US" altLang="zh-CN" b="1" baseline="0" dirty="0"/>
              <a:t> </a:t>
            </a:r>
            <a:r>
              <a:rPr kumimoji="0" lang="zh-CN" altLang="en-US" b="1" baseline="0" dirty="0"/>
              <a:t>、</a:t>
            </a:r>
            <a:r>
              <a:rPr kumimoji="0" lang="en-US" altLang="zh-CN" b="1" baseline="0" dirty="0"/>
              <a:t>B=A</a:t>
            </a:r>
            <a:r>
              <a:rPr kumimoji="0" lang="en-US" altLang="zh-CN" b="1" baseline="-25000" dirty="0"/>
              <a:t>1</a:t>
            </a:r>
            <a:r>
              <a:rPr kumimoji="0" lang="en-US" altLang="zh-CN" b="1" baseline="0" dirty="0"/>
              <a:t> </a:t>
            </a:r>
            <a:r>
              <a:rPr kumimoji="0" lang="zh-CN" altLang="en-US" b="1" baseline="0" dirty="0"/>
              <a:t>、</a:t>
            </a:r>
            <a:r>
              <a:rPr kumimoji="0" lang="en-US" altLang="zh-CN" b="1" baseline="0" dirty="0"/>
              <a:t>C=A</a:t>
            </a:r>
            <a:r>
              <a:rPr kumimoji="0" lang="en-US" altLang="zh-CN" b="1" baseline="-25000" dirty="0"/>
              <a:t>0</a:t>
            </a:r>
            <a:r>
              <a:rPr kumimoji="0" lang="en-US" altLang="zh-CN" b="1" baseline="0" dirty="0"/>
              <a:t> </a:t>
            </a:r>
            <a:r>
              <a:rPr kumimoji="0" lang="zh-CN" altLang="en-US" b="1" baseline="0" dirty="0"/>
              <a:t>则：</a:t>
            </a:r>
            <a:endParaRPr kumimoji="0" lang="zh-CN" altLang="en-US" b="1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1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4070350" y="1928485"/>
            <a:ext cx="866775" cy="155575"/>
          </a:xfrm>
          <a:prstGeom prst="rightArrow">
            <a:avLst>
              <a:gd name="adj1" fmla="val 50000"/>
              <a:gd name="adj2" fmla="val 139286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tIns="0" rIns="0" bIns="0"/>
          <a:lstStyle/>
          <a:p>
            <a:endParaRPr lang="zh-CN" altLang="en-US"/>
          </a:p>
        </p:txBody>
      </p:sp>
      <p:graphicFrame>
        <p:nvGraphicFramePr>
          <p:cNvPr id="4" name="Group 313"/>
          <p:cNvGraphicFramePr>
            <a:graphicFrameLocks noGrp="1"/>
          </p:cNvGraphicFramePr>
          <p:nvPr/>
        </p:nvGraphicFramePr>
        <p:xfrm>
          <a:off x="861218" y="2255838"/>
          <a:ext cx="6443663" cy="2651760"/>
        </p:xfrm>
        <a:graphic>
          <a:graphicData uri="http://schemas.openxmlformats.org/drawingml/2006/table">
            <a:tbl>
              <a:tblPr/>
              <a:tblGrid>
                <a:gridCol w="1316038"/>
                <a:gridCol w="506412"/>
                <a:gridCol w="506413"/>
                <a:gridCol w="506412"/>
                <a:gridCol w="506413"/>
                <a:gridCol w="506412"/>
                <a:gridCol w="854075"/>
                <a:gridCol w="1111250"/>
                <a:gridCol w="630238"/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CD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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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285"/>
          <p:cNvSpPr>
            <a:spLocks noChangeArrowheads="1"/>
          </p:cNvSpPr>
          <p:nvPr/>
        </p:nvSpPr>
        <p:spPr bwMode="auto">
          <a:xfrm>
            <a:off x="4070350" y="13462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0" dirty="0"/>
              <a:t>降维</a:t>
            </a:r>
            <a:endParaRPr lang="zh-CN" altLang="en-US" sz="2400" b="0" dirty="0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712023" y="528033"/>
            <a:ext cx="74382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61218" y="5245736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电路图略。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68670" y="275746"/>
            <a:ext cx="7720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3.18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74283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8421BCD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码转换为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5421BCD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码。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55660" y="918945"/>
            <a:ext cx="10549151" cy="233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解法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当一个十进制数码大于等于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时，其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5421BCD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码比相应的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8421BCD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码大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，其余情况下，两种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BCD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码一样，故用一片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7485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和一片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74283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可以实现，电路图如下所示，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8421BCD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5421BCD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码。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2450561" y="3356945"/>
            <a:ext cx="7951346" cy="3441700"/>
            <a:chOff x="2450561" y="3361708"/>
            <a:chExt cx="7951346" cy="3441700"/>
          </a:xfrm>
        </p:grpSpPr>
        <p:pic>
          <p:nvPicPr>
            <p:cNvPr id="6" name="Picture 4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3" t="61368" r="87567" b="24211"/>
            <a:stretch>
              <a:fillRect/>
            </a:stretch>
          </p:blipFill>
          <p:spPr bwMode="auto">
            <a:xfrm>
              <a:off x="2567604" y="3361708"/>
              <a:ext cx="3584575" cy="3441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 Box 46"/>
            <p:cNvSpPr txBox="1">
              <a:spLocks noChangeArrowheads="1"/>
            </p:cNvSpPr>
            <p:nvPr/>
          </p:nvSpPr>
          <p:spPr bwMode="auto">
            <a:xfrm>
              <a:off x="2645392" y="6073158"/>
              <a:ext cx="228600" cy="309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Text Box 47"/>
            <p:cNvSpPr txBox="1">
              <a:spLocks noChangeArrowheads="1"/>
            </p:cNvSpPr>
            <p:nvPr/>
          </p:nvSpPr>
          <p:spPr bwMode="auto">
            <a:xfrm>
              <a:off x="2645392" y="5815983"/>
              <a:ext cx="228600" cy="309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48"/>
            <p:cNvSpPr txBox="1">
              <a:spLocks noChangeArrowheads="1"/>
            </p:cNvSpPr>
            <p:nvPr/>
          </p:nvSpPr>
          <p:spPr bwMode="auto">
            <a:xfrm>
              <a:off x="2645392" y="5549283"/>
              <a:ext cx="228600" cy="309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635867" y="5273058"/>
              <a:ext cx="228600" cy="309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50"/>
            <p:cNvSpPr>
              <a:spLocks noChangeShapeType="1"/>
            </p:cNvSpPr>
            <p:nvPr/>
          </p:nvSpPr>
          <p:spPr bwMode="auto">
            <a:xfrm>
              <a:off x="5847379" y="4213555"/>
              <a:ext cx="576000" cy="0"/>
            </a:xfrm>
            <a:prstGeom prst="line">
              <a:avLst/>
            </a:prstGeom>
            <a:noFill/>
            <a:ln w="25400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51"/>
            <p:cNvSpPr>
              <a:spLocks noChangeShapeType="1"/>
            </p:cNvSpPr>
            <p:nvPr/>
          </p:nvSpPr>
          <p:spPr bwMode="auto">
            <a:xfrm>
              <a:off x="6412529" y="4203082"/>
              <a:ext cx="0" cy="1235075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52"/>
            <p:cNvSpPr>
              <a:spLocks noChangeShapeType="1"/>
            </p:cNvSpPr>
            <p:nvPr/>
          </p:nvSpPr>
          <p:spPr bwMode="auto">
            <a:xfrm flipH="1">
              <a:off x="6426817" y="5218069"/>
              <a:ext cx="864000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Line 53"/>
            <p:cNvSpPr>
              <a:spLocks noChangeShapeType="1"/>
            </p:cNvSpPr>
            <p:nvPr/>
          </p:nvSpPr>
          <p:spPr bwMode="auto">
            <a:xfrm flipH="1">
              <a:off x="6426817" y="5423691"/>
              <a:ext cx="885825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Oval 54"/>
            <p:cNvSpPr>
              <a:spLocks noChangeArrowheads="1"/>
            </p:cNvSpPr>
            <p:nvPr/>
          </p:nvSpPr>
          <p:spPr bwMode="auto">
            <a:xfrm>
              <a:off x="6364904" y="5155275"/>
              <a:ext cx="90488" cy="9048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 Box 56"/>
            <p:cNvSpPr txBox="1">
              <a:spLocks noChangeArrowheads="1"/>
            </p:cNvSpPr>
            <p:nvPr/>
          </p:nvSpPr>
          <p:spPr bwMode="auto">
            <a:xfrm>
              <a:off x="2639042" y="5073033"/>
              <a:ext cx="228600" cy="309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CC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Text Box 57"/>
            <p:cNvSpPr txBox="1">
              <a:spLocks noChangeArrowheads="1"/>
            </p:cNvSpPr>
            <p:nvPr/>
          </p:nvSpPr>
          <p:spPr bwMode="auto">
            <a:xfrm>
              <a:off x="2639042" y="4815858"/>
              <a:ext cx="228600" cy="309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CC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Text Box 58"/>
            <p:cNvSpPr txBox="1">
              <a:spLocks noChangeArrowheads="1"/>
            </p:cNvSpPr>
            <p:nvPr/>
          </p:nvSpPr>
          <p:spPr bwMode="auto">
            <a:xfrm>
              <a:off x="2639042" y="4549158"/>
              <a:ext cx="228600" cy="309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CC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Rectangle 63"/>
            <p:cNvSpPr>
              <a:spLocks noChangeArrowheads="1"/>
            </p:cNvSpPr>
            <p:nvPr/>
          </p:nvSpPr>
          <p:spPr bwMode="auto">
            <a:xfrm>
              <a:off x="7696758" y="3563402"/>
              <a:ext cx="1832733" cy="2606554"/>
            </a:xfrm>
            <a:prstGeom prst="rect">
              <a:avLst/>
            </a:prstGeom>
            <a:noFill/>
            <a:ln w="20638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64"/>
            <p:cNvSpPr>
              <a:spLocks noChangeShapeType="1"/>
            </p:cNvSpPr>
            <p:nvPr/>
          </p:nvSpPr>
          <p:spPr bwMode="auto">
            <a:xfrm>
              <a:off x="9546172" y="4415451"/>
              <a:ext cx="411163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65"/>
            <p:cNvSpPr>
              <a:spLocks noChangeArrowheads="1"/>
            </p:cNvSpPr>
            <p:nvPr/>
          </p:nvSpPr>
          <p:spPr bwMode="auto">
            <a:xfrm>
              <a:off x="9174697" y="3859826"/>
              <a:ext cx="1857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Line 66"/>
            <p:cNvSpPr>
              <a:spLocks noChangeShapeType="1"/>
            </p:cNvSpPr>
            <p:nvPr/>
          </p:nvSpPr>
          <p:spPr bwMode="auto">
            <a:xfrm flipH="1">
              <a:off x="7284009" y="3777276"/>
              <a:ext cx="41275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67"/>
            <p:cNvSpPr>
              <a:spLocks noChangeShapeType="1"/>
            </p:cNvSpPr>
            <p:nvPr/>
          </p:nvSpPr>
          <p:spPr bwMode="auto">
            <a:xfrm flipH="1">
              <a:off x="7284009" y="3983651"/>
              <a:ext cx="41275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Line 68"/>
            <p:cNvSpPr>
              <a:spLocks noChangeShapeType="1"/>
            </p:cNvSpPr>
            <p:nvPr/>
          </p:nvSpPr>
          <p:spPr bwMode="auto">
            <a:xfrm flipH="1">
              <a:off x="7284009" y="4190026"/>
              <a:ext cx="41275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Rectangle 69"/>
            <p:cNvSpPr>
              <a:spLocks noChangeArrowheads="1"/>
            </p:cNvSpPr>
            <p:nvPr/>
          </p:nvSpPr>
          <p:spPr bwMode="auto">
            <a:xfrm>
              <a:off x="7839634" y="5526701"/>
              <a:ext cx="206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70"/>
            <p:cNvSpPr>
              <a:spLocks noChangeArrowheads="1"/>
            </p:cNvSpPr>
            <p:nvPr/>
          </p:nvSpPr>
          <p:spPr bwMode="auto">
            <a:xfrm>
              <a:off x="7839634" y="5074263"/>
              <a:ext cx="206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71"/>
            <p:cNvSpPr>
              <a:spLocks noChangeArrowheads="1"/>
            </p:cNvSpPr>
            <p:nvPr/>
          </p:nvSpPr>
          <p:spPr bwMode="auto">
            <a:xfrm>
              <a:off x="7839634" y="5301276"/>
              <a:ext cx="206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72"/>
            <p:cNvSpPr>
              <a:spLocks noChangeArrowheads="1"/>
            </p:cNvSpPr>
            <p:nvPr/>
          </p:nvSpPr>
          <p:spPr bwMode="auto">
            <a:xfrm>
              <a:off x="8025372" y="3921738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73"/>
            <p:cNvSpPr>
              <a:spLocks noChangeArrowheads="1"/>
            </p:cNvSpPr>
            <p:nvPr/>
          </p:nvSpPr>
          <p:spPr bwMode="auto">
            <a:xfrm>
              <a:off x="8004734" y="4147163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74"/>
            <p:cNvSpPr>
              <a:spLocks noChangeArrowheads="1"/>
            </p:cNvSpPr>
            <p:nvPr/>
          </p:nvSpPr>
          <p:spPr bwMode="auto">
            <a:xfrm>
              <a:off x="8025372" y="5156813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75"/>
            <p:cNvSpPr>
              <a:spLocks noChangeArrowheads="1"/>
            </p:cNvSpPr>
            <p:nvPr/>
          </p:nvSpPr>
          <p:spPr bwMode="auto">
            <a:xfrm>
              <a:off x="8025372" y="5383826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Line 76"/>
            <p:cNvSpPr>
              <a:spLocks noChangeShapeType="1"/>
            </p:cNvSpPr>
            <p:nvPr/>
          </p:nvSpPr>
          <p:spPr bwMode="auto">
            <a:xfrm flipH="1">
              <a:off x="7284009" y="4394813"/>
              <a:ext cx="41275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Rectangle 77"/>
            <p:cNvSpPr>
              <a:spLocks noChangeArrowheads="1"/>
            </p:cNvSpPr>
            <p:nvPr/>
          </p:nvSpPr>
          <p:spPr bwMode="auto">
            <a:xfrm>
              <a:off x="8338647" y="4704376"/>
              <a:ext cx="5969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74283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Line 78"/>
            <p:cNvSpPr>
              <a:spLocks noChangeShapeType="1"/>
            </p:cNvSpPr>
            <p:nvPr/>
          </p:nvSpPr>
          <p:spPr bwMode="auto">
            <a:xfrm flipH="1">
              <a:off x="7284009" y="5218069"/>
              <a:ext cx="41275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" name="Line 79"/>
            <p:cNvSpPr>
              <a:spLocks noChangeShapeType="1"/>
            </p:cNvSpPr>
            <p:nvPr/>
          </p:nvSpPr>
          <p:spPr bwMode="auto">
            <a:xfrm flipH="1">
              <a:off x="7284009" y="5423691"/>
              <a:ext cx="41275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Line 80"/>
            <p:cNvSpPr>
              <a:spLocks noChangeShapeType="1"/>
            </p:cNvSpPr>
            <p:nvPr/>
          </p:nvSpPr>
          <p:spPr bwMode="auto">
            <a:xfrm flipH="1">
              <a:off x="7284009" y="5652113"/>
              <a:ext cx="41275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Rectangle 81"/>
            <p:cNvSpPr>
              <a:spLocks noChangeArrowheads="1"/>
            </p:cNvSpPr>
            <p:nvPr/>
          </p:nvSpPr>
          <p:spPr bwMode="auto">
            <a:xfrm>
              <a:off x="7818997" y="4291626"/>
              <a:ext cx="227013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82"/>
            <p:cNvSpPr>
              <a:spLocks noChangeArrowheads="1"/>
            </p:cNvSpPr>
            <p:nvPr/>
          </p:nvSpPr>
          <p:spPr bwMode="auto">
            <a:xfrm>
              <a:off x="7818997" y="4064613"/>
              <a:ext cx="227013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83"/>
            <p:cNvSpPr>
              <a:spLocks noChangeArrowheads="1"/>
            </p:cNvSpPr>
            <p:nvPr/>
          </p:nvSpPr>
          <p:spPr bwMode="auto">
            <a:xfrm>
              <a:off x="7818997" y="3839188"/>
              <a:ext cx="227013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84"/>
            <p:cNvSpPr>
              <a:spLocks noChangeArrowheads="1"/>
            </p:cNvSpPr>
            <p:nvPr/>
          </p:nvSpPr>
          <p:spPr bwMode="auto">
            <a:xfrm>
              <a:off x="8004734" y="4374176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85"/>
            <p:cNvSpPr>
              <a:spLocks noChangeArrowheads="1"/>
            </p:cNvSpPr>
            <p:nvPr/>
          </p:nvSpPr>
          <p:spPr bwMode="auto">
            <a:xfrm>
              <a:off x="7818997" y="3612176"/>
              <a:ext cx="227013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Line 86"/>
            <p:cNvSpPr>
              <a:spLocks noChangeShapeType="1"/>
            </p:cNvSpPr>
            <p:nvPr/>
          </p:nvSpPr>
          <p:spPr bwMode="auto">
            <a:xfrm>
              <a:off x="9546172" y="5672751"/>
              <a:ext cx="411163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Rectangle 87"/>
            <p:cNvSpPr>
              <a:spLocks noChangeArrowheads="1"/>
            </p:cNvSpPr>
            <p:nvPr/>
          </p:nvSpPr>
          <p:spPr bwMode="auto">
            <a:xfrm>
              <a:off x="9174697" y="4683738"/>
              <a:ext cx="1857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Line 88"/>
            <p:cNvSpPr>
              <a:spLocks noChangeShapeType="1"/>
            </p:cNvSpPr>
            <p:nvPr/>
          </p:nvSpPr>
          <p:spPr bwMode="auto">
            <a:xfrm flipH="1">
              <a:off x="7284009" y="5856901"/>
              <a:ext cx="41275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Line 89"/>
            <p:cNvSpPr>
              <a:spLocks noChangeShapeType="1"/>
            </p:cNvSpPr>
            <p:nvPr/>
          </p:nvSpPr>
          <p:spPr bwMode="auto">
            <a:xfrm>
              <a:off x="9546172" y="4848838"/>
              <a:ext cx="411163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Rectangle 90"/>
            <p:cNvSpPr>
              <a:spLocks noChangeArrowheads="1"/>
            </p:cNvSpPr>
            <p:nvPr/>
          </p:nvSpPr>
          <p:spPr bwMode="auto">
            <a:xfrm>
              <a:off x="9174697" y="4250351"/>
              <a:ext cx="1857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S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91"/>
            <p:cNvSpPr>
              <a:spLocks noChangeArrowheads="1"/>
            </p:cNvSpPr>
            <p:nvPr/>
          </p:nvSpPr>
          <p:spPr bwMode="auto">
            <a:xfrm>
              <a:off x="9339797" y="3942376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92"/>
            <p:cNvSpPr>
              <a:spLocks noChangeArrowheads="1"/>
            </p:cNvSpPr>
            <p:nvPr/>
          </p:nvSpPr>
          <p:spPr bwMode="auto">
            <a:xfrm>
              <a:off x="9339797" y="4745651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93"/>
            <p:cNvSpPr>
              <a:spLocks noChangeArrowheads="1"/>
            </p:cNvSpPr>
            <p:nvPr/>
          </p:nvSpPr>
          <p:spPr bwMode="auto">
            <a:xfrm>
              <a:off x="9339797" y="4312263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94"/>
            <p:cNvSpPr>
              <a:spLocks noChangeArrowheads="1"/>
            </p:cNvSpPr>
            <p:nvPr/>
          </p:nvSpPr>
          <p:spPr bwMode="auto">
            <a:xfrm>
              <a:off x="7839634" y="5753713"/>
              <a:ext cx="206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95"/>
            <p:cNvSpPr>
              <a:spLocks noChangeArrowheads="1"/>
            </p:cNvSpPr>
            <p:nvPr/>
          </p:nvSpPr>
          <p:spPr bwMode="auto">
            <a:xfrm>
              <a:off x="8025372" y="5609251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96"/>
            <p:cNvSpPr>
              <a:spLocks noChangeArrowheads="1"/>
            </p:cNvSpPr>
            <p:nvPr/>
          </p:nvSpPr>
          <p:spPr bwMode="auto">
            <a:xfrm>
              <a:off x="8025372" y="5836263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97"/>
            <p:cNvSpPr>
              <a:spLocks noChangeArrowheads="1"/>
            </p:cNvSpPr>
            <p:nvPr/>
          </p:nvSpPr>
          <p:spPr bwMode="auto">
            <a:xfrm>
              <a:off x="8025372" y="3674088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Line 98"/>
            <p:cNvSpPr>
              <a:spLocks noChangeShapeType="1"/>
            </p:cNvSpPr>
            <p:nvPr/>
          </p:nvSpPr>
          <p:spPr bwMode="auto">
            <a:xfrm flipH="1">
              <a:off x="7284009" y="4848838"/>
              <a:ext cx="41275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Line 99"/>
            <p:cNvSpPr>
              <a:spLocks noChangeShapeType="1"/>
            </p:cNvSpPr>
            <p:nvPr/>
          </p:nvSpPr>
          <p:spPr bwMode="auto">
            <a:xfrm>
              <a:off x="9546172" y="5239363"/>
              <a:ext cx="411163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Line 100"/>
            <p:cNvSpPr>
              <a:spLocks noChangeShapeType="1"/>
            </p:cNvSpPr>
            <p:nvPr/>
          </p:nvSpPr>
          <p:spPr bwMode="auto">
            <a:xfrm>
              <a:off x="9546172" y="4004288"/>
              <a:ext cx="411163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Rectangle 101"/>
            <p:cNvSpPr>
              <a:spLocks noChangeArrowheads="1"/>
            </p:cNvSpPr>
            <p:nvPr/>
          </p:nvSpPr>
          <p:spPr bwMode="auto">
            <a:xfrm>
              <a:off x="9339797" y="5136176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102"/>
            <p:cNvSpPr>
              <a:spLocks noChangeArrowheads="1"/>
            </p:cNvSpPr>
            <p:nvPr/>
          </p:nvSpPr>
          <p:spPr bwMode="auto">
            <a:xfrm>
              <a:off x="9174697" y="5053626"/>
              <a:ext cx="1857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103"/>
            <p:cNvSpPr>
              <a:spLocks noChangeArrowheads="1"/>
            </p:cNvSpPr>
            <p:nvPr/>
          </p:nvSpPr>
          <p:spPr bwMode="auto">
            <a:xfrm>
              <a:off x="9133422" y="5506063"/>
              <a:ext cx="3492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CO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104"/>
            <p:cNvSpPr>
              <a:spLocks noChangeArrowheads="1"/>
            </p:cNvSpPr>
            <p:nvPr/>
          </p:nvSpPr>
          <p:spPr bwMode="auto">
            <a:xfrm>
              <a:off x="7818997" y="4683738"/>
              <a:ext cx="26828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CI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105"/>
            <p:cNvSpPr>
              <a:spLocks noChangeArrowheads="1"/>
            </p:cNvSpPr>
            <p:nvPr/>
          </p:nvSpPr>
          <p:spPr bwMode="auto">
            <a:xfrm>
              <a:off x="7079222" y="4703447"/>
              <a:ext cx="185738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108"/>
            <p:cNvSpPr>
              <a:spLocks noChangeArrowheads="1"/>
            </p:cNvSpPr>
            <p:nvPr/>
          </p:nvSpPr>
          <p:spPr bwMode="auto">
            <a:xfrm>
              <a:off x="7079222" y="5526701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109"/>
            <p:cNvSpPr>
              <a:spLocks noChangeArrowheads="1"/>
            </p:cNvSpPr>
            <p:nvPr/>
          </p:nvSpPr>
          <p:spPr bwMode="auto">
            <a:xfrm>
              <a:off x="7079222" y="5753713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72"/>
            <p:cNvSpPr>
              <a:spLocks noChangeArrowheads="1"/>
            </p:cNvSpPr>
            <p:nvPr/>
          </p:nvSpPr>
          <p:spPr bwMode="auto">
            <a:xfrm>
              <a:off x="7024219" y="3905322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73"/>
            <p:cNvSpPr>
              <a:spLocks noChangeArrowheads="1"/>
            </p:cNvSpPr>
            <p:nvPr/>
          </p:nvSpPr>
          <p:spPr bwMode="auto">
            <a:xfrm>
              <a:off x="7003581" y="4130747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81"/>
            <p:cNvSpPr>
              <a:spLocks noChangeArrowheads="1"/>
            </p:cNvSpPr>
            <p:nvPr/>
          </p:nvSpPr>
          <p:spPr bwMode="auto">
            <a:xfrm>
              <a:off x="6817844" y="4275210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7" name="Rectangle 82"/>
            <p:cNvSpPr>
              <a:spLocks noChangeArrowheads="1"/>
            </p:cNvSpPr>
            <p:nvPr/>
          </p:nvSpPr>
          <p:spPr bwMode="auto">
            <a:xfrm>
              <a:off x="6817844" y="4048197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8" name="Rectangle 83"/>
            <p:cNvSpPr>
              <a:spLocks noChangeArrowheads="1"/>
            </p:cNvSpPr>
            <p:nvPr/>
          </p:nvSpPr>
          <p:spPr bwMode="auto">
            <a:xfrm>
              <a:off x="6817844" y="3822772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9" name="Rectangle 84"/>
            <p:cNvSpPr>
              <a:spLocks noChangeArrowheads="1"/>
            </p:cNvSpPr>
            <p:nvPr/>
          </p:nvSpPr>
          <p:spPr bwMode="auto">
            <a:xfrm>
              <a:off x="7003581" y="4357760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Rectangle 85"/>
            <p:cNvSpPr>
              <a:spLocks noChangeArrowheads="1"/>
            </p:cNvSpPr>
            <p:nvPr/>
          </p:nvSpPr>
          <p:spPr bwMode="auto">
            <a:xfrm>
              <a:off x="6817844" y="3595760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71" name="Rectangle 97"/>
            <p:cNvSpPr>
              <a:spLocks noChangeArrowheads="1"/>
            </p:cNvSpPr>
            <p:nvPr/>
          </p:nvSpPr>
          <p:spPr bwMode="auto">
            <a:xfrm>
              <a:off x="7024219" y="3657672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72"/>
            <p:cNvSpPr>
              <a:spLocks noChangeArrowheads="1"/>
            </p:cNvSpPr>
            <p:nvPr/>
          </p:nvSpPr>
          <p:spPr bwMode="auto">
            <a:xfrm>
              <a:off x="10257444" y="4353149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73"/>
            <p:cNvSpPr>
              <a:spLocks noChangeArrowheads="1"/>
            </p:cNvSpPr>
            <p:nvPr/>
          </p:nvSpPr>
          <p:spPr bwMode="auto">
            <a:xfrm>
              <a:off x="10236806" y="4775520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81"/>
            <p:cNvSpPr>
              <a:spLocks noChangeArrowheads="1"/>
            </p:cNvSpPr>
            <p:nvPr/>
          </p:nvSpPr>
          <p:spPr bwMode="auto">
            <a:xfrm>
              <a:off x="10051069" y="5116931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75" name="Rectangle 82"/>
            <p:cNvSpPr>
              <a:spLocks noChangeArrowheads="1"/>
            </p:cNvSpPr>
            <p:nvPr/>
          </p:nvSpPr>
          <p:spPr bwMode="auto">
            <a:xfrm>
              <a:off x="10051069" y="4692970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76" name="Rectangle 83"/>
            <p:cNvSpPr>
              <a:spLocks noChangeArrowheads="1"/>
            </p:cNvSpPr>
            <p:nvPr/>
          </p:nvSpPr>
          <p:spPr bwMode="auto">
            <a:xfrm>
              <a:off x="10051069" y="4270599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77" name="Rectangle 84"/>
            <p:cNvSpPr>
              <a:spLocks noChangeArrowheads="1"/>
            </p:cNvSpPr>
            <p:nvPr/>
          </p:nvSpPr>
          <p:spPr bwMode="auto">
            <a:xfrm>
              <a:off x="10236806" y="5199481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" name="Rectangle 85"/>
            <p:cNvSpPr>
              <a:spLocks noChangeArrowheads="1"/>
            </p:cNvSpPr>
            <p:nvPr/>
          </p:nvSpPr>
          <p:spPr bwMode="auto">
            <a:xfrm>
              <a:off x="10051069" y="3846635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79" name="Rectangle 97"/>
            <p:cNvSpPr>
              <a:spLocks noChangeArrowheads="1"/>
            </p:cNvSpPr>
            <p:nvPr/>
          </p:nvSpPr>
          <p:spPr bwMode="auto">
            <a:xfrm>
              <a:off x="10257444" y="3908547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2656936" y="3809787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2636298" y="4035212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2450561" y="4179675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2450561" y="3952662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2450561" y="3727237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2636298" y="4262225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2450561" y="3500225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7" name="Rectangle 97"/>
            <p:cNvSpPr>
              <a:spLocks noChangeArrowheads="1"/>
            </p:cNvSpPr>
            <p:nvPr/>
          </p:nvSpPr>
          <p:spPr bwMode="auto">
            <a:xfrm>
              <a:off x="2656936" y="3562137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76273" y="194481"/>
            <a:ext cx="1131567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解法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用门电路和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74283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实现，列真值表如下，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8421BCD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74283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端，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74283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端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5421BCD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码。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Group 3"/>
          <p:cNvGraphicFramePr>
            <a:graphicFrameLocks noGrp="1"/>
          </p:cNvGraphicFramePr>
          <p:nvPr/>
        </p:nvGraphicFramePr>
        <p:xfrm>
          <a:off x="2181818" y="1906137"/>
          <a:ext cx="6611937" cy="4498340"/>
        </p:xfrm>
        <a:graphic>
          <a:graphicData uri="http://schemas.openxmlformats.org/drawingml/2006/table">
            <a:tbl>
              <a:tblPr/>
              <a:tblGrid>
                <a:gridCol w="1971675"/>
                <a:gridCol w="2286000"/>
                <a:gridCol w="2354262"/>
              </a:tblGrid>
              <a:tr h="59690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238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0  0  0  0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0  0  0  0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0  0  0  1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0  0  0  1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0  0  1  0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0  0  1  1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0  0  1  1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0  1  0  0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0  0  0  0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0  1  0  0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0  1  0  1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0  0  1  1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1  0  0  0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0  1  1  0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0  0  1  1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1  0  0  1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0  1  1  1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0  0  1  1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1  0  1  0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47"/>
          <p:cNvGraphicFramePr>
            <a:graphicFrameLocks noGrp="1"/>
          </p:cNvGraphicFramePr>
          <p:nvPr/>
        </p:nvGraphicFramePr>
        <p:xfrm>
          <a:off x="2427477" y="1102056"/>
          <a:ext cx="6611937" cy="4629786"/>
        </p:xfrm>
        <a:graphic>
          <a:graphicData uri="http://schemas.openxmlformats.org/drawingml/2006/table">
            <a:tbl>
              <a:tblPr/>
              <a:tblGrid>
                <a:gridCol w="1971675"/>
                <a:gridCol w="2286000"/>
                <a:gridCol w="2354262"/>
              </a:tblGrid>
              <a:tr h="681038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238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1  0  0  0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0  0  1  1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1  0  1  1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1  0  0  1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0  0  1  1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1  1  0  0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1  0  1  0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1  0  1  1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4988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1  1  0  0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1  1  0  1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1  1  1  0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Ø Ø Ø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1  1  1  1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Ø Ø Ø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952500" indent="-4953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527175" indent="-6127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898650" indent="-527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317750" indent="-4889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7749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32321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6893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4146550" indent="-48895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2"/>
          <p:cNvGrpSpPr/>
          <p:nvPr/>
        </p:nvGrpSpPr>
        <p:grpSpPr bwMode="auto">
          <a:xfrm>
            <a:off x="585561" y="266700"/>
            <a:ext cx="3890963" cy="3208338"/>
            <a:chOff x="442" y="680"/>
            <a:chExt cx="2451" cy="2021"/>
          </a:xfrm>
        </p:grpSpPr>
        <p:sp>
          <p:nvSpPr>
            <p:cNvPr id="48" name="Text Box 3"/>
            <p:cNvSpPr txBox="1">
              <a:spLocks noChangeArrowheads="1"/>
            </p:cNvSpPr>
            <p:nvPr/>
          </p:nvSpPr>
          <p:spPr bwMode="auto">
            <a:xfrm>
              <a:off x="442" y="1012"/>
              <a:ext cx="63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0" lang="en-US" altLang="zh-CN" sz="2800" b="0" i="0" u="none" strike="noStrike" kern="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8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0" lang="en-US" altLang="zh-CN" sz="2800" b="0" i="0" u="none" strike="noStrike" kern="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0" lang="en-US" altLang="zh-C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Text Box 4"/>
            <p:cNvSpPr txBox="1">
              <a:spLocks noChangeArrowheads="1"/>
            </p:cNvSpPr>
            <p:nvPr/>
          </p:nvSpPr>
          <p:spPr bwMode="auto">
            <a:xfrm>
              <a:off x="852" y="680"/>
              <a:ext cx="7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0" lang="en-US" altLang="zh-CN" sz="2800" b="0" i="0" u="none" strike="noStrike" kern="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28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0" lang="en-US" altLang="zh-CN" sz="2800" b="0" i="0" u="none" strike="noStrike" kern="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0" lang="en-US" altLang="zh-C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>
              <a:off x="2476" y="2347"/>
              <a:ext cx="41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6"/>
            <p:cNvSpPr>
              <a:spLocks noChangeArrowheads="1"/>
            </p:cNvSpPr>
            <p:nvPr/>
          </p:nvSpPr>
          <p:spPr bwMode="auto">
            <a:xfrm>
              <a:off x="2066" y="2347"/>
              <a:ext cx="41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7"/>
            <p:cNvSpPr>
              <a:spLocks noChangeArrowheads="1"/>
            </p:cNvSpPr>
            <p:nvPr/>
          </p:nvSpPr>
          <p:spPr bwMode="auto">
            <a:xfrm>
              <a:off x="1660" y="2347"/>
              <a:ext cx="406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Rectangle 8"/>
            <p:cNvSpPr>
              <a:spLocks noChangeArrowheads="1"/>
            </p:cNvSpPr>
            <p:nvPr/>
          </p:nvSpPr>
          <p:spPr bwMode="auto">
            <a:xfrm>
              <a:off x="1173" y="2347"/>
              <a:ext cx="48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798" y="2347"/>
              <a:ext cx="37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2476" y="1995"/>
              <a:ext cx="417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>
              <a:off x="2066" y="1995"/>
              <a:ext cx="410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1660" y="1995"/>
              <a:ext cx="406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>
              <a:off x="1173" y="1995"/>
              <a:ext cx="487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Ø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14"/>
            <p:cNvSpPr>
              <a:spLocks noChangeArrowheads="1"/>
            </p:cNvSpPr>
            <p:nvPr/>
          </p:nvSpPr>
          <p:spPr bwMode="auto">
            <a:xfrm>
              <a:off x="798" y="1995"/>
              <a:ext cx="375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11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Rectangle 15"/>
            <p:cNvSpPr>
              <a:spLocks noChangeArrowheads="1"/>
            </p:cNvSpPr>
            <p:nvPr/>
          </p:nvSpPr>
          <p:spPr bwMode="auto">
            <a:xfrm>
              <a:off x="2476" y="1643"/>
              <a:ext cx="417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Rectangle 16"/>
            <p:cNvSpPr>
              <a:spLocks noChangeArrowheads="1"/>
            </p:cNvSpPr>
            <p:nvPr/>
          </p:nvSpPr>
          <p:spPr bwMode="auto">
            <a:xfrm>
              <a:off x="2066" y="1643"/>
              <a:ext cx="410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Rectangle 17"/>
            <p:cNvSpPr>
              <a:spLocks noChangeArrowheads="1"/>
            </p:cNvSpPr>
            <p:nvPr/>
          </p:nvSpPr>
          <p:spPr bwMode="auto">
            <a:xfrm>
              <a:off x="1660" y="1643"/>
              <a:ext cx="406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" name="Rectangle 18"/>
            <p:cNvSpPr>
              <a:spLocks noChangeArrowheads="1"/>
            </p:cNvSpPr>
            <p:nvPr/>
          </p:nvSpPr>
          <p:spPr bwMode="auto">
            <a:xfrm>
              <a:off x="1173" y="1643"/>
              <a:ext cx="487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Rectangle 19"/>
            <p:cNvSpPr>
              <a:spLocks noChangeArrowheads="1"/>
            </p:cNvSpPr>
            <p:nvPr/>
          </p:nvSpPr>
          <p:spPr bwMode="auto">
            <a:xfrm>
              <a:off x="798" y="1643"/>
              <a:ext cx="375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2476" y="1292"/>
              <a:ext cx="417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2066" y="1292"/>
              <a:ext cx="410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1660" y="1292"/>
              <a:ext cx="406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Rectangle 23"/>
            <p:cNvSpPr>
              <a:spLocks noChangeArrowheads="1"/>
            </p:cNvSpPr>
            <p:nvPr/>
          </p:nvSpPr>
          <p:spPr bwMode="auto">
            <a:xfrm>
              <a:off x="1173" y="1292"/>
              <a:ext cx="487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798" y="1292"/>
              <a:ext cx="375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00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2476" y="910"/>
              <a:ext cx="417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2066" y="910"/>
              <a:ext cx="410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11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1660" y="910"/>
              <a:ext cx="406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Rectangle 28"/>
            <p:cNvSpPr>
              <a:spLocks noChangeArrowheads="1"/>
            </p:cNvSpPr>
            <p:nvPr/>
          </p:nvSpPr>
          <p:spPr bwMode="auto">
            <a:xfrm>
              <a:off x="1173" y="910"/>
              <a:ext cx="487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 anchorCtr="1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0066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00</a:t>
              </a:r>
              <a:endParaRPr kumimoji="0" lang="en-US" altLang="zh-C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Line 30"/>
            <p:cNvSpPr>
              <a:spLocks noChangeShapeType="1"/>
            </p:cNvSpPr>
            <p:nvPr/>
          </p:nvSpPr>
          <p:spPr bwMode="auto">
            <a:xfrm>
              <a:off x="798" y="910"/>
              <a:ext cx="375" cy="382"/>
            </a:xfrm>
            <a:prstGeom prst="line">
              <a:avLst/>
            </a:prstGeom>
            <a:noFill/>
            <a:ln w="28575" cap="rnd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" name="Line 31"/>
            <p:cNvSpPr>
              <a:spLocks noChangeShapeType="1"/>
            </p:cNvSpPr>
            <p:nvPr/>
          </p:nvSpPr>
          <p:spPr bwMode="auto">
            <a:xfrm>
              <a:off x="1173" y="1292"/>
              <a:ext cx="0" cy="1409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" name="Line 32"/>
            <p:cNvSpPr>
              <a:spLocks noChangeShapeType="1"/>
            </p:cNvSpPr>
            <p:nvPr/>
          </p:nvSpPr>
          <p:spPr bwMode="auto">
            <a:xfrm>
              <a:off x="1173" y="1292"/>
              <a:ext cx="172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Line 33"/>
            <p:cNvSpPr>
              <a:spLocks noChangeShapeType="1"/>
            </p:cNvSpPr>
            <p:nvPr/>
          </p:nvSpPr>
          <p:spPr bwMode="auto">
            <a:xfrm>
              <a:off x="1660" y="1292"/>
              <a:ext cx="0" cy="1409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34"/>
            <p:cNvSpPr>
              <a:spLocks noChangeShapeType="1"/>
            </p:cNvSpPr>
            <p:nvPr/>
          </p:nvSpPr>
          <p:spPr bwMode="auto">
            <a:xfrm>
              <a:off x="2066" y="1292"/>
              <a:ext cx="0" cy="1409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Line 35"/>
            <p:cNvSpPr>
              <a:spLocks noChangeShapeType="1"/>
            </p:cNvSpPr>
            <p:nvPr/>
          </p:nvSpPr>
          <p:spPr bwMode="auto">
            <a:xfrm>
              <a:off x="2476" y="1292"/>
              <a:ext cx="0" cy="1409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" name="Line 36"/>
            <p:cNvSpPr>
              <a:spLocks noChangeShapeType="1"/>
            </p:cNvSpPr>
            <p:nvPr/>
          </p:nvSpPr>
          <p:spPr bwMode="auto">
            <a:xfrm>
              <a:off x="2893" y="1292"/>
              <a:ext cx="0" cy="1409"/>
            </a:xfrm>
            <a:prstGeom prst="line">
              <a:avLst/>
            </a:prstGeom>
            <a:noFill/>
            <a:ln w="28575" cap="sq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37"/>
            <p:cNvSpPr>
              <a:spLocks noChangeShapeType="1"/>
            </p:cNvSpPr>
            <p:nvPr/>
          </p:nvSpPr>
          <p:spPr bwMode="auto">
            <a:xfrm>
              <a:off x="1173" y="1643"/>
              <a:ext cx="172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Line 38"/>
            <p:cNvSpPr>
              <a:spLocks noChangeShapeType="1"/>
            </p:cNvSpPr>
            <p:nvPr/>
          </p:nvSpPr>
          <p:spPr bwMode="auto">
            <a:xfrm>
              <a:off x="1173" y="1995"/>
              <a:ext cx="172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39"/>
            <p:cNvSpPr>
              <a:spLocks noChangeShapeType="1"/>
            </p:cNvSpPr>
            <p:nvPr/>
          </p:nvSpPr>
          <p:spPr bwMode="auto">
            <a:xfrm>
              <a:off x="1173" y="2347"/>
              <a:ext cx="172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40"/>
            <p:cNvSpPr>
              <a:spLocks noChangeShapeType="1"/>
            </p:cNvSpPr>
            <p:nvPr/>
          </p:nvSpPr>
          <p:spPr bwMode="auto">
            <a:xfrm>
              <a:off x="1173" y="2701"/>
              <a:ext cx="1720" cy="0"/>
            </a:xfrm>
            <a:prstGeom prst="line">
              <a:avLst/>
            </a:prstGeom>
            <a:noFill/>
            <a:ln w="28575" cap="sq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6" name="Text Box 41"/>
          <p:cNvSpPr txBox="1">
            <a:spLocks noChangeArrowheads="1"/>
          </p:cNvSpPr>
          <p:nvPr/>
        </p:nvSpPr>
        <p:spPr bwMode="auto">
          <a:xfrm>
            <a:off x="897393" y="4484235"/>
            <a:ext cx="41390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" name="Text Box 42"/>
          <p:cNvSpPr txBox="1">
            <a:spLocks noChangeArrowheads="1"/>
          </p:cNvSpPr>
          <p:nvPr/>
        </p:nvSpPr>
        <p:spPr bwMode="auto">
          <a:xfrm>
            <a:off x="2447699" y="3732213"/>
            <a:ext cx="1571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AutoShape 43"/>
          <p:cNvSpPr>
            <a:spLocks noChangeArrowheads="1"/>
          </p:cNvSpPr>
          <p:nvPr/>
        </p:nvSpPr>
        <p:spPr bwMode="auto">
          <a:xfrm>
            <a:off x="1814286" y="2409371"/>
            <a:ext cx="2525486" cy="972458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3300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zh-CN" altLang="zh-CN" sz="2800" baseline="50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AutoShape 44"/>
          <p:cNvSpPr>
            <a:spLocks noChangeArrowheads="1"/>
          </p:cNvSpPr>
          <p:nvPr/>
        </p:nvSpPr>
        <p:spPr bwMode="auto">
          <a:xfrm>
            <a:off x="2612572" y="1886858"/>
            <a:ext cx="1146627" cy="972456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99FF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AutoShape 45"/>
          <p:cNvSpPr>
            <a:spLocks noChangeArrowheads="1"/>
          </p:cNvSpPr>
          <p:nvPr/>
        </p:nvSpPr>
        <p:spPr bwMode="auto">
          <a:xfrm>
            <a:off x="3251200" y="1872343"/>
            <a:ext cx="1074057" cy="1001486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FF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zh-CN" altLang="zh-CN" sz="2800" baseline="50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Text Box 46"/>
          <p:cNvSpPr txBox="1">
            <a:spLocks noChangeArrowheads="1"/>
          </p:cNvSpPr>
          <p:nvPr/>
        </p:nvSpPr>
        <p:spPr bwMode="auto">
          <a:xfrm>
            <a:off x="894218" y="5144639"/>
            <a:ext cx="1914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0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5451222" y="604158"/>
            <a:ext cx="5839522" cy="3584575"/>
            <a:chOff x="5451222" y="604158"/>
            <a:chExt cx="5839522" cy="3584575"/>
          </a:xfrm>
        </p:grpSpPr>
        <p:pic>
          <p:nvPicPr>
            <p:cNvPr id="92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90" t="11333" r="54944" b="73701"/>
            <a:stretch>
              <a:fillRect/>
            </a:stretch>
          </p:blipFill>
          <p:spPr bwMode="auto">
            <a:xfrm>
              <a:off x="7688036" y="604158"/>
              <a:ext cx="3579813" cy="3584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3" name="Text Box 11"/>
            <p:cNvSpPr txBox="1">
              <a:spLocks noChangeArrowheads="1"/>
            </p:cNvSpPr>
            <p:nvPr/>
          </p:nvSpPr>
          <p:spPr bwMode="auto">
            <a:xfrm>
              <a:off x="7607074" y="2205946"/>
              <a:ext cx="3206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Text Box 12"/>
            <p:cNvSpPr txBox="1">
              <a:spLocks noChangeArrowheads="1"/>
            </p:cNvSpPr>
            <p:nvPr/>
          </p:nvSpPr>
          <p:spPr bwMode="auto">
            <a:xfrm>
              <a:off x="7626124" y="3199721"/>
              <a:ext cx="3206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Text Box 13"/>
            <p:cNvSpPr txBox="1">
              <a:spLocks noChangeArrowheads="1"/>
            </p:cNvSpPr>
            <p:nvPr/>
          </p:nvSpPr>
          <p:spPr bwMode="auto">
            <a:xfrm>
              <a:off x="7626124" y="3466421"/>
              <a:ext cx="3206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Rectangle 14"/>
            <p:cNvSpPr>
              <a:spLocks noChangeArrowheads="1"/>
            </p:cNvSpPr>
            <p:nvPr/>
          </p:nvSpPr>
          <p:spPr bwMode="auto">
            <a:xfrm>
              <a:off x="6171974" y="2415948"/>
              <a:ext cx="363537" cy="576000"/>
            </a:xfrm>
            <a:prstGeom prst="rect">
              <a:avLst/>
            </a:prstGeom>
            <a:noFill/>
            <a:ln w="28575">
              <a:solidFill>
                <a:srgbClr val="007572"/>
              </a:solidFill>
              <a:miter lim="800000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15"/>
            <p:cNvSpPr>
              <a:spLocks noChangeArrowheads="1"/>
            </p:cNvSpPr>
            <p:nvPr/>
          </p:nvSpPr>
          <p:spPr bwMode="auto">
            <a:xfrm>
              <a:off x="6168799" y="3320371"/>
              <a:ext cx="363537" cy="576000"/>
            </a:xfrm>
            <a:prstGeom prst="rect">
              <a:avLst/>
            </a:prstGeom>
            <a:noFill/>
            <a:ln w="28575">
              <a:solidFill>
                <a:srgbClr val="007572"/>
              </a:solidFill>
              <a:miter lim="800000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Rectangle 16"/>
            <p:cNvSpPr>
              <a:spLocks noChangeArrowheads="1"/>
            </p:cNvSpPr>
            <p:nvPr/>
          </p:nvSpPr>
          <p:spPr bwMode="auto">
            <a:xfrm>
              <a:off x="6895874" y="2516189"/>
              <a:ext cx="498475" cy="1296000"/>
            </a:xfrm>
            <a:prstGeom prst="rect">
              <a:avLst/>
            </a:prstGeom>
            <a:noFill/>
            <a:ln w="28575">
              <a:solidFill>
                <a:srgbClr val="007572"/>
              </a:solidFill>
              <a:miter lim="800000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≥1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" name="Line 17"/>
            <p:cNvSpPr>
              <a:spLocks noChangeShapeType="1"/>
            </p:cNvSpPr>
            <p:nvPr/>
          </p:nvSpPr>
          <p:spPr bwMode="auto">
            <a:xfrm flipH="1">
              <a:off x="5822724" y="2534784"/>
              <a:ext cx="342900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18"/>
            <p:cNvSpPr>
              <a:spLocks noChangeShapeType="1"/>
            </p:cNvSpPr>
            <p:nvPr/>
          </p:nvSpPr>
          <p:spPr bwMode="auto">
            <a:xfrm flipH="1">
              <a:off x="5829074" y="2861352"/>
              <a:ext cx="342900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19"/>
            <p:cNvSpPr>
              <a:spLocks noChangeShapeType="1"/>
            </p:cNvSpPr>
            <p:nvPr/>
          </p:nvSpPr>
          <p:spPr bwMode="auto">
            <a:xfrm flipH="1">
              <a:off x="5819549" y="3424693"/>
              <a:ext cx="342900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Line 20"/>
            <p:cNvSpPr>
              <a:spLocks noChangeShapeType="1"/>
            </p:cNvSpPr>
            <p:nvPr/>
          </p:nvSpPr>
          <p:spPr bwMode="auto">
            <a:xfrm flipH="1">
              <a:off x="5816374" y="3736747"/>
              <a:ext cx="342900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Line 26"/>
            <p:cNvSpPr>
              <a:spLocks noChangeShapeType="1"/>
            </p:cNvSpPr>
            <p:nvPr/>
          </p:nvSpPr>
          <p:spPr bwMode="auto">
            <a:xfrm>
              <a:off x="5827486" y="3180671"/>
              <a:ext cx="1069975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Line 27"/>
            <p:cNvSpPr>
              <a:spLocks noChangeShapeType="1"/>
            </p:cNvSpPr>
            <p:nvPr/>
          </p:nvSpPr>
          <p:spPr bwMode="auto">
            <a:xfrm flipV="1">
              <a:off x="6530749" y="2690134"/>
              <a:ext cx="366712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" name="Line 28"/>
            <p:cNvSpPr>
              <a:spLocks noChangeShapeType="1"/>
            </p:cNvSpPr>
            <p:nvPr/>
          </p:nvSpPr>
          <p:spPr bwMode="auto">
            <a:xfrm flipV="1">
              <a:off x="6527574" y="3602265"/>
              <a:ext cx="366712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Line 29"/>
            <p:cNvSpPr>
              <a:spLocks noChangeShapeType="1"/>
            </p:cNvSpPr>
            <p:nvPr/>
          </p:nvSpPr>
          <p:spPr bwMode="auto">
            <a:xfrm flipV="1">
              <a:off x="7399111" y="3134633"/>
              <a:ext cx="663575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" name="Line 30"/>
            <p:cNvSpPr>
              <a:spLocks noChangeShapeType="1"/>
            </p:cNvSpPr>
            <p:nvPr/>
          </p:nvSpPr>
          <p:spPr bwMode="auto">
            <a:xfrm flipH="1">
              <a:off x="7997599" y="2883808"/>
              <a:ext cx="0" cy="250825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" name="Oval 31"/>
            <p:cNvSpPr>
              <a:spLocks noChangeArrowheads="1"/>
            </p:cNvSpPr>
            <p:nvPr/>
          </p:nvSpPr>
          <p:spPr bwMode="auto">
            <a:xfrm>
              <a:off x="7953149" y="3087008"/>
              <a:ext cx="90487" cy="9048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Rectangle 72"/>
            <p:cNvSpPr>
              <a:spLocks noChangeArrowheads="1"/>
            </p:cNvSpPr>
            <p:nvPr/>
          </p:nvSpPr>
          <p:spPr bwMode="auto">
            <a:xfrm>
              <a:off x="7725887" y="1277208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" name="Rectangle 73"/>
            <p:cNvSpPr>
              <a:spLocks noChangeArrowheads="1"/>
            </p:cNvSpPr>
            <p:nvPr/>
          </p:nvSpPr>
          <p:spPr bwMode="auto">
            <a:xfrm>
              <a:off x="7705249" y="1546175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1" name="Rectangle 81"/>
            <p:cNvSpPr>
              <a:spLocks noChangeArrowheads="1"/>
            </p:cNvSpPr>
            <p:nvPr/>
          </p:nvSpPr>
          <p:spPr bwMode="auto">
            <a:xfrm>
              <a:off x="7519512" y="1748694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2" name="Rectangle 82"/>
            <p:cNvSpPr>
              <a:spLocks noChangeArrowheads="1"/>
            </p:cNvSpPr>
            <p:nvPr/>
          </p:nvSpPr>
          <p:spPr bwMode="auto">
            <a:xfrm>
              <a:off x="7519512" y="1463625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3" name="Rectangle 83"/>
            <p:cNvSpPr>
              <a:spLocks noChangeArrowheads="1"/>
            </p:cNvSpPr>
            <p:nvPr/>
          </p:nvSpPr>
          <p:spPr bwMode="auto">
            <a:xfrm>
              <a:off x="7519512" y="1194658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4" name="Rectangle 84"/>
            <p:cNvSpPr>
              <a:spLocks noChangeArrowheads="1"/>
            </p:cNvSpPr>
            <p:nvPr/>
          </p:nvSpPr>
          <p:spPr bwMode="auto">
            <a:xfrm>
              <a:off x="7705249" y="1831244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" name="Rectangle 85"/>
            <p:cNvSpPr>
              <a:spLocks noChangeArrowheads="1"/>
            </p:cNvSpPr>
            <p:nvPr/>
          </p:nvSpPr>
          <p:spPr bwMode="auto">
            <a:xfrm>
              <a:off x="7519512" y="924104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6" name="Rectangle 97"/>
            <p:cNvSpPr>
              <a:spLocks noChangeArrowheads="1"/>
            </p:cNvSpPr>
            <p:nvPr/>
          </p:nvSpPr>
          <p:spPr bwMode="auto">
            <a:xfrm>
              <a:off x="7725887" y="986016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" name="Rectangle 72"/>
            <p:cNvSpPr>
              <a:spLocks noChangeArrowheads="1"/>
            </p:cNvSpPr>
            <p:nvPr/>
          </p:nvSpPr>
          <p:spPr bwMode="auto">
            <a:xfrm>
              <a:off x="11146281" y="1806056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" name="Rectangle 73"/>
            <p:cNvSpPr>
              <a:spLocks noChangeArrowheads="1"/>
            </p:cNvSpPr>
            <p:nvPr/>
          </p:nvSpPr>
          <p:spPr bwMode="auto">
            <a:xfrm>
              <a:off x="11125643" y="2344542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Rectangle 81"/>
            <p:cNvSpPr>
              <a:spLocks noChangeArrowheads="1"/>
            </p:cNvSpPr>
            <p:nvPr/>
          </p:nvSpPr>
          <p:spPr bwMode="auto">
            <a:xfrm>
              <a:off x="10939906" y="2758523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0" name="Rectangle 82"/>
            <p:cNvSpPr>
              <a:spLocks noChangeArrowheads="1"/>
            </p:cNvSpPr>
            <p:nvPr/>
          </p:nvSpPr>
          <p:spPr bwMode="auto">
            <a:xfrm>
              <a:off x="10939906" y="2261992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1" name="Rectangle 83"/>
            <p:cNvSpPr>
              <a:spLocks noChangeArrowheads="1"/>
            </p:cNvSpPr>
            <p:nvPr/>
          </p:nvSpPr>
          <p:spPr bwMode="auto">
            <a:xfrm>
              <a:off x="10939906" y="1723506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2" name="Rectangle 84"/>
            <p:cNvSpPr>
              <a:spLocks noChangeArrowheads="1"/>
            </p:cNvSpPr>
            <p:nvPr/>
          </p:nvSpPr>
          <p:spPr bwMode="auto">
            <a:xfrm>
              <a:off x="11125643" y="2841073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" name="Rectangle 85"/>
            <p:cNvSpPr>
              <a:spLocks noChangeArrowheads="1"/>
            </p:cNvSpPr>
            <p:nvPr/>
          </p:nvSpPr>
          <p:spPr bwMode="auto">
            <a:xfrm>
              <a:off x="10939906" y="1241486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4" name="Rectangle 97"/>
            <p:cNvSpPr>
              <a:spLocks noChangeArrowheads="1"/>
            </p:cNvSpPr>
            <p:nvPr/>
          </p:nvSpPr>
          <p:spPr bwMode="auto">
            <a:xfrm>
              <a:off x="11146281" y="1303398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" name="Rectangle 81"/>
            <p:cNvSpPr>
              <a:spLocks noChangeArrowheads="1"/>
            </p:cNvSpPr>
            <p:nvPr/>
          </p:nvSpPr>
          <p:spPr bwMode="auto">
            <a:xfrm>
              <a:off x="5451222" y="2960636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6" name="Rectangle 84"/>
            <p:cNvSpPr>
              <a:spLocks noChangeArrowheads="1"/>
            </p:cNvSpPr>
            <p:nvPr/>
          </p:nvSpPr>
          <p:spPr bwMode="auto">
            <a:xfrm>
              <a:off x="5665987" y="3072214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7" name="Rectangle 73"/>
            <p:cNvSpPr>
              <a:spLocks noChangeArrowheads="1"/>
            </p:cNvSpPr>
            <p:nvPr/>
          </p:nvSpPr>
          <p:spPr bwMode="auto">
            <a:xfrm>
              <a:off x="5665987" y="2438804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8" name="Rectangle 82"/>
            <p:cNvSpPr>
              <a:spLocks noChangeArrowheads="1"/>
            </p:cNvSpPr>
            <p:nvPr/>
          </p:nvSpPr>
          <p:spPr bwMode="auto">
            <a:xfrm>
              <a:off x="5451222" y="2327226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9" name="Rectangle 73"/>
            <p:cNvSpPr>
              <a:spLocks noChangeArrowheads="1"/>
            </p:cNvSpPr>
            <p:nvPr/>
          </p:nvSpPr>
          <p:spPr bwMode="auto">
            <a:xfrm>
              <a:off x="5665987" y="3367719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0" name="Rectangle 82"/>
            <p:cNvSpPr>
              <a:spLocks noChangeArrowheads="1"/>
            </p:cNvSpPr>
            <p:nvPr/>
          </p:nvSpPr>
          <p:spPr bwMode="auto">
            <a:xfrm>
              <a:off x="5451222" y="3256141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1" name="Rectangle 72"/>
            <p:cNvSpPr>
              <a:spLocks noChangeArrowheads="1"/>
            </p:cNvSpPr>
            <p:nvPr/>
          </p:nvSpPr>
          <p:spPr bwMode="auto">
            <a:xfrm>
              <a:off x="5665987" y="2764922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2" name="Rectangle 83"/>
            <p:cNvSpPr>
              <a:spLocks noChangeArrowheads="1"/>
            </p:cNvSpPr>
            <p:nvPr/>
          </p:nvSpPr>
          <p:spPr bwMode="auto">
            <a:xfrm>
              <a:off x="5451222" y="2653344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3" name="Rectangle 85"/>
            <p:cNvSpPr>
              <a:spLocks noChangeArrowheads="1"/>
            </p:cNvSpPr>
            <p:nvPr/>
          </p:nvSpPr>
          <p:spPr bwMode="auto">
            <a:xfrm>
              <a:off x="5451222" y="3543934"/>
              <a:ext cx="1859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4" name="Rectangle 97"/>
            <p:cNvSpPr>
              <a:spLocks noChangeArrowheads="1"/>
            </p:cNvSpPr>
            <p:nvPr/>
          </p:nvSpPr>
          <p:spPr bwMode="auto">
            <a:xfrm>
              <a:off x="5665987" y="3634874"/>
              <a:ext cx="14446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utoUpdateAnimBg="0"/>
      <p:bldP spid="87" grpId="0" autoUpdateAnimBg="0"/>
      <p:bldP spid="9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841664" y="368589"/>
            <a:ext cx="88106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3.20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7485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设计一个三个数判断电路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可附加必要门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 bwMode="auto">
          <a:xfrm>
            <a:off x="995652" y="1070264"/>
            <a:ext cx="8459787" cy="5278438"/>
            <a:chOff x="344202" y="876081"/>
            <a:chExt cx="8460073" cy="5277976"/>
          </a:xfrm>
        </p:grpSpPr>
        <p:graphicFrame>
          <p:nvGraphicFramePr>
            <p:cNvPr id="36" name="对象 5"/>
            <p:cNvGraphicFramePr>
              <a:graphicFrameLocks noChangeAspect="1"/>
            </p:cNvGraphicFramePr>
            <p:nvPr/>
          </p:nvGraphicFramePr>
          <p:xfrm>
            <a:off x="358811" y="876081"/>
            <a:ext cx="812000" cy="50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1" imgW="368300" imgH="228600" progId="Equation.DSMT4">
                    <p:embed/>
                  </p:oleObj>
                </mc:Choice>
                <mc:Fallback>
                  <p:oleObj name="Equation" r:id="rId1" imgW="368300" imgH="228600" progId="Equation.DSMT4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11" y="876081"/>
                          <a:ext cx="812000" cy="50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6"/>
            <p:cNvGraphicFramePr>
              <a:graphicFrameLocks noChangeAspect="1"/>
            </p:cNvGraphicFramePr>
            <p:nvPr/>
          </p:nvGraphicFramePr>
          <p:xfrm>
            <a:off x="1261100" y="876081"/>
            <a:ext cx="812000" cy="50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3" imgW="368300" imgH="228600" progId="Equation.DSMT4">
                    <p:embed/>
                  </p:oleObj>
                </mc:Choice>
                <mc:Fallback>
                  <p:oleObj name="Equation" r:id="rId3" imgW="368300" imgH="228600" progId="Equation.DSMT4">
                    <p:embed/>
                    <p:pic>
                      <p:nvPicPr>
                        <p:cNvPr id="0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1100" y="876081"/>
                          <a:ext cx="812000" cy="50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7"/>
            <p:cNvGraphicFramePr>
              <a:graphicFrameLocks noChangeAspect="1"/>
            </p:cNvGraphicFramePr>
            <p:nvPr/>
          </p:nvGraphicFramePr>
          <p:xfrm>
            <a:off x="2163389" y="876081"/>
            <a:ext cx="812000" cy="50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5" imgW="368300" imgH="228600" progId="Equation.DSMT4">
                    <p:embed/>
                  </p:oleObj>
                </mc:Choice>
                <mc:Fallback>
                  <p:oleObj name="Equation" r:id="rId5" imgW="368300" imgH="228600" progId="Equation.DSMT4">
                    <p:embed/>
                    <p:pic>
                      <p:nvPicPr>
                        <p:cNvPr id="0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3389" y="876081"/>
                          <a:ext cx="812000" cy="50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8"/>
            <p:cNvGraphicFramePr>
              <a:graphicFrameLocks noChangeAspect="1"/>
            </p:cNvGraphicFramePr>
            <p:nvPr/>
          </p:nvGraphicFramePr>
          <p:xfrm>
            <a:off x="3065678" y="876081"/>
            <a:ext cx="812000" cy="50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7" imgW="368300" imgH="228600" progId="Equation.DSMT4">
                    <p:embed/>
                  </p:oleObj>
                </mc:Choice>
                <mc:Fallback>
                  <p:oleObj name="Equation" r:id="rId7" imgW="368300" imgH="228600" progId="Equation.DSMT4">
                    <p:embed/>
                    <p:pic>
                      <p:nvPicPr>
                        <p:cNvPr id="0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5678" y="876081"/>
                          <a:ext cx="812000" cy="50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9"/>
            <p:cNvGraphicFramePr>
              <a:graphicFrameLocks noChangeAspect="1"/>
            </p:cNvGraphicFramePr>
            <p:nvPr/>
          </p:nvGraphicFramePr>
          <p:xfrm>
            <a:off x="3967967" y="876081"/>
            <a:ext cx="812000" cy="50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9" imgW="368300" imgH="228600" progId="Equation.DSMT4">
                    <p:embed/>
                  </p:oleObj>
                </mc:Choice>
                <mc:Fallback>
                  <p:oleObj name="Equation" r:id="rId9" imgW="368300" imgH="228600" progId="Equation.DSMT4">
                    <p:embed/>
                    <p:pic>
                      <p:nvPicPr>
                        <p:cNvPr id="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7967" y="876081"/>
                          <a:ext cx="812000" cy="50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10"/>
            <p:cNvGraphicFramePr>
              <a:graphicFrameLocks noChangeAspect="1"/>
            </p:cNvGraphicFramePr>
            <p:nvPr/>
          </p:nvGraphicFramePr>
          <p:xfrm>
            <a:off x="4870256" y="876081"/>
            <a:ext cx="812000" cy="50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11" imgW="368300" imgH="228600" progId="Equation.DSMT4">
                    <p:embed/>
                  </p:oleObj>
                </mc:Choice>
                <mc:Fallback>
                  <p:oleObj name="Equation" r:id="rId11" imgW="368300" imgH="228600" progId="Equation.DSMT4">
                    <p:embed/>
                    <p:pic>
                      <p:nvPicPr>
                        <p:cNvPr id="0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0256" y="876081"/>
                          <a:ext cx="812000" cy="50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11"/>
            <p:cNvGraphicFramePr>
              <a:graphicFrameLocks noChangeAspect="1"/>
            </p:cNvGraphicFramePr>
            <p:nvPr/>
          </p:nvGraphicFramePr>
          <p:xfrm>
            <a:off x="5772545" y="876081"/>
            <a:ext cx="1035050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3" imgW="469900" imgH="228600" progId="Equation.DSMT4">
                    <p:embed/>
                  </p:oleObj>
                </mc:Choice>
                <mc:Fallback>
                  <p:oleObj name="Equation" r:id="rId13" imgW="469900" imgH="228600" progId="Equation.DSMT4">
                    <p:embed/>
                    <p:pic>
                      <p:nvPicPr>
                        <p:cNvPr id="0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2545" y="876081"/>
                          <a:ext cx="1035050" cy="504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12"/>
            <p:cNvGraphicFramePr>
              <a:graphicFrameLocks noChangeAspect="1"/>
            </p:cNvGraphicFramePr>
            <p:nvPr/>
          </p:nvGraphicFramePr>
          <p:xfrm>
            <a:off x="6897884" y="876081"/>
            <a:ext cx="977900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Equation" r:id="rId15" imgW="444500" imgH="228600" progId="Equation.DSMT4">
                    <p:embed/>
                  </p:oleObj>
                </mc:Choice>
                <mc:Fallback>
                  <p:oleObj name="Equation" r:id="rId15" imgW="444500" imgH="228600" progId="Equation.DSMT4">
                    <p:embed/>
                    <p:pic>
                      <p:nvPicPr>
                        <p:cNvPr id="0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7884" y="876081"/>
                          <a:ext cx="977900" cy="504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13"/>
            <p:cNvGraphicFramePr>
              <a:graphicFrameLocks noChangeAspect="1"/>
            </p:cNvGraphicFramePr>
            <p:nvPr/>
          </p:nvGraphicFramePr>
          <p:xfrm>
            <a:off x="7966075" y="876081"/>
            <a:ext cx="8382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Equation" r:id="rId17" imgW="381000" imgH="241300" progId="Equation.DSMT4">
                    <p:embed/>
                  </p:oleObj>
                </mc:Choice>
                <mc:Fallback>
                  <p:oleObj name="Equation" r:id="rId17" imgW="381000" imgH="241300" progId="Equation.DSMT4">
                    <p:embed/>
                    <p:pic>
                      <p:nvPicPr>
                        <p:cNvPr id="0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66075" y="876081"/>
                          <a:ext cx="838200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5" name="直接连接符 15"/>
            <p:cNvCxnSpPr>
              <a:cxnSpLocks noChangeShapeType="1"/>
            </p:cNvCxnSpPr>
            <p:nvPr/>
          </p:nvCxnSpPr>
          <p:spPr bwMode="auto">
            <a:xfrm>
              <a:off x="387350" y="1453023"/>
              <a:ext cx="8416925" cy="0"/>
            </a:xfrm>
            <a:prstGeom prst="line">
              <a:avLst/>
            </a:prstGeom>
            <a:noFill/>
            <a:ln w="28575" algn="ctr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16"/>
            <p:cNvCxnSpPr>
              <a:cxnSpLocks noChangeShapeType="1"/>
            </p:cNvCxnSpPr>
            <p:nvPr/>
          </p:nvCxnSpPr>
          <p:spPr bwMode="auto">
            <a:xfrm>
              <a:off x="5735097" y="876081"/>
              <a:ext cx="0" cy="5277976"/>
            </a:xfrm>
            <a:prstGeom prst="line">
              <a:avLst/>
            </a:prstGeom>
            <a:noFill/>
            <a:ln w="28575" algn="ctr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18"/>
            <p:cNvCxnSpPr>
              <a:cxnSpLocks noChangeShapeType="1"/>
            </p:cNvCxnSpPr>
            <p:nvPr/>
          </p:nvCxnSpPr>
          <p:spPr bwMode="auto">
            <a:xfrm>
              <a:off x="344202" y="6126616"/>
              <a:ext cx="8416925" cy="0"/>
            </a:xfrm>
            <a:prstGeom prst="line">
              <a:avLst/>
            </a:prstGeom>
            <a:noFill/>
            <a:ln w="28575" algn="ctr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986127" y="1706852"/>
            <a:ext cx="5346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100100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Text Box 3"/>
          <p:cNvSpPr txBox="1">
            <a:spLocks noChangeArrowheads="1"/>
          </p:cNvSpPr>
          <p:nvPr/>
        </p:nvSpPr>
        <p:spPr bwMode="auto">
          <a:xfrm>
            <a:off x="986127" y="2218027"/>
            <a:ext cx="5346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100010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986127" y="2730789"/>
            <a:ext cx="53467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100001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986127" y="3241964"/>
            <a:ext cx="5346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010100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Text Box 3"/>
          <p:cNvSpPr txBox="1">
            <a:spLocks noChangeArrowheads="1"/>
          </p:cNvSpPr>
          <p:nvPr/>
        </p:nvSpPr>
        <p:spPr bwMode="auto">
          <a:xfrm>
            <a:off x="986127" y="3753139"/>
            <a:ext cx="5346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010010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Text Box 3"/>
          <p:cNvSpPr txBox="1">
            <a:spLocks noChangeArrowheads="1"/>
          </p:cNvSpPr>
          <p:nvPr/>
        </p:nvSpPr>
        <p:spPr bwMode="auto">
          <a:xfrm>
            <a:off x="986127" y="4265902"/>
            <a:ext cx="53467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010001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986127" y="4777077"/>
            <a:ext cx="53467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001100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986127" y="5288252"/>
            <a:ext cx="5346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001010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Text Box 3"/>
          <p:cNvSpPr txBox="1">
            <a:spLocks noChangeArrowheads="1"/>
          </p:cNvSpPr>
          <p:nvPr/>
        </p:nvSpPr>
        <p:spPr bwMode="auto">
          <a:xfrm>
            <a:off x="986127" y="5799427"/>
            <a:ext cx="5346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001001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Text Box 3"/>
          <p:cNvSpPr txBox="1">
            <a:spLocks noChangeArrowheads="1"/>
          </p:cNvSpPr>
          <p:nvPr/>
        </p:nvSpPr>
        <p:spPr bwMode="auto">
          <a:xfrm>
            <a:off x="6547139" y="1706852"/>
            <a:ext cx="2673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Text Box 3"/>
          <p:cNvSpPr txBox="1">
            <a:spLocks noChangeArrowheads="1"/>
          </p:cNvSpPr>
          <p:nvPr/>
        </p:nvSpPr>
        <p:spPr bwMode="auto">
          <a:xfrm>
            <a:off x="6547139" y="3753139"/>
            <a:ext cx="2673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001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Text Box 3"/>
          <p:cNvSpPr txBox="1">
            <a:spLocks noChangeArrowheads="1"/>
          </p:cNvSpPr>
          <p:nvPr/>
        </p:nvSpPr>
        <p:spPr bwMode="auto">
          <a:xfrm>
            <a:off x="6547139" y="5799427"/>
            <a:ext cx="2673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010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6547139" y="2218027"/>
            <a:ext cx="2673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6547139" y="2730789"/>
            <a:ext cx="26733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6547139" y="3241964"/>
            <a:ext cx="2673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Text Box 3"/>
          <p:cNvSpPr txBox="1">
            <a:spLocks noChangeArrowheads="1"/>
          </p:cNvSpPr>
          <p:nvPr/>
        </p:nvSpPr>
        <p:spPr bwMode="auto">
          <a:xfrm>
            <a:off x="6547139" y="4265902"/>
            <a:ext cx="26733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Text Box 3"/>
          <p:cNvSpPr txBox="1">
            <a:spLocks noChangeArrowheads="1"/>
          </p:cNvSpPr>
          <p:nvPr/>
        </p:nvSpPr>
        <p:spPr bwMode="auto">
          <a:xfrm>
            <a:off x="6547139" y="4777077"/>
            <a:ext cx="26733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 Box 3"/>
          <p:cNvSpPr txBox="1">
            <a:spLocks noChangeArrowheads="1"/>
          </p:cNvSpPr>
          <p:nvPr/>
        </p:nvSpPr>
        <p:spPr bwMode="auto">
          <a:xfrm>
            <a:off x="6547139" y="5288252"/>
            <a:ext cx="2673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63"/>
          <p:cNvSpPr>
            <a:spLocks noChangeArrowheads="1"/>
          </p:cNvSpPr>
          <p:nvPr/>
        </p:nvSpPr>
        <p:spPr bwMode="auto">
          <a:xfrm>
            <a:off x="1986541" y="564140"/>
            <a:ext cx="1558925" cy="2670175"/>
          </a:xfrm>
          <a:prstGeom prst="rect">
            <a:avLst/>
          </a:prstGeom>
          <a:noFill/>
          <a:ln w="22225">
            <a:solidFill>
              <a:srgbClr val="8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1" name="Line 64"/>
          <p:cNvSpPr>
            <a:spLocks noChangeShapeType="1"/>
          </p:cNvSpPr>
          <p:nvPr/>
        </p:nvSpPr>
        <p:spPr bwMode="auto">
          <a:xfrm>
            <a:off x="3545466" y="1230890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2" name="Rectangle 65"/>
          <p:cNvSpPr>
            <a:spLocks noChangeArrowheads="1"/>
          </p:cNvSpPr>
          <p:nvPr/>
        </p:nvSpPr>
        <p:spPr bwMode="auto">
          <a:xfrm>
            <a:off x="3010478" y="1121352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3" name="Line 66"/>
          <p:cNvSpPr>
            <a:spLocks noChangeShapeType="1"/>
          </p:cNvSpPr>
          <p:nvPr/>
        </p:nvSpPr>
        <p:spPr bwMode="auto">
          <a:xfrm flipH="1">
            <a:off x="1542041" y="764165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" name="Line 67"/>
          <p:cNvSpPr>
            <a:spLocks noChangeShapeType="1"/>
          </p:cNvSpPr>
          <p:nvPr/>
        </p:nvSpPr>
        <p:spPr bwMode="auto">
          <a:xfrm flipH="1">
            <a:off x="1542041" y="986415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5" name="Line 68"/>
          <p:cNvSpPr>
            <a:spLocks noChangeShapeType="1"/>
          </p:cNvSpPr>
          <p:nvPr/>
        </p:nvSpPr>
        <p:spPr bwMode="auto">
          <a:xfrm flipH="1">
            <a:off x="1542041" y="1208665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6" name="Line 69"/>
          <p:cNvSpPr>
            <a:spLocks noChangeShapeType="1"/>
          </p:cNvSpPr>
          <p:nvPr/>
        </p:nvSpPr>
        <p:spPr bwMode="auto">
          <a:xfrm flipH="1">
            <a:off x="1542041" y="1654752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7" name="Line 70"/>
          <p:cNvSpPr>
            <a:spLocks noChangeShapeType="1"/>
          </p:cNvSpPr>
          <p:nvPr/>
        </p:nvSpPr>
        <p:spPr bwMode="auto">
          <a:xfrm flipH="1">
            <a:off x="1542041" y="1899227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8" name="Line 71"/>
          <p:cNvSpPr>
            <a:spLocks noChangeShapeType="1"/>
          </p:cNvSpPr>
          <p:nvPr/>
        </p:nvSpPr>
        <p:spPr bwMode="auto">
          <a:xfrm flipH="1">
            <a:off x="1542041" y="2099252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9" name="Rectangle 72"/>
          <p:cNvSpPr>
            <a:spLocks noChangeArrowheads="1"/>
          </p:cNvSpPr>
          <p:nvPr/>
        </p:nvSpPr>
        <p:spPr bwMode="auto">
          <a:xfrm>
            <a:off x="2097666" y="1765877"/>
            <a:ext cx="55721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(A=B)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0" name="Rectangle 73"/>
          <p:cNvSpPr>
            <a:spLocks noChangeArrowheads="1"/>
          </p:cNvSpPr>
          <p:nvPr/>
        </p:nvSpPr>
        <p:spPr bwMode="auto">
          <a:xfrm>
            <a:off x="2097666" y="2656465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1" name="Rectangle 74"/>
          <p:cNvSpPr>
            <a:spLocks noChangeArrowheads="1"/>
          </p:cNvSpPr>
          <p:nvPr/>
        </p:nvSpPr>
        <p:spPr bwMode="auto">
          <a:xfrm>
            <a:off x="2097666" y="2211965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2" name="Rectangle 75"/>
          <p:cNvSpPr>
            <a:spLocks noChangeArrowheads="1"/>
          </p:cNvSpPr>
          <p:nvPr/>
        </p:nvSpPr>
        <p:spPr bwMode="auto">
          <a:xfrm>
            <a:off x="2097666" y="2434215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3" name="Rectangle 76"/>
          <p:cNvSpPr>
            <a:spLocks noChangeArrowheads="1"/>
          </p:cNvSpPr>
          <p:nvPr/>
        </p:nvSpPr>
        <p:spPr bwMode="auto">
          <a:xfrm>
            <a:off x="2299278" y="919740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" name="Rectangle 77"/>
          <p:cNvSpPr>
            <a:spLocks noChangeArrowheads="1"/>
          </p:cNvSpPr>
          <p:nvPr/>
        </p:nvSpPr>
        <p:spPr bwMode="auto">
          <a:xfrm>
            <a:off x="2299278" y="1165802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" name="Rectangle 78"/>
          <p:cNvSpPr>
            <a:spLocks noChangeArrowheads="1"/>
          </p:cNvSpPr>
          <p:nvPr/>
        </p:nvSpPr>
        <p:spPr bwMode="auto">
          <a:xfrm>
            <a:off x="2299278" y="2300865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6" name="Rectangle 79"/>
          <p:cNvSpPr>
            <a:spLocks noChangeArrowheads="1"/>
          </p:cNvSpPr>
          <p:nvPr/>
        </p:nvSpPr>
        <p:spPr bwMode="auto">
          <a:xfrm>
            <a:off x="2299278" y="2523115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" name="Rectangle 80"/>
          <p:cNvSpPr>
            <a:spLocks noChangeArrowheads="1"/>
          </p:cNvSpPr>
          <p:nvPr/>
        </p:nvSpPr>
        <p:spPr bwMode="auto">
          <a:xfrm>
            <a:off x="2677103" y="1877002"/>
            <a:ext cx="1111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8" name="Line 81"/>
          <p:cNvSpPr>
            <a:spLocks noChangeShapeType="1"/>
          </p:cNvSpPr>
          <p:nvPr/>
        </p:nvSpPr>
        <p:spPr bwMode="auto">
          <a:xfrm flipH="1">
            <a:off x="1542041" y="1432502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9" name="Rectangle 82"/>
          <p:cNvSpPr>
            <a:spLocks noChangeArrowheads="1"/>
          </p:cNvSpPr>
          <p:nvPr/>
        </p:nvSpPr>
        <p:spPr bwMode="auto">
          <a:xfrm>
            <a:off x="2677103" y="2077027"/>
            <a:ext cx="1111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0" name="Rectangle 83"/>
          <p:cNvSpPr>
            <a:spLocks noChangeArrowheads="1"/>
          </p:cNvSpPr>
          <p:nvPr/>
        </p:nvSpPr>
        <p:spPr bwMode="auto">
          <a:xfrm>
            <a:off x="2097666" y="1988127"/>
            <a:ext cx="55721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(A&lt;B)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1" name="Rectangle 84"/>
          <p:cNvSpPr>
            <a:spLocks noChangeArrowheads="1"/>
          </p:cNvSpPr>
          <p:nvPr/>
        </p:nvSpPr>
        <p:spPr bwMode="auto">
          <a:xfrm>
            <a:off x="2632653" y="897515"/>
            <a:ext cx="4222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7485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2" name="Line 85"/>
          <p:cNvSpPr>
            <a:spLocks noChangeShapeType="1"/>
          </p:cNvSpPr>
          <p:nvPr/>
        </p:nvSpPr>
        <p:spPr bwMode="auto">
          <a:xfrm flipH="1">
            <a:off x="1542041" y="2323090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3" name="Line 86"/>
          <p:cNvSpPr>
            <a:spLocks noChangeShapeType="1"/>
          </p:cNvSpPr>
          <p:nvPr/>
        </p:nvSpPr>
        <p:spPr bwMode="auto">
          <a:xfrm flipH="1">
            <a:off x="1542041" y="2545340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" name="Line 87"/>
          <p:cNvSpPr>
            <a:spLocks noChangeShapeType="1"/>
          </p:cNvSpPr>
          <p:nvPr/>
        </p:nvSpPr>
        <p:spPr bwMode="auto">
          <a:xfrm flipH="1">
            <a:off x="1542041" y="2789815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" name="Rectangle 88"/>
          <p:cNvSpPr>
            <a:spLocks noChangeArrowheads="1"/>
          </p:cNvSpPr>
          <p:nvPr/>
        </p:nvSpPr>
        <p:spPr bwMode="auto">
          <a:xfrm>
            <a:off x="2097666" y="1543627"/>
            <a:ext cx="55721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(A&gt;B)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" name="Rectangle 89"/>
          <p:cNvSpPr>
            <a:spLocks noChangeArrowheads="1"/>
          </p:cNvSpPr>
          <p:nvPr/>
        </p:nvSpPr>
        <p:spPr bwMode="auto">
          <a:xfrm>
            <a:off x="2097666" y="1343602"/>
            <a:ext cx="177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7" name="Rectangle 90"/>
          <p:cNvSpPr>
            <a:spLocks noChangeArrowheads="1"/>
          </p:cNvSpPr>
          <p:nvPr/>
        </p:nvSpPr>
        <p:spPr bwMode="auto">
          <a:xfrm>
            <a:off x="2097666" y="1076902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8" name="Rectangle 91"/>
          <p:cNvSpPr>
            <a:spLocks noChangeArrowheads="1"/>
          </p:cNvSpPr>
          <p:nvPr/>
        </p:nvSpPr>
        <p:spPr bwMode="auto">
          <a:xfrm>
            <a:off x="2097666" y="830840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" name="Rectangle 92"/>
          <p:cNvSpPr>
            <a:spLocks noChangeArrowheads="1"/>
          </p:cNvSpPr>
          <p:nvPr/>
        </p:nvSpPr>
        <p:spPr bwMode="auto">
          <a:xfrm>
            <a:off x="2299278" y="1410277"/>
            <a:ext cx="111125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0" name="Rectangle 93"/>
          <p:cNvSpPr>
            <a:spLocks noChangeArrowheads="1"/>
          </p:cNvSpPr>
          <p:nvPr/>
        </p:nvSpPr>
        <p:spPr bwMode="auto">
          <a:xfrm>
            <a:off x="2677103" y="1632527"/>
            <a:ext cx="1111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1" name="Rectangle 94"/>
          <p:cNvSpPr>
            <a:spLocks noChangeArrowheads="1"/>
          </p:cNvSpPr>
          <p:nvPr/>
        </p:nvSpPr>
        <p:spPr bwMode="auto">
          <a:xfrm>
            <a:off x="2097666" y="608590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" name="Line 95"/>
          <p:cNvSpPr>
            <a:spLocks noChangeShapeType="1"/>
          </p:cNvSpPr>
          <p:nvPr/>
        </p:nvSpPr>
        <p:spPr bwMode="auto">
          <a:xfrm>
            <a:off x="3545466" y="2545340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3" name="Rectangle 96"/>
          <p:cNvSpPr>
            <a:spLocks noChangeArrowheads="1"/>
          </p:cNvSpPr>
          <p:nvPr/>
        </p:nvSpPr>
        <p:spPr bwMode="auto">
          <a:xfrm>
            <a:off x="2988253" y="2478665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" name="Line 97"/>
          <p:cNvSpPr>
            <a:spLocks noChangeShapeType="1"/>
          </p:cNvSpPr>
          <p:nvPr/>
        </p:nvSpPr>
        <p:spPr bwMode="auto">
          <a:xfrm flipH="1">
            <a:off x="1542041" y="3012065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" name="Line 98"/>
          <p:cNvSpPr>
            <a:spLocks noChangeShapeType="1"/>
          </p:cNvSpPr>
          <p:nvPr/>
        </p:nvSpPr>
        <p:spPr bwMode="auto">
          <a:xfrm>
            <a:off x="3545466" y="1891290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" name="Rectangle 99"/>
          <p:cNvSpPr>
            <a:spLocks noChangeArrowheads="1"/>
          </p:cNvSpPr>
          <p:nvPr/>
        </p:nvSpPr>
        <p:spPr bwMode="auto">
          <a:xfrm>
            <a:off x="3010478" y="1810327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" name="Rectangle 100"/>
          <p:cNvSpPr>
            <a:spLocks noChangeArrowheads="1"/>
          </p:cNvSpPr>
          <p:nvPr/>
        </p:nvSpPr>
        <p:spPr bwMode="auto">
          <a:xfrm>
            <a:off x="3143828" y="1210252"/>
            <a:ext cx="3778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A&gt;B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" name="Rectangle 101"/>
          <p:cNvSpPr>
            <a:spLocks noChangeArrowheads="1"/>
          </p:cNvSpPr>
          <p:nvPr/>
        </p:nvSpPr>
        <p:spPr bwMode="auto">
          <a:xfrm>
            <a:off x="3121603" y="2545340"/>
            <a:ext cx="3778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A&lt;B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9" name="Rectangle 102"/>
          <p:cNvSpPr>
            <a:spLocks noChangeArrowheads="1"/>
          </p:cNvSpPr>
          <p:nvPr/>
        </p:nvSpPr>
        <p:spPr bwMode="auto">
          <a:xfrm>
            <a:off x="3143828" y="1877002"/>
            <a:ext cx="3778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A=B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0" name="Rectangle 103"/>
          <p:cNvSpPr>
            <a:spLocks noChangeArrowheads="1"/>
          </p:cNvSpPr>
          <p:nvPr/>
        </p:nvSpPr>
        <p:spPr bwMode="auto">
          <a:xfrm>
            <a:off x="2097666" y="2923165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1" name="Rectangle 104"/>
          <p:cNvSpPr>
            <a:spLocks noChangeArrowheads="1"/>
          </p:cNvSpPr>
          <p:nvPr/>
        </p:nvSpPr>
        <p:spPr bwMode="auto">
          <a:xfrm>
            <a:off x="2299278" y="2745365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2" name="Rectangle 105"/>
          <p:cNvSpPr>
            <a:spLocks noChangeArrowheads="1"/>
          </p:cNvSpPr>
          <p:nvPr/>
        </p:nvSpPr>
        <p:spPr bwMode="auto">
          <a:xfrm>
            <a:off x="2299278" y="3200977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" name="Rectangle 106"/>
          <p:cNvSpPr>
            <a:spLocks noChangeArrowheads="1"/>
          </p:cNvSpPr>
          <p:nvPr/>
        </p:nvSpPr>
        <p:spPr bwMode="auto">
          <a:xfrm>
            <a:off x="2299278" y="675265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4" name="Rectangle 107"/>
          <p:cNvSpPr>
            <a:spLocks noChangeArrowheads="1"/>
          </p:cNvSpPr>
          <p:nvPr/>
        </p:nvSpPr>
        <p:spPr bwMode="auto">
          <a:xfrm>
            <a:off x="1954791" y="3553402"/>
            <a:ext cx="1557337" cy="2670175"/>
          </a:xfrm>
          <a:prstGeom prst="rect">
            <a:avLst/>
          </a:prstGeom>
          <a:noFill/>
          <a:ln w="22225">
            <a:solidFill>
              <a:srgbClr val="8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" name="Line 108"/>
          <p:cNvSpPr>
            <a:spLocks noChangeShapeType="1"/>
          </p:cNvSpPr>
          <p:nvPr/>
        </p:nvSpPr>
        <p:spPr bwMode="auto">
          <a:xfrm>
            <a:off x="3512128" y="4220152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6" name="Rectangle 109"/>
          <p:cNvSpPr>
            <a:spLocks noChangeArrowheads="1"/>
          </p:cNvSpPr>
          <p:nvPr/>
        </p:nvSpPr>
        <p:spPr bwMode="auto">
          <a:xfrm>
            <a:off x="2978728" y="4110615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7" name="Line 110"/>
          <p:cNvSpPr>
            <a:spLocks noChangeShapeType="1"/>
          </p:cNvSpPr>
          <p:nvPr/>
        </p:nvSpPr>
        <p:spPr bwMode="auto">
          <a:xfrm flipH="1">
            <a:off x="1508703" y="3753427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8" name="Line 111"/>
          <p:cNvSpPr>
            <a:spLocks noChangeShapeType="1"/>
          </p:cNvSpPr>
          <p:nvPr/>
        </p:nvSpPr>
        <p:spPr bwMode="auto">
          <a:xfrm flipH="1">
            <a:off x="1508703" y="3975677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9" name="Line 112"/>
          <p:cNvSpPr>
            <a:spLocks noChangeShapeType="1"/>
          </p:cNvSpPr>
          <p:nvPr/>
        </p:nvSpPr>
        <p:spPr bwMode="auto">
          <a:xfrm flipH="1">
            <a:off x="1508703" y="4197927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" name="Line 113"/>
          <p:cNvSpPr>
            <a:spLocks noChangeShapeType="1"/>
          </p:cNvSpPr>
          <p:nvPr/>
        </p:nvSpPr>
        <p:spPr bwMode="auto">
          <a:xfrm flipH="1">
            <a:off x="1508703" y="4644015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1" name="Line 114"/>
          <p:cNvSpPr>
            <a:spLocks noChangeShapeType="1"/>
          </p:cNvSpPr>
          <p:nvPr/>
        </p:nvSpPr>
        <p:spPr bwMode="auto">
          <a:xfrm flipH="1">
            <a:off x="1508703" y="4888490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2" name="Line 115"/>
          <p:cNvSpPr>
            <a:spLocks noChangeShapeType="1"/>
          </p:cNvSpPr>
          <p:nvPr/>
        </p:nvSpPr>
        <p:spPr bwMode="auto">
          <a:xfrm flipH="1">
            <a:off x="1508703" y="5088515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" name="Rectangle 116"/>
          <p:cNvSpPr>
            <a:spLocks noChangeArrowheads="1"/>
          </p:cNvSpPr>
          <p:nvPr/>
        </p:nvSpPr>
        <p:spPr bwMode="auto">
          <a:xfrm>
            <a:off x="2065916" y="4755140"/>
            <a:ext cx="55721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(A=B)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" name="Rectangle 117"/>
          <p:cNvSpPr>
            <a:spLocks noChangeArrowheads="1"/>
          </p:cNvSpPr>
          <p:nvPr/>
        </p:nvSpPr>
        <p:spPr bwMode="auto">
          <a:xfrm>
            <a:off x="2065916" y="5645727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" name="Rectangle 118"/>
          <p:cNvSpPr>
            <a:spLocks noChangeArrowheads="1"/>
          </p:cNvSpPr>
          <p:nvPr/>
        </p:nvSpPr>
        <p:spPr bwMode="auto">
          <a:xfrm>
            <a:off x="2065916" y="5201227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6" name="Rectangle 119"/>
          <p:cNvSpPr>
            <a:spLocks noChangeArrowheads="1"/>
          </p:cNvSpPr>
          <p:nvPr/>
        </p:nvSpPr>
        <p:spPr bwMode="auto">
          <a:xfrm>
            <a:off x="2065916" y="5423477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7" name="Rectangle 120"/>
          <p:cNvSpPr>
            <a:spLocks noChangeArrowheads="1"/>
          </p:cNvSpPr>
          <p:nvPr/>
        </p:nvSpPr>
        <p:spPr bwMode="auto">
          <a:xfrm>
            <a:off x="2265941" y="3909002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8" name="Rectangle 121"/>
          <p:cNvSpPr>
            <a:spLocks noChangeArrowheads="1"/>
          </p:cNvSpPr>
          <p:nvPr/>
        </p:nvSpPr>
        <p:spPr bwMode="auto">
          <a:xfrm>
            <a:off x="2265941" y="4155065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9" name="Rectangle 122"/>
          <p:cNvSpPr>
            <a:spLocks noChangeArrowheads="1"/>
          </p:cNvSpPr>
          <p:nvPr/>
        </p:nvSpPr>
        <p:spPr bwMode="auto">
          <a:xfrm>
            <a:off x="2265941" y="5290127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0" name="Rectangle 123"/>
          <p:cNvSpPr>
            <a:spLocks noChangeArrowheads="1"/>
          </p:cNvSpPr>
          <p:nvPr/>
        </p:nvSpPr>
        <p:spPr bwMode="auto">
          <a:xfrm>
            <a:off x="2265941" y="5512377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1" name="Rectangle 124"/>
          <p:cNvSpPr>
            <a:spLocks noChangeArrowheads="1"/>
          </p:cNvSpPr>
          <p:nvPr/>
        </p:nvSpPr>
        <p:spPr bwMode="auto">
          <a:xfrm>
            <a:off x="2643766" y="4866265"/>
            <a:ext cx="1111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2" name="Line 125"/>
          <p:cNvSpPr>
            <a:spLocks noChangeShapeType="1"/>
          </p:cNvSpPr>
          <p:nvPr/>
        </p:nvSpPr>
        <p:spPr bwMode="auto">
          <a:xfrm flipH="1">
            <a:off x="1508703" y="4421765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3" name="Rectangle 126"/>
          <p:cNvSpPr>
            <a:spLocks noChangeArrowheads="1"/>
          </p:cNvSpPr>
          <p:nvPr/>
        </p:nvSpPr>
        <p:spPr bwMode="auto">
          <a:xfrm>
            <a:off x="2643766" y="5066290"/>
            <a:ext cx="1111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4" name="Rectangle 127"/>
          <p:cNvSpPr>
            <a:spLocks noChangeArrowheads="1"/>
          </p:cNvSpPr>
          <p:nvPr/>
        </p:nvSpPr>
        <p:spPr bwMode="auto">
          <a:xfrm>
            <a:off x="2065916" y="4977390"/>
            <a:ext cx="55721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(A&lt;B)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" name="Rectangle 128"/>
          <p:cNvSpPr>
            <a:spLocks noChangeArrowheads="1"/>
          </p:cNvSpPr>
          <p:nvPr/>
        </p:nvSpPr>
        <p:spPr bwMode="auto">
          <a:xfrm>
            <a:off x="2599316" y="3886777"/>
            <a:ext cx="4222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7485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6" name="Line 129"/>
          <p:cNvSpPr>
            <a:spLocks noChangeShapeType="1"/>
          </p:cNvSpPr>
          <p:nvPr/>
        </p:nvSpPr>
        <p:spPr bwMode="auto">
          <a:xfrm flipH="1">
            <a:off x="1508703" y="5312352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7" name="Line 130"/>
          <p:cNvSpPr>
            <a:spLocks noChangeShapeType="1"/>
          </p:cNvSpPr>
          <p:nvPr/>
        </p:nvSpPr>
        <p:spPr bwMode="auto">
          <a:xfrm flipH="1">
            <a:off x="1508703" y="5534602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8" name="Line 131"/>
          <p:cNvSpPr>
            <a:spLocks noChangeShapeType="1"/>
          </p:cNvSpPr>
          <p:nvPr/>
        </p:nvSpPr>
        <p:spPr bwMode="auto">
          <a:xfrm flipH="1">
            <a:off x="1508703" y="5779077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9" name="Rectangle 132"/>
          <p:cNvSpPr>
            <a:spLocks noChangeArrowheads="1"/>
          </p:cNvSpPr>
          <p:nvPr/>
        </p:nvSpPr>
        <p:spPr bwMode="auto">
          <a:xfrm>
            <a:off x="2065916" y="4532890"/>
            <a:ext cx="55721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(A&gt;B)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0" name="Rectangle 133"/>
          <p:cNvSpPr>
            <a:spLocks noChangeArrowheads="1"/>
          </p:cNvSpPr>
          <p:nvPr/>
        </p:nvSpPr>
        <p:spPr bwMode="auto">
          <a:xfrm>
            <a:off x="2065916" y="4332865"/>
            <a:ext cx="177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1" name="Rectangle 134"/>
          <p:cNvSpPr>
            <a:spLocks noChangeArrowheads="1"/>
          </p:cNvSpPr>
          <p:nvPr/>
        </p:nvSpPr>
        <p:spPr bwMode="auto">
          <a:xfrm>
            <a:off x="2065916" y="4066165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2" name="Rectangle 135"/>
          <p:cNvSpPr>
            <a:spLocks noChangeArrowheads="1"/>
          </p:cNvSpPr>
          <p:nvPr/>
        </p:nvSpPr>
        <p:spPr bwMode="auto">
          <a:xfrm>
            <a:off x="2065916" y="3820102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3" name="Rectangle 136"/>
          <p:cNvSpPr>
            <a:spLocks noChangeArrowheads="1"/>
          </p:cNvSpPr>
          <p:nvPr/>
        </p:nvSpPr>
        <p:spPr bwMode="auto">
          <a:xfrm>
            <a:off x="2265941" y="4399540"/>
            <a:ext cx="111125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4" name="Rectangle 137"/>
          <p:cNvSpPr>
            <a:spLocks noChangeArrowheads="1"/>
          </p:cNvSpPr>
          <p:nvPr/>
        </p:nvSpPr>
        <p:spPr bwMode="auto">
          <a:xfrm>
            <a:off x="2643766" y="4621790"/>
            <a:ext cx="1111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5" name="Rectangle 138"/>
          <p:cNvSpPr>
            <a:spLocks noChangeArrowheads="1"/>
          </p:cNvSpPr>
          <p:nvPr/>
        </p:nvSpPr>
        <p:spPr bwMode="auto">
          <a:xfrm>
            <a:off x="2065916" y="3597852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" name="Line 139"/>
          <p:cNvSpPr>
            <a:spLocks noChangeShapeType="1"/>
          </p:cNvSpPr>
          <p:nvPr/>
        </p:nvSpPr>
        <p:spPr bwMode="auto">
          <a:xfrm>
            <a:off x="3512128" y="5556827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7" name="Rectangle 140"/>
          <p:cNvSpPr>
            <a:spLocks noChangeArrowheads="1"/>
          </p:cNvSpPr>
          <p:nvPr/>
        </p:nvSpPr>
        <p:spPr bwMode="auto">
          <a:xfrm>
            <a:off x="2956503" y="5467927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8" name="Line 141"/>
          <p:cNvSpPr>
            <a:spLocks noChangeShapeType="1"/>
          </p:cNvSpPr>
          <p:nvPr/>
        </p:nvSpPr>
        <p:spPr bwMode="auto">
          <a:xfrm flipH="1">
            <a:off x="1508703" y="6001327"/>
            <a:ext cx="4460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" name="Line 142"/>
          <p:cNvSpPr>
            <a:spLocks noChangeShapeType="1"/>
          </p:cNvSpPr>
          <p:nvPr/>
        </p:nvSpPr>
        <p:spPr bwMode="auto">
          <a:xfrm>
            <a:off x="3512128" y="4888490"/>
            <a:ext cx="4445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0" name="Rectangle 143"/>
          <p:cNvSpPr>
            <a:spLocks noChangeArrowheads="1"/>
          </p:cNvSpPr>
          <p:nvPr/>
        </p:nvSpPr>
        <p:spPr bwMode="auto">
          <a:xfrm>
            <a:off x="2978728" y="4799590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1" name="Rectangle 144"/>
          <p:cNvSpPr>
            <a:spLocks noChangeArrowheads="1"/>
          </p:cNvSpPr>
          <p:nvPr/>
        </p:nvSpPr>
        <p:spPr bwMode="auto">
          <a:xfrm>
            <a:off x="3112078" y="4199515"/>
            <a:ext cx="3778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A&gt;B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2" name="Rectangle 145"/>
          <p:cNvSpPr>
            <a:spLocks noChangeArrowheads="1"/>
          </p:cNvSpPr>
          <p:nvPr/>
        </p:nvSpPr>
        <p:spPr bwMode="auto">
          <a:xfrm>
            <a:off x="3089853" y="5534602"/>
            <a:ext cx="3778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A&lt;B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3" name="Rectangle 146"/>
          <p:cNvSpPr>
            <a:spLocks noChangeArrowheads="1"/>
          </p:cNvSpPr>
          <p:nvPr/>
        </p:nvSpPr>
        <p:spPr bwMode="auto">
          <a:xfrm>
            <a:off x="3112078" y="4866265"/>
            <a:ext cx="3778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A=B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4" name="Rectangle 147"/>
          <p:cNvSpPr>
            <a:spLocks noChangeArrowheads="1"/>
          </p:cNvSpPr>
          <p:nvPr/>
        </p:nvSpPr>
        <p:spPr bwMode="auto">
          <a:xfrm>
            <a:off x="2065916" y="5912427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" name="Rectangle 148"/>
          <p:cNvSpPr>
            <a:spLocks noChangeArrowheads="1"/>
          </p:cNvSpPr>
          <p:nvPr/>
        </p:nvSpPr>
        <p:spPr bwMode="auto">
          <a:xfrm>
            <a:off x="2265941" y="5734627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" name="Rectangle 149"/>
          <p:cNvSpPr>
            <a:spLocks noChangeArrowheads="1"/>
          </p:cNvSpPr>
          <p:nvPr/>
        </p:nvSpPr>
        <p:spPr bwMode="auto">
          <a:xfrm>
            <a:off x="2265941" y="6001327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7" name="Rectangle 150"/>
          <p:cNvSpPr>
            <a:spLocks noChangeArrowheads="1"/>
          </p:cNvSpPr>
          <p:nvPr/>
        </p:nvSpPr>
        <p:spPr bwMode="auto">
          <a:xfrm>
            <a:off x="2265941" y="3664527"/>
            <a:ext cx="155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8" name="Rectangle 151"/>
          <p:cNvSpPr>
            <a:spLocks noChangeArrowheads="1"/>
          </p:cNvSpPr>
          <p:nvPr/>
        </p:nvSpPr>
        <p:spPr bwMode="auto">
          <a:xfrm>
            <a:off x="1165803" y="4332865"/>
            <a:ext cx="17621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9" name="Rectangle 152"/>
          <p:cNvSpPr>
            <a:spLocks noChangeArrowheads="1"/>
          </p:cNvSpPr>
          <p:nvPr/>
        </p:nvSpPr>
        <p:spPr bwMode="auto">
          <a:xfrm>
            <a:off x="1153103" y="4110615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0" name="Rectangle 153"/>
          <p:cNvSpPr>
            <a:spLocks noChangeArrowheads="1"/>
          </p:cNvSpPr>
          <p:nvPr/>
        </p:nvSpPr>
        <p:spPr bwMode="auto">
          <a:xfrm>
            <a:off x="1153103" y="3886777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1" name="Rectangle 154"/>
          <p:cNvSpPr>
            <a:spLocks noChangeArrowheads="1"/>
          </p:cNvSpPr>
          <p:nvPr/>
        </p:nvSpPr>
        <p:spPr bwMode="auto">
          <a:xfrm>
            <a:off x="1153103" y="3642302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2" name="Rectangle 155"/>
          <p:cNvSpPr>
            <a:spLocks noChangeArrowheads="1"/>
          </p:cNvSpPr>
          <p:nvPr/>
        </p:nvSpPr>
        <p:spPr bwMode="auto">
          <a:xfrm>
            <a:off x="1186441" y="1321377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" name="Rectangle 156"/>
          <p:cNvSpPr>
            <a:spLocks noChangeArrowheads="1"/>
          </p:cNvSpPr>
          <p:nvPr/>
        </p:nvSpPr>
        <p:spPr bwMode="auto">
          <a:xfrm>
            <a:off x="1186441" y="1099127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4" name="Rectangle 157"/>
          <p:cNvSpPr>
            <a:spLocks noChangeArrowheads="1"/>
          </p:cNvSpPr>
          <p:nvPr/>
        </p:nvSpPr>
        <p:spPr bwMode="auto">
          <a:xfrm>
            <a:off x="1186441" y="875290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5" name="Rectangle 158"/>
          <p:cNvSpPr>
            <a:spLocks noChangeArrowheads="1"/>
          </p:cNvSpPr>
          <p:nvPr/>
        </p:nvSpPr>
        <p:spPr bwMode="auto">
          <a:xfrm>
            <a:off x="1186441" y="608590"/>
            <a:ext cx="200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" name="Rectangle 159"/>
          <p:cNvSpPr>
            <a:spLocks noChangeArrowheads="1"/>
          </p:cNvSpPr>
          <p:nvPr/>
        </p:nvSpPr>
        <p:spPr bwMode="auto">
          <a:xfrm>
            <a:off x="1183266" y="5201227"/>
            <a:ext cx="161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7" name="Rectangle 160"/>
          <p:cNvSpPr>
            <a:spLocks noChangeArrowheads="1"/>
          </p:cNvSpPr>
          <p:nvPr/>
        </p:nvSpPr>
        <p:spPr bwMode="auto">
          <a:xfrm>
            <a:off x="1183266" y="5445702"/>
            <a:ext cx="161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8" name="Rectangle 161"/>
          <p:cNvSpPr>
            <a:spLocks noChangeArrowheads="1"/>
          </p:cNvSpPr>
          <p:nvPr/>
        </p:nvSpPr>
        <p:spPr bwMode="auto">
          <a:xfrm>
            <a:off x="1183266" y="5690177"/>
            <a:ext cx="161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9" name="Rectangle 162"/>
          <p:cNvSpPr>
            <a:spLocks noChangeArrowheads="1"/>
          </p:cNvSpPr>
          <p:nvPr/>
        </p:nvSpPr>
        <p:spPr bwMode="auto">
          <a:xfrm>
            <a:off x="1183266" y="5934652"/>
            <a:ext cx="161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" name="Rectangle 163"/>
          <p:cNvSpPr>
            <a:spLocks noChangeArrowheads="1"/>
          </p:cNvSpPr>
          <p:nvPr/>
        </p:nvSpPr>
        <p:spPr bwMode="auto">
          <a:xfrm>
            <a:off x="1164216" y="2189740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1" name="Rectangle 164"/>
          <p:cNvSpPr>
            <a:spLocks noChangeArrowheads="1"/>
          </p:cNvSpPr>
          <p:nvPr/>
        </p:nvSpPr>
        <p:spPr bwMode="auto">
          <a:xfrm>
            <a:off x="1164216" y="2434215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2" name="Rectangle 165"/>
          <p:cNvSpPr>
            <a:spLocks noChangeArrowheads="1"/>
          </p:cNvSpPr>
          <p:nvPr/>
        </p:nvSpPr>
        <p:spPr bwMode="auto">
          <a:xfrm>
            <a:off x="1164216" y="2678690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3" name="Rectangle 166"/>
          <p:cNvSpPr>
            <a:spLocks noChangeArrowheads="1"/>
          </p:cNvSpPr>
          <p:nvPr/>
        </p:nvSpPr>
        <p:spPr bwMode="auto">
          <a:xfrm>
            <a:off x="1164216" y="2923165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4" name="Rectangle 167"/>
          <p:cNvSpPr>
            <a:spLocks noChangeArrowheads="1"/>
          </p:cNvSpPr>
          <p:nvPr/>
        </p:nvSpPr>
        <p:spPr bwMode="auto">
          <a:xfrm>
            <a:off x="4191578" y="730827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5" name="Rectangle 168"/>
          <p:cNvSpPr>
            <a:spLocks noChangeArrowheads="1"/>
          </p:cNvSpPr>
          <p:nvPr/>
        </p:nvSpPr>
        <p:spPr bwMode="auto">
          <a:xfrm>
            <a:off x="4191578" y="1527752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" name="Rectangle 169"/>
          <p:cNvSpPr>
            <a:spLocks noChangeArrowheads="1"/>
          </p:cNvSpPr>
          <p:nvPr/>
        </p:nvSpPr>
        <p:spPr bwMode="auto">
          <a:xfrm>
            <a:off x="4221741" y="2189740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7" name="Rectangle 170"/>
          <p:cNvSpPr>
            <a:spLocks noChangeArrowheads="1"/>
          </p:cNvSpPr>
          <p:nvPr/>
        </p:nvSpPr>
        <p:spPr bwMode="auto">
          <a:xfrm>
            <a:off x="1357891" y="3686752"/>
            <a:ext cx="103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8" name="Rectangle 171"/>
          <p:cNvSpPr>
            <a:spLocks noChangeArrowheads="1"/>
          </p:cNvSpPr>
          <p:nvPr/>
        </p:nvSpPr>
        <p:spPr bwMode="auto">
          <a:xfrm>
            <a:off x="1357891" y="3931227"/>
            <a:ext cx="103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" name="Rectangle 172"/>
          <p:cNvSpPr>
            <a:spLocks noChangeArrowheads="1"/>
          </p:cNvSpPr>
          <p:nvPr/>
        </p:nvSpPr>
        <p:spPr bwMode="auto">
          <a:xfrm>
            <a:off x="1357891" y="4155065"/>
            <a:ext cx="1031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0" name="Rectangle 173"/>
          <p:cNvSpPr>
            <a:spLocks noChangeArrowheads="1"/>
          </p:cNvSpPr>
          <p:nvPr/>
        </p:nvSpPr>
        <p:spPr bwMode="auto">
          <a:xfrm>
            <a:off x="1357891" y="4377315"/>
            <a:ext cx="1031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1" name="Rectangle 174"/>
          <p:cNvSpPr>
            <a:spLocks noChangeArrowheads="1"/>
          </p:cNvSpPr>
          <p:nvPr/>
        </p:nvSpPr>
        <p:spPr bwMode="auto">
          <a:xfrm>
            <a:off x="1380116" y="5245677"/>
            <a:ext cx="103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2" name="Rectangle 175"/>
          <p:cNvSpPr>
            <a:spLocks noChangeArrowheads="1"/>
          </p:cNvSpPr>
          <p:nvPr/>
        </p:nvSpPr>
        <p:spPr bwMode="auto">
          <a:xfrm>
            <a:off x="1380116" y="5490152"/>
            <a:ext cx="103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3" name="Rectangle 176"/>
          <p:cNvSpPr>
            <a:spLocks noChangeArrowheads="1"/>
          </p:cNvSpPr>
          <p:nvPr/>
        </p:nvSpPr>
        <p:spPr bwMode="auto">
          <a:xfrm>
            <a:off x="1380116" y="5734627"/>
            <a:ext cx="103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4" name="Rectangle 177"/>
          <p:cNvSpPr>
            <a:spLocks noChangeArrowheads="1"/>
          </p:cNvSpPr>
          <p:nvPr/>
        </p:nvSpPr>
        <p:spPr bwMode="auto">
          <a:xfrm>
            <a:off x="1380116" y="5979102"/>
            <a:ext cx="1031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5" name="Rectangle 178"/>
          <p:cNvSpPr>
            <a:spLocks noChangeArrowheads="1"/>
          </p:cNvSpPr>
          <p:nvPr/>
        </p:nvSpPr>
        <p:spPr bwMode="auto">
          <a:xfrm>
            <a:off x="1364241" y="653040"/>
            <a:ext cx="1555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" name="Rectangle 179"/>
          <p:cNvSpPr>
            <a:spLocks noChangeArrowheads="1"/>
          </p:cNvSpPr>
          <p:nvPr/>
        </p:nvSpPr>
        <p:spPr bwMode="auto">
          <a:xfrm>
            <a:off x="1364241" y="919740"/>
            <a:ext cx="1555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" name="Rectangle 180"/>
          <p:cNvSpPr>
            <a:spLocks noChangeArrowheads="1"/>
          </p:cNvSpPr>
          <p:nvPr/>
        </p:nvSpPr>
        <p:spPr bwMode="auto">
          <a:xfrm>
            <a:off x="1364241" y="1143577"/>
            <a:ext cx="1555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8" name="Rectangle 181"/>
          <p:cNvSpPr>
            <a:spLocks noChangeArrowheads="1"/>
          </p:cNvSpPr>
          <p:nvPr/>
        </p:nvSpPr>
        <p:spPr bwMode="auto">
          <a:xfrm>
            <a:off x="1364241" y="1365827"/>
            <a:ext cx="1555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9" name="Rectangle 182"/>
          <p:cNvSpPr>
            <a:spLocks noChangeArrowheads="1"/>
          </p:cNvSpPr>
          <p:nvPr/>
        </p:nvSpPr>
        <p:spPr bwMode="auto">
          <a:xfrm>
            <a:off x="1364241" y="2211965"/>
            <a:ext cx="1555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0" name="Rectangle 183"/>
          <p:cNvSpPr>
            <a:spLocks noChangeArrowheads="1"/>
          </p:cNvSpPr>
          <p:nvPr/>
        </p:nvSpPr>
        <p:spPr bwMode="auto">
          <a:xfrm>
            <a:off x="1342016" y="2478665"/>
            <a:ext cx="1555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1" name="Rectangle 184"/>
          <p:cNvSpPr>
            <a:spLocks noChangeArrowheads="1"/>
          </p:cNvSpPr>
          <p:nvPr/>
        </p:nvSpPr>
        <p:spPr bwMode="auto">
          <a:xfrm>
            <a:off x="1342016" y="2700915"/>
            <a:ext cx="1555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2" name="Rectangle 185"/>
          <p:cNvSpPr>
            <a:spLocks noChangeArrowheads="1"/>
          </p:cNvSpPr>
          <p:nvPr/>
        </p:nvSpPr>
        <p:spPr bwMode="auto">
          <a:xfrm>
            <a:off x="1342016" y="2945390"/>
            <a:ext cx="1555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3" name="Rectangle 186"/>
          <p:cNvSpPr>
            <a:spLocks noChangeArrowheads="1"/>
          </p:cNvSpPr>
          <p:nvPr/>
        </p:nvSpPr>
        <p:spPr bwMode="auto">
          <a:xfrm>
            <a:off x="4347153" y="775277"/>
            <a:ext cx="377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A&gt;B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4" name="Rectangle 187"/>
          <p:cNvSpPr>
            <a:spLocks noChangeArrowheads="1"/>
          </p:cNvSpPr>
          <p:nvPr/>
        </p:nvSpPr>
        <p:spPr bwMode="auto">
          <a:xfrm>
            <a:off x="4347153" y="1572202"/>
            <a:ext cx="377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A=B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5" name="Rectangle 188"/>
          <p:cNvSpPr>
            <a:spLocks noChangeArrowheads="1"/>
          </p:cNvSpPr>
          <p:nvPr/>
        </p:nvSpPr>
        <p:spPr bwMode="auto">
          <a:xfrm>
            <a:off x="4377316" y="2234190"/>
            <a:ext cx="377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A&lt;B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" name="Line 190"/>
          <p:cNvSpPr>
            <a:spLocks noChangeShapeType="1"/>
          </p:cNvSpPr>
          <p:nvPr/>
        </p:nvSpPr>
        <p:spPr bwMode="auto">
          <a:xfrm>
            <a:off x="3902653" y="4220152"/>
            <a:ext cx="1703388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" name="Rectangle 192"/>
          <p:cNvSpPr>
            <a:spLocks noChangeArrowheads="1"/>
          </p:cNvSpPr>
          <p:nvPr/>
        </p:nvSpPr>
        <p:spPr bwMode="auto">
          <a:xfrm>
            <a:off x="1186441" y="1565852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8" name="Rectangle 193"/>
          <p:cNvSpPr>
            <a:spLocks noChangeArrowheads="1"/>
          </p:cNvSpPr>
          <p:nvPr/>
        </p:nvSpPr>
        <p:spPr bwMode="auto">
          <a:xfrm>
            <a:off x="1186441" y="1788102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" name="Rectangle 194"/>
          <p:cNvSpPr>
            <a:spLocks noChangeArrowheads="1"/>
          </p:cNvSpPr>
          <p:nvPr/>
        </p:nvSpPr>
        <p:spPr bwMode="auto">
          <a:xfrm>
            <a:off x="1186441" y="1988127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" name="Rectangle 192"/>
          <p:cNvSpPr>
            <a:spLocks noChangeArrowheads="1"/>
          </p:cNvSpPr>
          <p:nvPr/>
        </p:nvSpPr>
        <p:spPr bwMode="auto">
          <a:xfrm>
            <a:off x="1192791" y="4534477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" name="Rectangle 193"/>
          <p:cNvSpPr>
            <a:spLocks noChangeArrowheads="1"/>
          </p:cNvSpPr>
          <p:nvPr/>
        </p:nvSpPr>
        <p:spPr bwMode="auto">
          <a:xfrm>
            <a:off x="1192791" y="4756727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" name="Rectangle 194"/>
          <p:cNvSpPr>
            <a:spLocks noChangeArrowheads="1"/>
          </p:cNvSpPr>
          <p:nvPr/>
        </p:nvSpPr>
        <p:spPr bwMode="auto">
          <a:xfrm>
            <a:off x="1192791" y="4956752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" name="Line 190"/>
          <p:cNvSpPr>
            <a:spLocks noChangeShapeType="1"/>
          </p:cNvSpPr>
          <p:nvPr/>
        </p:nvSpPr>
        <p:spPr bwMode="auto">
          <a:xfrm>
            <a:off x="3996316" y="1891290"/>
            <a:ext cx="1295400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4" name="Line 190"/>
          <p:cNvSpPr>
            <a:spLocks noChangeShapeType="1"/>
          </p:cNvSpPr>
          <p:nvPr/>
        </p:nvSpPr>
        <p:spPr bwMode="auto">
          <a:xfrm>
            <a:off x="3974091" y="2545340"/>
            <a:ext cx="935037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5" name="Line 190"/>
          <p:cNvSpPr>
            <a:spLocks noChangeShapeType="1"/>
          </p:cNvSpPr>
          <p:nvPr/>
        </p:nvSpPr>
        <p:spPr bwMode="auto">
          <a:xfrm>
            <a:off x="3902653" y="5556827"/>
            <a:ext cx="1854200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6" name="Line 190"/>
          <p:cNvSpPr>
            <a:spLocks noChangeShapeType="1"/>
          </p:cNvSpPr>
          <p:nvPr/>
        </p:nvSpPr>
        <p:spPr bwMode="auto">
          <a:xfrm>
            <a:off x="3902653" y="4888490"/>
            <a:ext cx="2071688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" name="Line 190"/>
          <p:cNvSpPr>
            <a:spLocks noChangeShapeType="1"/>
          </p:cNvSpPr>
          <p:nvPr/>
        </p:nvSpPr>
        <p:spPr bwMode="auto">
          <a:xfrm>
            <a:off x="3956628" y="1230890"/>
            <a:ext cx="1649413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" name="Line 63"/>
          <p:cNvSpPr>
            <a:spLocks noChangeShapeType="1"/>
          </p:cNvSpPr>
          <p:nvPr/>
        </p:nvSpPr>
        <p:spPr bwMode="auto">
          <a:xfrm flipH="1">
            <a:off x="5606041" y="1753177"/>
            <a:ext cx="1008062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" name="Line 64"/>
          <p:cNvSpPr>
            <a:spLocks noChangeShapeType="1"/>
          </p:cNvSpPr>
          <p:nvPr/>
        </p:nvSpPr>
        <p:spPr bwMode="auto">
          <a:xfrm flipH="1">
            <a:off x="5606041" y="2153227"/>
            <a:ext cx="1008062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0" name="Line 66"/>
          <p:cNvSpPr>
            <a:spLocks noChangeShapeType="1"/>
          </p:cNvSpPr>
          <p:nvPr/>
        </p:nvSpPr>
        <p:spPr bwMode="auto">
          <a:xfrm>
            <a:off x="7434841" y="1953202"/>
            <a:ext cx="280987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1" name="Line 67"/>
          <p:cNvSpPr>
            <a:spLocks noChangeShapeType="1"/>
          </p:cNvSpPr>
          <p:nvPr/>
        </p:nvSpPr>
        <p:spPr bwMode="auto">
          <a:xfrm>
            <a:off x="6614103" y="1653165"/>
            <a:ext cx="0" cy="601662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2" name="Line 68"/>
          <p:cNvSpPr>
            <a:spLocks noChangeShapeType="1"/>
          </p:cNvSpPr>
          <p:nvPr/>
        </p:nvSpPr>
        <p:spPr bwMode="auto">
          <a:xfrm>
            <a:off x="6614103" y="2254827"/>
            <a:ext cx="501650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3" name="Line 69"/>
          <p:cNvSpPr>
            <a:spLocks noChangeShapeType="1"/>
          </p:cNvSpPr>
          <p:nvPr/>
        </p:nvSpPr>
        <p:spPr bwMode="auto">
          <a:xfrm>
            <a:off x="6614103" y="1653165"/>
            <a:ext cx="501650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4" name="Arc 70"/>
          <p:cNvSpPr/>
          <p:nvPr/>
        </p:nvSpPr>
        <p:spPr bwMode="auto">
          <a:xfrm>
            <a:off x="7115753" y="1653165"/>
            <a:ext cx="301625" cy="601662"/>
          </a:xfrm>
          <a:custGeom>
            <a:avLst/>
            <a:gdLst>
              <a:gd name="T0" fmla="*/ 0 w 21600"/>
              <a:gd name="T1" fmla="*/ 0 h 43200"/>
              <a:gd name="T2" fmla="*/ 0 w 21600"/>
              <a:gd name="T3" fmla="*/ 8379578 h 43200"/>
              <a:gd name="T4" fmla="*/ 0 w 21600"/>
              <a:gd name="T5" fmla="*/ 4189796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200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200"/>
                  <a:pt x="0" y="432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2225">
            <a:solidFill>
              <a:srgbClr val="0000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5" name="Rectangle 92"/>
          <p:cNvSpPr>
            <a:spLocks noChangeArrowheads="1"/>
          </p:cNvSpPr>
          <p:nvPr/>
        </p:nvSpPr>
        <p:spPr bwMode="auto">
          <a:xfrm>
            <a:off x="7896803" y="1773815"/>
            <a:ext cx="24130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6" name="Rectangle 167"/>
          <p:cNvSpPr>
            <a:spLocks noChangeArrowheads="1"/>
          </p:cNvSpPr>
          <p:nvPr/>
        </p:nvSpPr>
        <p:spPr bwMode="auto">
          <a:xfrm>
            <a:off x="3680403" y="3777240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" name="Rectangle 186"/>
          <p:cNvSpPr>
            <a:spLocks noChangeArrowheads="1"/>
          </p:cNvSpPr>
          <p:nvPr/>
        </p:nvSpPr>
        <p:spPr bwMode="auto">
          <a:xfrm>
            <a:off x="3826453" y="3821690"/>
            <a:ext cx="39846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A&gt;</a:t>
            </a: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" name="Rectangle 168"/>
          <p:cNvSpPr>
            <a:spLocks noChangeArrowheads="1"/>
          </p:cNvSpPr>
          <p:nvPr/>
        </p:nvSpPr>
        <p:spPr bwMode="auto">
          <a:xfrm>
            <a:off x="3737553" y="4463040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9" name="Rectangle 187"/>
          <p:cNvSpPr>
            <a:spLocks noChangeArrowheads="1"/>
          </p:cNvSpPr>
          <p:nvPr/>
        </p:nvSpPr>
        <p:spPr bwMode="auto">
          <a:xfrm>
            <a:off x="3882016" y="4507490"/>
            <a:ext cx="39846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A=</a:t>
            </a: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0" name="Rectangle 169"/>
          <p:cNvSpPr>
            <a:spLocks noChangeArrowheads="1"/>
          </p:cNvSpPr>
          <p:nvPr/>
        </p:nvSpPr>
        <p:spPr bwMode="auto">
          <a:xfrm>
            <a:off x="3759778" y="5107565"/>
            <a:ext cx="1555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9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1" name="Rectangle 188"/>
          <p:cNvSpPr>
            <a:spLocks noChangeArrowheads="1"/>
          </p:cNvSpPr>
          <p:nvPr/>
        </p:nvSpPr>
        <p:spPr bwMode="auto">
          <a:xfrm>
            <a:off x="3904241" y="5152015"/>
            <a:ext cx="39846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A&lt;</a:t>
            </a: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2" name="Line 190"/>
          <p:cNvSpPr>
            <a:spLocks noChangeShapeType="1"/>
          </p:cNvSpPr>
          <p:nvPr/>
        </p:nvSpPr>
        <p:spPr bwMode="auto">
          <a:xfrm rot="5400000">
            <a:off x="5329022" y="1507909"/>
            <a:ext cx="554037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3" name="Line 190"/>
          <p:cNvSpPr>
            <a:spLocks noChangeShapeType="1"/>
          </p:cNvSpPr>
          <p:nvPr/>
        </p:nvSpPr>
        <p:spPr bwMode="auto">
          <a:xfrm rot="5400000">
            <a:off x="4572578" y="3186690"/>
            <a:ext cx="2066925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4" name="Line 190"/>
          <p:cNvSpPr>
            <a:spLocks noChangeShapeType="1"/>
          </p:cNvSpPr>
          <p:nvPr/>
        </p:nvSpPr>
        <p:spPr bwMode="auto">
          <a:xfrm rot="5400000">
            <a:off x="3604997" y="3846296"/>
            <a:ext cx="2624138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5" name="Line 190"/>
          <p:cNvSpPr>
            <a:spLocks noChangeShapeType="1"/>
          </p:cNvSpPr>
          <p:nvPr/>
        </p:nvSpPr>
        <p:spPr bwMode="auto">
          <a:xfrm rot="5400000">
            <a:off x="4623378" y="2559628"/>
            <a:ext cx="1336675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" name="Line 63"/>
          <p:cNvSpPr>
            <a:spLocks noChangeShapeType="1"/>
          </p:cNvSpPr>
          <p:nvPr/>
        </p:nvSpPr>
        <p:spPr bwMode="auto">
          <a:xfrm flipH="1">
            <a:off x="5728278" y="5152015"/>
            <a:ext cx="1008063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" name="Line 64"/>
          <p:cNvSpPr>
            <a:spLocks noChangeShapeType="1"/>
          </p:cNvSpPr>
          <p:nvPr/>
        </p:nvSpPr>
        <p:spPr bwMode="auto">
          <a:xfrm flipH="1">
            <a:off x="5728278" y="5552065"/>
            <a:ext cx="1008063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" name="Line 66"/>
          <p:cNvSpPr>
            <a:spLocks noChangeShapeType="1"/>
          </p:cNvSpPr>
          <p:nvPr/>
        </p:nvSpPr>
        <p:spPr bwMode="auto">
          <a:xfrm>
            <a:off x="7557078" y="5352040"/>
            <a:ext cx="2809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9" name="Line 67"/>
          <p:cNvSpPr>
            <a:spLocks noChangeShapeType="1"/>
          </p:cNvSpPr>
          <p:nvPr/>
        </p:nvSpPr>
        <p:spPr bwMode="auto">
          <a:xfrm>
            <a:off x="6736341" y="5052002"/>
            <a:ext cx="0" cy="601663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0" name="Line 68"/>
          <p:cNvSpPr>
            <a:spLocks noChangeShapeType="1"/>
          </p:cNvSpPr>
          <p:nvPr/>
        </p:nvSpPr>
        <p:spPr bwMode="auto">
          <a:xfrm>
            <a:off x="6736341" y="5653665"/>
            <a:ext cx="501650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1" name="Line 69"/>
          <p:cNvSpPr>
            <a:spLocks noChangeShapeType="1"/>
          </p:cNvSpPr>
          <p:nvPr/>
        </p:nvSpPr>
        <p:spPr bwMode="auto">
          <a:xfrm>
            <a:off x="6736341" y="5052002"/>
            <a:ext cx="501650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2" name="Arc 70"/>
          <p:cNvSpPr/>
          <p:nvPr/>
        </p:nvSpPr>
        <p:spPr bwMode="auto">
          <a:xfrm>
            <a:off x="7237991" y="5052002"/>
            <a:ext cx="301625" cy="601663"/>
          </a:xfrm>
          <a:custGeom>
            <a:avLst/>
            <a:gdLst>
              <a:gd name="T0" fmla="*/ 0 w 21600"/>
              <a:gd name="T1" fmla="*/ 0 h 43200"/>
              <a:gd name="T2" fmla="*/ 0 w 21600"/>
              <a:gd name="T3" fmla="*/ 8379592 h 43200"/>
              <a:gd name="T4" fmla="*/ 0 w 21600"/>
              <a:gd name="T5" fmla="*/ 4189803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200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200"/>
                  <a:pt x="0" y="432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2225">
            <a:solidFill>
              <a:srgbClr val="0000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3" name="Rectangle 92"/>
          <p:cNvSpPr>
            <a:spLocks noChangeArrowheads="1"/>
          </p:cNvSpPr>
          <p:nvPr/>
        </p:nvSpPr>
        <p:spPr bwMode="auto">
          <a:xfrm>
            <a:off x="7931728" y="5172652"/>
            <a:ext cx="2413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4" name="Line 190"/>
          <p:cNvSpPr>
            <a:spLocks noChangeShapeType="1"/>
          </p:cNvSpPr>
          <p:nvPr/>
        </p:nvSpPr>
        <p:spPr bwMode="auto">
          <a:xfrm rot="5400000">
            <a:off x="5358391" y="4275715"/>
            <a:ext cx="1231900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5" name="Line 190"/>
          <p:cNvSpPr>
            <a:spLocks noChangeShapeType="1"/>
          </p:cNvSpPr>
          <p:nvPr/>
        </p:nvSpPr>
        <p:spPr bwMode="auto">
          <a:xfrm>
            <a:off x="5291716" y="3251777"/>
            <a:ext cx="706437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6" name="Line 190"/>
          <p:cNvSpPr>
            <a:spLocks noChangeShapeType="1"/>
          </p:cNvSpPr>
          <p:nvPr/>
        </p:nvSpPr>
        <p:spPr bwMode="auto">
          <a:xfrm>
            <a:off x="4931353" y="5152015"/>
            <a:ext cx="825500" cy="0"/>
          </a:xfrm>
          <a:prstGeom prst="line">
            <a:avLst/>
          </a:prstGeom>
          <a:noFill/>
          <a:ln w="22225">
            <a:solidFill>
              <a:srgbClr val="0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7" name="Line 63"/>
          <p:cNvSpPr>
            <a:spLocks noChangeShapeType="1"/>
          </p:cNvSpPr>
          <p:nvPr/>
        </p:nvSpPr>
        <p:spPr bwMode="auto">
          <a:xfrm flipH="1">
            <a:off x="5655253" y="3251777"/>
            <a:ext cx="1008063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" name="Line 64"/>
          <p:cNvSpPr>
            <a:spLocks noChangeShapeType="1"/>
          </p:cNvSpPr>
          <p:nvPr/>
        </p:nvSpPr>
        <p:spPr bwMode="auto">
          <a:xfrm flipH="1">
            <a:off x="5974341" y="3651827"/>
            <a:ext cx="688975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9" name="Line 66"/>
          <p:cNvSpPr>
            <a:spLocks noChangeShapeType="1"/>
          </p:cNvSpPr>
          <p:nvPr/>
        </p:nvSpPr>
        <p:spPr bwMode="auto">
          <a:xfrm>
            <a:off x="7484053" y="3451802"/>
            <a:ext cx="2809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0" name="Line 67"/>
          <p:cNvSpPr>
            <a:spLocks noChangeShapeType="1"/>
          </p:cNvSpPr>
          <p:nvPr/>
        </p:nvSpPr>
        <p:spPr bwMode="auto">
          <a:xfrm>
            <a:off x="6663316" y="3151765"/>
            <a:ext cx="0" cy="601662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1" name="Line 68"/>
          <p:cNvSpPr>
            <a:spLocks noChangeShapeType="1"/>
          </p:cNvSpPr>
          <p:nvPr/>
        </p:nvSpPr>
        <p:spPr bwMode="auto">
          <a:xfrm>
            <a:off x="6663316" y="3753427"/>
            <a:ext cx="501650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2" name="Line 69"/>
          <p:cNvSpPr>
            <a:spLocks noChangeShapeType="1"/>
          </p:cNvSpPr>
          <p:nvPr/>
        </p:nvSpPr>
        <p:spPr bwMode="auto">
          <a:xfrm>
            <a:off x="6663316" y="3151765"/>
            <a:ext cx="501650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3" name="Arc 70"/>
          <p:cNvSpPr/>
          <p:nvPr/>
        </p:nvSpPr>
        <p:spPr bwMode="auto">
          <a:xfrm>
            <a:off x="7164966" y="3151765"/>
            <a:ext cx="301625" cy="601662"/>
          </a:xfrm>
          <a:custGeom>
            <a:avLst/>
            <a:gdLst>
              <a:gd name="T0" fmla="*/ 0 w 21600"/>
              <a:gd name="T1" fmla="*/ 0 h 43200"/>
              <a:gd name="T2" fmla="*/ 0 w 21600"/>
              <a:gd name="T3" fmla="*/ 8379578 h 43200"/>
              <a:gd name="T4" fmla="*/ 0 w 21600"/>
              <a:gd name="T5" fmla="*/ 4189796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200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200"/>
                  <a:pt x="0" y="432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2225">
            <a:solidFill>
              <a:srgbClr val="0000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aseline="50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4" name="Rectangle 92"/>
          <p:cNvSpPr>
            <a:spLocks noChangeArrowheads="1"/>
          </p:cNvSpPr>
          <p:nvPr/>
        </p:nvSpPr>
        <p:spPr bwMode="auto">
          <a:xfrm>
            <a:off x="7946016" y="3272415"/>
            <a:ext cx="24130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5" name="Rectangle 188"/>
          <p:cNvSpPr>
            <a:spLocks noChangeArrowheads="1"/>
          </p:cNvSpPr>
          <p:nvPr/>
        </p:nvSpPr>
        <p:spPr bwMode="auto">
          <a:xfrm>
            <a:off x="8085716" y="1956377"/>
            <a:ext cx="6238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AMAX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6" name="Rectangle 188"/>
          <p:cNvSpPr>
            <a:spLocks noChangeArrowheads="1"/>
          </p:cNvSpPr>
          <p:nvPr/>
        </p:nvSpPr>
        <p:spPr bwMode="auto">
          <a:xfrm>
            <a:off x="8195253" y="5285365"/>
            <a:ext cx="5461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AMIN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7" name="Rectangle 188"/>
          <p:cNvSpPr>
            <a:spLocks noChangeArrowheads="1"/>
          </p:cNvSpPr>
          <p:nvPr/>
        </p:nvSpPr>
        <p:spPr bwMode="auto">
          <a:xfrm>
            <a:off x="8163503" y="3413702"/>
            <a:ext cx="4206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EQU</a:t>
            </a:r>
            <a:endParaRPr kumimoji="1" lang="zh-CN" altLang="zh-CN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dirty="0"/>
              <a:t>第</a:t>
            </a:r>
            <a:r>
              <a:rPr lang="en-US" altLang="zh-CN" sz="6000" dirty="0"/>
              <a:t>4</a:t>
            </a:r>
            <a:r>
              <a:rPr lang="zh-CN" altLang="en-US" sz="6000" dirty="0"/>
              <a:t>章 习题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86603" y="381000"/>
            <a:ext cx="11573301" cy="520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71525" indent="-7715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4.1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基本触发器的逻辑符号与输入波形如图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P4.1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所示。试作出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的波形。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9101099" y="499326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5" name="Group 5"/>
          <p:cNvGrpSpPr/>
          <p:nvPr/>
        </p:nvGrpSpPr>
        <p:grpSpPr bwMode="auto">
          <a:xfrm>
            <a:off x="1565213" y="1631852"/>
            <a:ext cx="5943600" cy="3352800"/>
            <a:chOff x="1152" y="1152"/>
            <a:chExt cx="3744" cy="2112"/>
          </a:xfrm>
        </p:grpSpPr>
        <p:sp>
          <p:nvSpPr>
            <p:cNvPr id="246" name="Line 6"/>
            <p:cNvSpPr>
              <a:spLocks noChangeShapeType="1"/>
            </p:cNvSpPr>
            <p:nvPr/>
          </p:nvSpPr>
          <p:spPr bwMode="auto">
            <a:xfrm>
              <a:off x="1152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7" name="Line 7"/>
            <p:cNvSpPr>
              <a:spLocks noChangeShapeType="1"/>
            </p:cNvSpPr>
            <p:nvPr/>
          </p:nvSpPr>
          <p:spPr bwMode="auto">
            <a:xfrm>
              <a:off x="1440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8" name="Line 8"/>
            <p:cNvSpPr>
              <a:spLocks noChangeShapeType="1"/>
            </p:cNvSpPr>
            <p:nvPr/>
          </p:nvSpPr>
          <p:spPr bwMode="auto">
            <a:xfrm>
              <a:off x="1728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9" name="Line 9"/>
            <p:cNvSpPr>
              <a:spLocks noChangeShapeType="1"/>
            </p:cNvSpPr>
            <p:nvPr/>
          </p:nvSpPr>
          <p:spPr bwMode="auto">
            <a:xfrm>
              <a:off x="2016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0" name="Line 10"/>
            <p:cNvSpPr>
              <a:spLocks noChangeShapeType="1"/>
            </p:cNvSpPr>
            <p:nvPr/>
          </p:nvSpPr>
          <p:spPr bwMode="auto">
            <a:xfrm>
              <a:off x="2880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1" name="Line 11"/>
            <p:cNvSpPr>
              <a:spLocks noChangeShapeType="1"/>
            </p:cNvSpPr>
            <p:nvPr/>
          </p:nvSpPr>
          <p:spPr bwMode="auto">
            <a:xfrm>
              <a:off x="3168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2" name="Line 12"/>
            <p:cNvSpPr>
              <a:spLocks noChangeShapeType="1"/>
            </p:cNvSpPr>
            <p:nvPr/>
          </p:nvSpPr>
          <p:spPr bwMode="auto">
            <a:xfrm>
              <a:off x="3456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3" name="Line 13"/>
            <p:cNvSpPr>
              <a:spLocks noChangeShapeType="1"/>
            </p:cNvSpPr>
            <p:nvPr/>
          </p:nvSpPr>
          <p:spPr bwMode="auto">
            <a:xfrm>
              <a:off x="4032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4" name="Line 14"/>
            <p:cNvSpPr>
              <a:spLocks noChangeShapeType="1"/>
            </p:cNvSpPr>
            <p:nvPr/>
          </p:nvSpPr>
          <p:spPr bwMode="auto">
            <a:xfrm>
              <a:off x="4320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5" name="Line 15"/>
            <p:cNvSpPr>
              <a:spLocks noChangeShapeType="1"/>
            </p:cNvSpPr>
            <p:nvPr/>
          </p:nvSpPr>
          <p:spPr bwMode="auto">
            <a:xfrm>
              <a:off x="4608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" name="Line 16"/>
            <p:cNvSpPr>
              <a:spLocks noChangeShapeType="1"/>
            </p:cNvSpPr>
            <p:nvPr/>
          </p:nvSpPr>
          <p:spPr bwMode="auto">
            <a:xfrm>
              <a:off x="4896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7" name="Line 17"/>
            <p:cNvSpPr>
              <a:spLocks noChangeShapeType="1"/>
            </p:cNvSpPr>
            <p:nvPr/>
          </p:nvSpPr>
          <p:spPr bwMode="auto">
            <a:xfrm>
              <a:off x="3744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8" name="Line 18"/>
            <p:cNvSpPr>
              <a:spLocks noChangeShapeType="1"/>
            </p:cNvSpPr>
            <p:nvPr/>
          </p:nvSpPr>
          <p:spPr bwMode="auto">
            <a:xfrm>
              <a:off x="2304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9" name="Line 19"/>
            <p:cNvSpPr>
              <a:spLocks noChangeShapeType="1"/>
            </p:cNvSpPr>
            <p:nvPr/>
          </p:nvSpPr>
          <p:spPr bwMode="auto">
            <a:xfrm>
              <a:off x="2592" y="1152"/>
              <a:ext cx="0" cy="2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0" name="Group 20"/>
          <p:cNvGrpSpPr/>
          <p:nvPr/>
        </p:nvGrpSpPr>
        <p:grpSpPr bwMode="auto">
          <a:xfrm>
            <a:off x="566676" y="1593752"/>
            <a:ext cx="7407275" cy="596900"/>
            <a:chOff x="523" y="1128"/>
            <a:chExt cx="4666" cy="376"/>
          </a:xfrm>
        </p:grpSpPr>
        <p:grpSp>
          <p:nvGrpSpPr>
            <p:cNvPr id="261" name="Group 21"/>
            <p:cNvGrpSpPr/>
            <p:nvPr/>
          </p:nvGrpSpPr>
          <p:grpSpPr bwMode="auto">
            <a:xfrm>
              <a:off x="523" y="1128"/>
              <a:ext cx="389" cy="376"/>
              <a:chOff x="859" y="1107"/>
              <a:chExt cx="389" cy="376"/>
            </a:xfrm>
          </p:grpSpPr>
          <p:sp>
            <p:nvSpPr>
              <p:cNvPr id="281" name="Text Box 22"/>
              <p:cNvSpPr txBox="1">
                <a:spLocks noChangeArrowheads="1"/>
              </p:cNvSpPr>
              <p:nvPr/>
            </p:nvSpPr>
            <p:spPr bwMode="auto">
              <a:xfrm>
                <a:off x="859" y="1107"/>
                <a:ext cx="389" cy="3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kumimoji="0" lang="en-US" altLang="zh-CN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2" name="Line 23"/>
              <p:cNvSpPr>
                <a:spLocks noChangeShapeType="1"/>
              </p:cNvSpPr>
              <p:nvPr/>
            </p:nvSpPr>
            <p:spPr bwMode="auto">
              <a:xfrm>
                <a:off x="912" y="1200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2" name="Line 24"/>
            <p:cNvSpPr>
              <a:spLocks noChangeShapeType="1"/>
            </p:cNvSpPr>
            <p:nvPr/>
          </p:nvSpPr>
          <p:spPr bwMode="auto">
            <a:xfrm flipV="1">
              <a:off x="864" y="1152"/>
              <a:ext cx="5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3" name="Line 25"/>
            <p:cNvSpPr>
              <a:spLocks noChangeShapeType="1"/>
            </p:cNvSpPr>
            <p:nvPr/>
          </p:nvSpPr>
          <p:spPr bwMode="auto">
            <a:xfrm>
              <a:off x="1440" y="1152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4" name="Line 26"/>
            <p:cNvSpPr>
              <a:spLocks noChangeShapeType="1"/>
            </p:cNvSpPr>
            <p:nvPr/>
          </p:nvSpPr>
          <p:spPr bwMode="auto">
            <a:xfrm>
              <a:off x="1445" y="1488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5" name="Line 27"/>
            <p:cNvSpPr>
              <a:spLocks noChangeShapeType="1"/>
            </p:cNvSpPr>
            <p:nvPr/>
          </p:nvSpPr>
          <p:spPr bwMode="auto">
            <a:xfrm flipV="1">
              <a:off x="1728" y="1152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" name="Line 28"/>
            <p:cNvSpPr>
              <a:spLocks noChangeShapeType="1"/>
            </p:cNvSpPr>
            <p:nvPr/>
          </p:nvSpPr>
          <p:spPr bwMode="auto">
            <a:xfrm>
              <a:off x="1733" y="1152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" name="Line 29"/>
            <p:cNvSpPr>
              <a:spLocks noChangeShapeType="1"/>
            </p:cNvSpPr>
            <p:nvPr/>
          </p:nvSpPr>
          <p:spPr bwMode="auto">
            <a:xfrm>
              <a:off x="2016" y="1152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" name="Line 30"/>
            <p:cNvSpPr>
              <a:spLocks noChangeShapeType="1"/>
            </p:cNvSpPr>
            <p:nvPr/>
          </p:nvSpPr>
          <p:spPr bwMode="auto">
            <a:xfrm>
              <a:off x="2021" y="1488"/>
              <a:ext cx="86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9" name="Line 31"/>
            <p:cNvSpPr>
              <a:spLocks noChangeShapeType="1"/>
            </p:cNvSpPr>
            <p:nvPr/>
          </p:nvSpPr>
          <p:spPr bwMode="auto">
            <a:xfrm flipV="1">
              <a:off x="2880" y="1152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0" name="Line 32"/>
            <p:cNvSpPr>
              <a:spLocks noChangeShapeType="1"/>
            </p:cNvSpPr>
            <p:nvPr/>
          </p:nvSpPr>
          <p:spPr bwMode="auto">
            <a:xfrm>
              <a:off x="2885" y="1152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1" name="Line 33"/>
            <p:cNvSpPr>
              <a:spLocks noChangeShapeType="1"/>
            </p:cNvSpPr>
            <p:nvPr/>
          </p:nvSpPr>
          <p:spPr bwMode="auto">
            <a:xfrm>
              <a:off x="3168" y="1152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2" name="Line 34"/>
            <p:cNvSpPr>
              <a:spLocks noChangeShapeType="1"/>
            </p:cNvSpPr>
            <p:nvPr/>
          </p:nvSpPr>
          <p:spPr bwMode="auto">
            <a:xfrm>
              <a:off x="3173" y="1488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3" name="Line 35"/>
            <p:cNvSpPr>
              <a:spLocks noChangeShapeType="1"/>
            </p:cNvSpPr>
            <p:nvPr/>
          </p:nvSpPr>
          <p:spPr bwMode="auto">
            <a:xfrm flipV="1">
              <a:off x="3456" y="1152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4" name="Line 36"/>
            <p:cNvSpPr>
              <a:spLocks noChangeShapeType="1"/>
            </p:cNvSpPr>
            <p:nvPr/>
          </p:nvSpPr>
          <p:spPr bwMode="auto">
            <a:xfrm>
              <a:off x="3461" y="1152"/>
              <a:ext cx="5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5" name="Line 37"/>
            <p:cNvSpPr>
              <a:spLocks noChangeShapeType="1"/>
            </p:cNvSpPr>
            <p:nvPr/>
          </p:nvSpPr>
          <p:spPr bwMode="auto">
            <a:xfrm>
              <a:off x="4032" y="1152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" name="Line 38"/>
            <p:cNvSpPr>
              <a:spLocks noChangeShapeType="1"/>
            </p:cNvSpPr>
            <p:nvPr/>
          </p:nvSpPr>
          <p:spPr bwMode="auto">
            <a:xfrm>
              <a:off x="4037" y="1488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" name="Line 39"/>
            <p:cNvSpPr>
              <a:spLocks noChangeShapeType="1"/>
            </p:cNvSpPr>
            <p:nvPr/>
          </p:nvSpPr>
          <p:spPr bwMode="auto">
            <a:xfrm flipV="1">
              <a:off x="4320" y="1152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8" name="Line 40"/>
            <p:cNvSpPr>
              <a:spLocks noChangeShapeType="1"/>
            </p:cNvSpPr>
            <p:nvPr/>
          </p:nvSpPr>
          <p:spPr bwMode="auto">
            <a:xfrm>
              <a:off x="4325" y="1152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9" name="Line 41"/>
            <p:cNvSpPr>
              <a:spLocks noChangeShapeType="1"/>
            </p:cNvSpPr>
            <p:nvPr/>
          </p:nvSpPr>
          <p:spPr bwMode="auto">
            <a:xfrm>
              <a:off x="4608" y="1152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0" name="Line 42"/>
            <p:cNvSpPr>
              <a:spLocks noChangeShapeType="1"/>
            </p:cNvSpPr>
            <p:nvPr/>
          </p:nvSpPr>
          <p:spPr bwMode="auto">
            <a:xfrm>
              <a:off x="4613" y="1488"/>
              <a:ext cx="5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3" name="Group 43"/>
          <p:cNvGrpSpPr/>
          <p:nvPr/>
        </p:nvGrpSpPr>
        <p:grpSpPr bwMode="auto">
          <a:xfrm>
            <a:off x="574613" y="2393852"/>
            <a:ext cx="7391400" cy="685800"/>
            <a:chOff x="528" y="1632"/>
            <a:chExt cx="4656" cy="432"/>
          </a:xfrm>
        </p:grpSpPr>
        <p:sp>
          <p:nvSpPr>
            <p:cNvPr id="284" name="Line 44"/>
            <p:cNvSpPr>
              <a:spLocks noChangeShapeType="1"/>
            </p:cNvSpPr>
            <p:nvPr/>
          </p:nvSpPr>
          <p:spPr bwMode="auto">
            <a:xfrm>
              <a:off x="864" y="2064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5" name="Line 45"/>
            <p:cNvSpPr>
              <a:spLocks noChangeShapeType="1"/>
            </p:cNvSpPr>
            <p:nvPr/>
          </p:nvSpPr>
          <p:spPr bwMode="auto">
            <a:xfrm>
              <a:off x="1152" y="1728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" name="Line 46"/>
            <p:cNvSpPr>
              <a:spLocks noChangeShapeType="1"/>
            </p:cNvSpPr>
            <p:nvPr/>
          </p:nvSpPr>
          <p:spPr bwMode="auto">
            <a:xfrm>
              <a:off x="1152" y="1728"/>
              <a:ext cx="86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" name="Line 47"/>
            <p:cNvSpPr>
              <a:spLocks noChangeShapeType="1"/>
            </p:cNvSpPr>
            <p:nvPr/>
          </p:nvSpPr>
          <p:spPr bwMode="auto">
            <a:xfrm>
              <a:off x="2016" y="1728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8" name="Line 48"/>
            <p:cNvSpPr>
              <a:spLocks noChangeShapeType="1"/>
            </p:cNvSpPr>
            <p:nvPr/>
          </p:nvSpPr>
          <p:spPr bwMode="auto">
            <a:xfrm>
              <a:off x="2016" y="2064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9" name="Line 49"/>
            <p:cNvSpPr>
              <a:spLocks noChangeShapeType="1"/>
            </p:cNvSpPr>
            <p:nvPr/>
          </p:nvSpPr>
          <p:spPr bwMode="auto">
            <a:xfrm>
              <a:off x="2304" y="1728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0" name="Line 50"/>
            <p:cNvSpPr>
              <a:spLocks noChangeShapeType="1"/>
            </p:cNvSpPr>
            <p:nvPr/>
          </p:nvSpPr>
          <p:spPr bwMode="auto">
            <a:xfrm>
              <a:off x="2304" y="1728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1" name="Line 51"/>
            <p:cNvSpPr>
              <a:spLocks noChangeShapeType="1"/>
            </p:cNvSpPr>
            <p:nvPr/>
          </p:nvSpPr>
          <p:spPr bwMode="auto">
            <a:xfrm>
              <a:off x="2592" y="1728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2" name="Line 52"/>
            <p:cNvSpPr>
              <a:spLocks noChangeShapeType="1"/>
            </p:cNvSpPr>
            <p:nvPr/>
          </p:nvSpPr>
          <p:spPr bwMode="auto">
            <a:xfrm>
              <a:off x="2592" y="2064"/>
              <a:ext cx="86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3" name="Line 53"/>
            <p:cNvSpPr>
              <a:spLocks noChangeShapeType="1"/>
            </p:cNvSpPr>
            <p:nvPr/>
          </p:nvSpPr>
          <p:spPr bwMode="auto">
            <a:xfrm>
              <a:off x="3456" y="1728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4" name="Line 54"/>
            <p:cNvSpPr>
              <a:spLocks noChangeShapeType="1"/>
            </p:cNvSpPr>
            <p:nvPr/>
          </p:nvSpPr>
          <p:spPr bwMode="auto">
            <a:xfrm>
              <a:off x="3456" y="1728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5" name="Line 55"/>
            <p:cNvSpPr>
              <a:spLocks noChangeShapeType="1"/>
            </p:cNvSpPr>
            <p:nvPr/>
          </p:nvSpPr>
          <p:spPr bwMode="auto">
            <a:xfrm>
              <a:off x="3744" y="1728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6" name="Line 56"/>
            <p:cNvSpPr>
              <a:spLocks noChangeShapeType="1"/>
            </p:cNvSpPr>
            <p:nvPr/>
          </p:nvSpPr>
          <p:spPr bwMode="auto">
            <a:xfrm>
              <a:off x="3744" y="2064"/>
              <a:ext cx="5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" name="Line 57"/>
            <p:cNvSpPr>
              <a:spLocks noChangeShapeType="1"/>
            </p:cNvSpPr>
            <p:nvPr/>
          </p:nvSpPr>
          <p:spPr bwMode="auto">
            <a:xfrm>
              <a:off x="4320" y="1728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8" name="Line 58"/>
            <p:cNvSpPr>
              <a:spLocks noChangeShapeType="1"/>
            </p:cNvSpPr>
            <p:nvPr/>
          </p:nvSpPr>
          <p:spPr bwMode="auto">
            <a:xfrm>
              <a:off x="4320" y="1728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9" name="Line 59"/>
            <p:cNvSpPr>
              <a:spLocks noChangeShapeType="1"/>
            </p:cNvSpPr>
            <p:nvPr/>
          </p:nvSpPr>
          <p:spPr bwMode="auto">
            <a:xfrm>
              <a:off x="4608" y="1728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0" name="Line 60"/>
            <p:cNvSpPr>
              <a:spLocks noChangeShapeType="1"/>
            </p:cNvSpPr>
            <p:nvPr/>
          </p:nvSpPr>
          <p:spPr bwMode="auto">
            <a:xfrm>
              <a:off x="4608" y="2064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1" name="Line 61"/>
            <p:cNvSpPr>
              <a:spLocks noChangeShapeType="1"/>
            </p:cNvSpPr>
            <p:nvPr/>
          </p:nvSpPr>
          <p:spPr bwMode="auto">
            <a:xfrm>
              <a:off x="4896" y="1728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2" name="Line 62"/>
            <p:cNvSpPr>
              <a:spLocks noChangeShapeType="1"/>
            </p:cNvSpPr>
            <p:nvPr/>
          </p:nvSpPr>
          <p:spPr bwMode="auto">
            <a:xfrm>
              <a:off x="4896" y="1728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3" name="Group 63"/>
            <p:cNvGrpSpPr/>
            <p:nvPr/>
          </p:nvGrpSpPr>
          <p:grpSpPr bwMode="auto">
            <a:xfrm>
              <a:off x="528" y="1632"/>
              <a:ext cx="389" cy="376"/>
              <a:chOff x="859" y="1107"/>
              <a:chExt cx="389" cy="376"/>
            </a:xfrm>
          </p:grpSpPr>
          <p:sp>
            <p:nvSpPr>
              <p:cNvPr id="304" name="Text Box 64"/>
              <p:cNvSpPr txBox="1">
                <a:spLocks noChangeArrowheads="1"/>
              </p:cNvSpPr>
              <p:nvPr/>
            </p:nvSpPr>
            <p:spPr bwMode="auto">
              <a:xfrm>
                <a:off x="859" y="1107"/>
                <a:ext cx="389" cy="3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kumimoji="0" lang="en-US" altLang="zh-CN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5" name="Line 65"/>
              <p:cNvSpPr>
                <a:spLocks noChangeShapeType="1"/>
              </p:cNvSpPr>
              <p:nvPr/>
            </p:nvSpPr>
            <p:spPr bwMode="auto">
              <a:xfrm>
                <a:off x="912" y="1200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06" name="Text Box 66"/>
          <p:cNvSpPr txBox="1">
            <a:spLocks noChangeArrowheads="1"/>
          </p:cNvSpPr>
          <p:nvPr/>
        </p:nvSpPr>
        <p:spPr bwMode="auto">
          <a:xfrm>
            <a:off x="642876" y="3384452"/>
            <a:ext cx="617537" cy="596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endParaRPr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" name="Line 67"/>
          <p:cNvSpPr>
            <a:spLocks noChangeShapeType="1"/>
          </p:cNvSpPr>
          <p:nvPr/>
        </p:nvSpPr>
        <p:spPr bwMode="auto">
          <a:xfrm>
            <a:off x="1108013" y="3994052"/>
            <a:ext cx="4476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8" name="Line 69"/>
          <p:cNvSpPr>
            <a:spLocks noChangeShapeType="1"/>
          </p:cNvSpPr>
          <p:nvPr/>
        </p:nvSpPr>
        <p:spPr bwMode="auto">
          <a:xfrm>
            <a:off x="2022413" y="3460652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" name="Line 70"/>
          <p:cNvSpPr>
            <a:spLocks noChangeShapeType="1"/>
          </p:cNvSpPr>
          <p:nvPr/>
        </p:nvSpPr>
        <p:spPr bwMode="auto">
          <a:xfrm>
            <a:off x="2022413" y="3460652"/>
            <a:ext cx="466725" cy="95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10" name="Group 71"/>
          <p:cNvGrpSpPr/>
          <p:nvPr/>
        </p:nvGrpSpPr>
        <p:grpSpPr bwMode="auto">
          <a:xfrm>
            <a:off x="4308413" y="3460652"/>
            <a:ext cx="457200" cy="533400"/>
            <a:chOff x="2880" y="2304"/>
            <a:chExt cx="288" cy="336"/>
          </a:xfrm>
        </p:grpSpPr>
        <p:sp>
          <p:nvSpPr>
            <p:cNvPr id="311" name="Line 72"/>
            <p:cNvSpPr>
              <a:spLocks noChangeShapeType="1"/>
            </p:cNvSpPr>
            <p:nvPr/>
          </p:nvSpPr>
          <p:spPr bwMode="auto">
            <a:xfrm>
              <a:off x="2880" y="230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2" name="Line 73"/>
            <p:cNvSpPr>
              <a:spLocks noChangeShapeType="1"/>
            </p:cNvSpPr>
            <p:nvPr/>
          </p:nvSpPr>
          <p:spPr bwMode="auto">
            <a:xfrm>
              <a:off x="2880" y="2640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3" name="Group 74"/>
          <p:cNvGrpSpPr/>
          <p:nvPr/>
        </p:nvGrpSpPr>
        <p:grpSpPr bwMode="auto">
          <a:xfrm>
            <a:off x="4765613" y="3460652"/>
            <a:ext cx="457200" cy="533400"/>
            <a:chOff x="3168" y="2304"/>
            <a:chExt cx="288" cy="336"/>
          </a:xfrm>
        </p:grpSpPr>
        <p:sp>
          <p:nvSpPr>
            <p:cNvPr id="314" name="Line 75"/>
            <p:cNvSpPr>
              <a:spLocks noChangeShapeType="1"/>
            </p:cNvSpPr>
            <p:nvPr/>
          </p:nvSpPr>
          <p:spPr bwMode="auto">
            <a:xfrm>
              <a:off x="3168" y="230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5" name="Line 76"/>
            <p:cNvSpPr>
              <a:spLocks noChangeShapeType="1"/>
            </p:cNvSpPr>
            <p:nvPr/>
          </p:nvSpPr>
          <p:spPr bwMode="auto">
            <a:xfrm>
              <a:off x="3168" y="2304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6" name="Line 77"/>
          <p:cNvSpPr>
            <a:spLocks noChangeShapeType="1"/>
          </p:cNvSpPr>
          <p:nvPr/>
        </p:nvSpPr>
        <p:spPr bwMode="auto">
          <a:xfrm flipV="1">
            <a:off x="5680013" y="3994052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17" name="Group 78"/>
          <p:cNvGrpSpPr/>
          <p:nvPr/>
        </p:nvGrpSpPr>
        <p:grpSpPr bwMode="auto">
          <a:xfrm>
            <a:off x="6137213" y="3460652"/>
            <a:ext cx="457200" cy="533400"/>
            <a:chOff x="4032" y="2304"/>
            <a:chExt cx="288" cy="336"/>
          </a:xfrm>
        </p:grpSpPr>
        <p:sp>
          <p:nvSpPr>
            <p:cNvPr id="318" name="Line 79"/>
            <p:cNvSpPr>
              <a:spLocks noChangeShapeType="1"/>
            </p:cNvSpPr>
            <p:nvPr/>
          </p:nvSpPr>
          <p:spPr bwMode="auto">
            <a:xfrm>
              <a:off x="4032" y="2304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9" name="Line 80"/>
            <p:cNvSpPr>
              <a:spLocks noChangeShapeType="1"/>
            </p:cNvSpPr>
            <p:nvPr/>
          </p:nvSpPr>
          <p:spPr bwMode="auto">
            <a:xfrm>
              <a:off x="4032" y="230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0" name="Rectangle 81" descr="深色上对角线"/>
          <p:cNvSpPr>
            <a:spLocks noChangeArrowheads="1"/>
          </p:cNvSpPr>
          <p:nvPr/>
        </p:nvSpPr>
        <p:spPr bwMode="auto">
          <a:xfrm>
            <a:off x="5222813" y="3460652"/>
            <a:ext cx="457200" cy="533400"/>
          </a:xfrm>
          <a:prstGeom prst="rect">
            <a:avLst/>
          </a:prstGeom>
          <a:pattFill prst="dkUpDiag">
            <a:fgClr>
              <a:srgbClr val="00CC99"/>
            </a:fgClr>
            <a:bgClr>
              <a:srgbClr val="FFFFFF"/>
            </a:bgClr>
          </a:pattFill>
          <a:ln w="28575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1" name="Rectangle 82" descr="深色上对角线"/>
          <p:cNvSpPr>
            <a:spLocks noChangeArrowheads="1"/>
          </p:cNvSpPr>
          <p:nvPr/>
        </p:nvSpPr>
        <p:spPr bwMode="auto">
          <a:xfrm>
            <a:off x="6594413" y="3460652"/>
            <a:ext cx="457200" cy="533400"/>
          </a:xfrm>
          <a:prstGeom prst="rect">
            <a:avLst/>
          </a:prstGeom>
          <a:pattFill prst="dkUpDiag">
            <a:fgClr>
              <a:srgbClr val="00CC99"/>
            </a:fgClr>
            <a:bgClr>
              <a:srgbClr val="FFFFFF"/>
            </a:bgClr>
          </a:pattFill>
          <a:ln w="28575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22" name="Group 83"/>
          <p:cNvGrpSpPr/>
          <p:nvPr/>
        </p:nvGrpSpPr>
        <p:grpSpPr bwMode="auto">
          <a:xfrm>
            <a:off x="650813" y="4489358"/>
            <a:ext cx="617538" cy="596901"/>
            <a:chOff x="523" y="2208"/>
            <a:chExt cx="389" cy="376"/>
          </a:xfrm>
        </p:grpSpPr>
        <p:sp>
          <p:nvSpPr>
            <p:cNvPr id="323" name="Text Box 84"/>
            <p:cNvSpPr txBox="1">
              <a:spLocks noChangeArrowheads="1"/>
            </p:cNvSpPr>
            <p:nvPr/>
          </p:nvSpPr>
          <p:spPr bwMode="auto">
            <a:xfrm>
              <a:off x="523" y="2208"/>
              <a:ext cx="389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4" name="Line 85"/>
            <p:cNvSpPr>
              <a:spLocks noChangeShapeType="1"/>
            </p:cNvSpPr>
            <p:nvPr/>
          </p:nvSpPr>
          <p:spPr bwMode="auto">
            <a:xfrm>
              <a:off x="629" y="2307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5" name="Line 86"/>
          <p:cNvSpPr>
            <a:spLocks noChangeShapeType="1"/>
          </p:cNvSpPr>
          <p:nvPr/>
        </p:nvSpPr>
        <p:spPr bwMode="auto">
          <a:xfrm>
            <a:off x="1108013" y="4451252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6" name="Line 88"/>
          <p:cNvSpPr>
            <a:spLocks noChangeShapeType="1"/>
          </p:cNvSpPr>
          <p:nvPr/>
        </p:nvSpPr>
        <p:spPr bwMode="auto">
          <a:xfrm>
            <a:off x="2022413" y="4451252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" name="Line 89"/>
          <p:cNvSpPr>
            <a:spLocks noChangeShapeType="1"/>
          </p:cNvSpPr>
          <p:nvPr/>
        </p:nvSpPr>
        <p:spPr bwMode="auto">
          <a:xfrm>
            <a:off x="2022413" y="4984652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28" name="Group 90"/>
          <p:cNvGrpSpPr/>
          <p:nvPr/>
        </p:nvGrpSpPr>
        <p:grpSpPr bwMode="auto">
          <a:xfrm>
            <a:off x="2936813" y="4451252"/>
            <a:ext cx="457200" cy="533400"/>
            <a:chOff x="2016" y="2928"/>
            <a:chExt cx="288" cy="336"/>
          </a:xfrm>
        </p:grpSpPr>
        <p:sp>
          <p:nvSpPr>
            <p:cNvPr id="329" name="Line 91"/>
            <p:cNvSpPr>
              <a:spLocks noChangeShapeType="1"/>
            </p:cNvSpPr>
            <p:nvPr/>
          </p:nvSpPr>
          <p:spPr bwMode="auto">
            <a:xfrm>
              <a:off x="2016" y="2928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0" name="Line 92"/>
            <p:cNvSpPr>
              <a:spLocks noChangeShapeType="1"/>
            </p:cNvSpPr>
            <p:nvPr/>
          </p:nvSpPr>
          <p:spPr bwMode="auto">
            <a:xfrm>
              <a:off x="2016" y="2928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31" name="Group 93"/>
          <p:cNvGrpSpPr/>
          <p:nvPr/>
        </p:nvGrpSpPr>
        <p:grpSpPr bwMode="auto">
          <a:xfrm>
            <a:off x="3394013" y="4451252"/>
            <a:ext cx="457200" cy="533400"/>
            <a:chOff x="2304" y="2928"/>
            <a:chExt cx="288" cy="336"/>
          </a:xfrm>
        </p:grpSpPr>
        <p:sp>
          <p:nvSpPr>
            <p:cNvPr id="332" name="Line 94"/>
            <p:cNvSpPr>
              <a:spLocks noChangeShapeType="1"/>
            </p:cNvSpPr>
            <p:nvPr/>
          </p:nvSpPr>
          <p:spPr bwMode="auto">
            <a:xfrm>
              <a:off x="2304" y="2928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3" name="Line 95"/>
            <p:cNvSpPr>
              <a:spLocks noChangeShapeType="1"/>
            </p:cNvSpPr>
            <p:nvPr/>
          </p:nvSpPr>
          <p:spPr bwMode="auto">
            <a:xfrm>
              <a:off x="2304" y="3264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4" name="Line 97"/>
          <p:cNvSpPr>
            <a:spLocks noChangeShapeType="1"/>
          </p:cNvSpPr>
          <p:nvPr/>
        </p:nvSpPr>
        <p:spPr bwMode="auto">
          <a:xfrm>
            <a:off x="3851213" y="4451252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5" name="Line 98"/>
          <p:cNvSpPr>
            <a:spLocks noChangeShapeType="1"/>
          </p:cNvSpPr>
          <p:nvPr/>
        </p:nvSpPr>
        <p:spPr bwMode="auto">
          <a:xfrm>
            <a:off x="3851213" y="4451252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" name="Rectangle 99" descr="深色上对角线"/>
          <p:cNvSpPr>
            <a:spLocks noChangeArrowheads="1"/>
          </p:cNvSpPr>
          <p:nvPr/>
        </p:nvSpPr>
        <p:spPr bwMode="auto">
          <a:xfrm>
            <a:off x="5222813" y="4451252"/>
            <a:ext cx="457200" cy="533400"/>
          </a:xfrm>
          <a:prstGeom prst="rect">
            <a:avLst/>
          </a:prstGeom>
          <a:pattFill prst="dkUpDiag">
            <a:fgClr>
              <a:srgbClr val="00CC99"/>
            </a:fgClr>
            <a:bgClr>
              <a:srgbClr val="FFFFFF"/>
            </a:bgClr>
          </a:pattFill>
          <a:ln w="28575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" name="Line 100"/>
          <p:cNvSpPr>
            <a:spLocks noChangeShapeType="1"/>
          </p:cNvSpPr>
          <p:nvPr/>
        </p:nvSpPr>
        <p:spPr bwMode="auto">
          <a:xfrm>
            <a:off x="5680013" y="4451252"/>
            <a:ext cx="4476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" name="Rectangle 101" descr="深色上对角线"/>
          <p:cNvSpPr>
            <a:spLocks noChangeArrowheads="1"/>
          </p:cNvSpPr>
          <p:nvPr/>
        </p:nvSpPr>
        <p:spPr bwMode="auto">
          <a:xfrm>
            <a:off x="6594413" y="4451252"/>
            <a:ext cx="457200" cy="533400"/>
          </a:xfrm>
          <a:prstGeom prst="rect">
            <a:avLst/>
          </a:prstGeom>
          <a:pattFill prst="dkUpDiag">
            <a:fgClr>
              <a:srgbClr val="00CC99"/>
            </a:fgClr>
            <a:bgClr>
              <a:srgbClr val="FFFFFF"/>
            </a:bgClr>
          </a:pattFill>
          <a:ln w="28575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9" name="Line 102"/>
          <p:cNvSpPr>
            <a:spLocks noChangeShapeType="1"/>
          </p:cNvSpPr>
          <p:nvPr/>
        </p:nvSpPr>
        <p:spPr bwMode="auto">
          <a:xfrm>
            <a:off x="7051613" y="4451252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40" name="Group 103"/>
          <p:cNvGrpSpPr/>
          <p:nvPr/>
        </p:nvGrpSpPr>
        <p:grpSpPr bwMode="auto">
          <a:xfrm>
            <a:off x="7508813" y="4451252"/>
            <a:ext cx="457200" cy="533400"/>
            <a:chOff x="4896" y="2928"/>
            <a:chExt cx="288" cy="336"/>
          </a:xfrm>
        </p:grpSpPr>
        <p:sp>
          <p:nvSpPr>
            <p:cNvPr id="341" name="Line 104"/>
            <p:cNvSpPr>
              <a:spLocks noChangeShapeType="1"/>
            </p:cNvSpPr>
            <p:nvPr/>
          </p:nvSpPr>
          <p:spPr bwMode="auto">
            <a:xfrm>
              <a:off x="4896" y="3264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" name="Line 105"/>
            <p:cNvSpPr>
              <a:spLocks noChangeShapeType="1"/>
            </p:cNvSpPr>
            <p:nvPr/>
          </p:nvSpPr>
          <p:spPr bwMode="auto">
            <a:xfrm>
              <a:off x="4896" y="2928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3" name="Line 107"/>
          <p:cNvSpPr>
            <a:spLocks noChangeShapeType="1"/>
          </p:cNvSpPr>
          <p:nvPr/>
        </p:nvSpPr>
        <p:spPr bwMode="auto">
          <a:xfrm>
            <a:off x="7051613" y="3460652"/>
            <a:ext cx="4651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4" name="Line 110"/>
          <p:cNvSpPr>
            <a:spLocks noChangeShapeType="1"/>
          </p:cNvSpPr>
          <p:nvPr/>
        </p:nvSpPr>
        <p:spPr bwMode="auto">
          <a:xfrm>
            <a:off x="1555688" y="3994052"/>
            <a:ext cx="4762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5" name="Line 111"/>
          <p:cNvSpPr>
            <a:spLocks noChangeShapeType="1"/>
          </p:cNvSpPr>
          <p:nvPr/>
        </p:nvSpPr>
        <p:spPr bwMode="auto">
          <a:xfrm>
            <a:off x="1565213" y="4451252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6" name="Line 112"/>
          <p:cNvSpPr>
            <a:spLocks noChangeShapeType="1"/>
          </p:cNvSpPr>
          <p:nvPr/>
        </p:nvSpPr>
        <p:spPr bwMode="auto">
          <a:xfrm>
            <a:off x="2489138" y="3470177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7" name="Line 113"/>
          <p:cNvSpPr>
            <a:spLocks noChangeShapeType="1"/>
          </p:cNvSpPr>
          <p:nvPr/>
        </p:nvSpPr>
        <p:spPr bwMode="auto">
          <a:xfrm>
            <a:off x="2479613" y="4984652"/>
            <a:ext cx="4667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" name="Line 114"/>
          <p:cNvSpPr>
            <a:spLocks noChangeShapeType="1"/>
          </p:cNvSpPr>
          <p:nvPr/>
        </p:nvSpPr>
        <p:spPr bwMode="auto">
          <a:xfrm>
            <a:off x="2936813" y="3470177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9" name="Line 115"/>
          <p:cNvSpPr>
            <a:spLocks noChangeShapeType="1"/>
          </p:cNvSpPr>
          <p:nvPr/>
        </p:nvSpPr>
        <p:spPr bwMode="auto">
          <a:xfrm>
            <a:off x="3394013" y="3470177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0" name="Line 116"/>
          <p:cNvSpPr>
            <a:spLocks noChangeShapeType="1"/>
          </p:cNvSpPr>
          <p:nvPr/>
        </p:nvSpPr>
        <p:spPr bwMode="auto">
          <a:xfrm>
            <a:off x="3851213" y="3470177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1" name="Line 117"/>
          <p:cNvSpPr>
            <a:spLocks noChangeShapeType="1"/>
          </p:cNvSpPr>
          <p:nvPr/>
        </p:nvSpPr>
        <p:spPr bwMode="auto">
          <a:xfrm>
            <a:off x="4308413" y="4451252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2" name="Line 118"/>
          <p:cNvSpPr>
            <a:spLocks noChangeShapeType="1"/>
          </p:cNvSpPr>
          <p:nvPr/>
        </p:nvSpPr>
        <p:spPr bwMode="auto">
          <a:xfrm>
            <a:off x="4765613" y="4451252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3" name="Line 119"/>
          <p:cNvSpPr>
            <a:spLocks noChangeShapeType="1"/>
          </p:cNvSpPr>
          <p:nvPr/>
        </p:nvSpPr>
        <p:spPr bwMode="auto">
          <a:xfrm>
            <a:off x="6127688" y="4451252"/>
            <a:ext cx="4667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4" name="Line 120"/>
          <p:cNvSpPr>
            <a:spLocks noChangeShapeType="1"/>
          </p:cNvSpPr>
          <p:nvPr/>
        </p:nvSpPr>
        <p:spPr bwMode="auto">
          <a:xfrm>
            <a:off x="7516751" y="3460652"/>
            <a:ext cx="449262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5" name="Rectangle 121"/>
          <p:cNvSpPr>
            <a:spLocks noChangeArrowheads="1"/>
          </p:cNvSpPr>
          <p:nvPr/>
        </p:nvSpPr>
        <p:spPr bwMode="auto">
          <a:xfrm>
            <a:off x="2908238" y="166677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6" name="Rectangle 122"/>
          <p:cNvSpPr>
            <a:spLocks noChangeArrowheads="1"/>
          </p:cNvSpPr>
          <p:nvPr/>
        </p:nvSpPr>
        <p:spPr bwMode="auto">
          <a:xfrm>
            <a:off x="2905063" y="259705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7" name="Rectangle 123"/>
          <p:cNvSpPr>
            <a:spLocks noChangeArrowheads="1"/>
          </p:cNvSpPr>
          <p:nvPr/>
        </p:nvSpPr>
        <p:spPr bwMode="auto">
          <a:xfrm>
            <a:off x="3860738" y="166677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" name="Rectangle 124"/>
          <p:cNvSpPr>
            <a:spLocks noChangeArrowheads="1"/>
          </p:cNvSpPr>
          <p:nvPr/>
        </p:nvSpPr>
        <p:spPr bwMode="auto">
          <a:xfrm>
            <a:off x="3857563" y="259705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9" name="Rectangle 125"/>
          <p:cNvSpPr>
            <a:spLocks noChangeArrowheads="1"/>
          </p:cNvSpPr>
          <p:nvPr/>
        </p:nvSpPr>
        <p:spPr bwMode="auto">
          <a:xfrm>
            <a:off x="4771963" y="166677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0" name="Rectangle 126"/>
          <p:cNvSpPr>
            <a:spLocks noChangeArrowheads="1"/>
          </p:cNvSpPr>
          <p:nvPr/>
        </p:nvSpPr>
        <p:spPr bwMode="auto">
          <a:xfrm>
            <a:off x="4768788" y="259705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1" name="Rectangle 127"/>
          <p:cNvSpPr>
            <a:spLocks noChangeArrowheads="1"/>
          </p:cNvSpPr>
          <p:nvPr/>
        </p:nvSpPr>
        <p:spPr bwMode="auto">
          <a:xfrm>
            <a:off x="6146738" y="166677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2" name="Rectangle 128"/>
          <p:cNvSpPr>
            <a:spLocks noChangeArrowheads="1"/>
          </p:cNvSpPr>
          <p:nvPr/>
        </p:nvSpPr>
        <p:spPr bwMode="auto">
          <a:xfrm>
            <a:off x="6143563" y="259705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3" name="Rectangle 129"/>
          <p:cNvSpPr>
            <a:spLocks noChangeArrowheads="1"/>
          </p:cNvSpPr>
          <p:nvPr/>
        </p:nvSpPr>
        <p:spPr bwMode="auto">
          <a:xfrm>
            <a:off x="7027801" y="166677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4" name="Rectangle 130"/>
          <p:cNvSpPr>
            <a:spLocks noChangeArrowheads="1"/>
          </p:cNvSpPr>
          <p:nvPr/>
        </p:nvSpPr>
        <p:spPr bwMode="auto">
          <a:xfrm>
            <a:off x="7024626" y="259705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1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6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22" t="38913" r="29123" b="53473"/>
          <a:stretch>
            <a:fillRect/>
          </a:stretch>
        </p:blipFill>
        <p:spPr bwMode="auto">
          <a:xfrm>
            <a:off x="8108901" y="1430239"/>
            <a:ext cx="3798888" cy="187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 autoUpdateAnimBg="0"/>
      <p:bldP spid="320" grpId="0" animBg="1"/>
      <p:bldP spid="321" grpId="0" animBg="1"/>
      <p:bldP spid="336" grpId="0" animBg="1"/>
      <p:bldP spid="338" grpId="0" animBg="1"/>
      <p:bldP spid="355" grpId="0" autoUpdateAnimBg="0"/>
      <p:bldP spid="356" grpId="0" autoUpdateAnimBg="0"/>
      <p:bldP spid="357" grpId="0" autoUpdateAnimBg="0"/>
      <p:bldP spid="358" grpId="0" autoUpdateAnimBg="0"/>
      <p:bldP spid="359" grpId="0" autoUpdateAnimBg="0"/>
      <p:bldP spid="360" grpId="0" autoUpdateAnimBg="0"/>
      <p:bldP spid="361" grpId="0" autoUpdateAnimBg="0"/>
      <p:bldP spid="362" grpId="0" autoUpdateAnimBg="0"/>
      <p:bldP spid="363" grpId="0" autoUpdateAnimBg="0"/>
      <p:bldP spid="364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73966" y="429065"/>
            <a:ext cx="685682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71525" indent="-771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5615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77520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79425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81330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859028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04748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950468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996188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4.5</a:t>
            </a:r>
            <a:r>
              <a:rPr kumimoji="0"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kumimoji="0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试写出图</a:t>
            </a:r>
            <a:r>
              <a:rPr kumimoji="0"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P4.5</a:t>
            </a:r>
            <a:r>
              <a:rPr kumimoji="0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各触发器的次态方程。</a:t>
            </a:r>
            <a:endParaRPr kumimoji="0" lang="zh-CN" altLang="en-US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1167039" y="3195197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Text Box 12"/>
          <p:cNvSpPr txBox="1">
            <a:spLocks noChangeArrowheads="1"/>
          </p:cNvSpPr>
          <p:nvPr/>
        </p:nvSpPr>
        <p:spPr bwMode="auto">
          <a:xfrm>
            <a:off x="6446939" y="3195197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auto">
          <a:xfrm>
            <a:off x="1044576" y="6002445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(c)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Text Box 34"/>
          <p:cNvSpPr txBox="1">
            <a:spLocks noChangeArrowheads="1"/>
          </p:cNvSpPr>
          <p:nvPr/>
        </p:nvSpPr>
        <p:spPr bwMode="auto">
          <a:xfrm>
            <a:off x="6446939" y="6002445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1947799" y="3133284"/>
            <a:ext cx="2508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800" i="1" baseline="5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aseline="5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]·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Text Box 3"/>
          <p:cNvSpPr txBox="1">
            <a:spLocks noChangeArrowheads="1"/>
          </p:cNvSpPr>
          <p:nvPr/>
        </p:nvSpPr>
        <p:spPr bwMode="auto">
          <a:xfrm>
            <a:off x="7230794" y="3133284"/>
            <a:ext cx="2508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800" i="1" baseline="5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aseline="5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800" i="1" baseline="50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]·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892272" y="3923309"/>
            <a:ext cx="3465228" cy="1820164"/>
            <a:chOff x="892272" y="3923309"/>
            <a:chExt cx="3465228" cy="1820164"/>
          </a:xfrm>
        </p:grpSpPr>
        <p:sp>
          <p:nvSpPr>
            <p:cNvPr id="65" name="Text Box 15"/>
            <p:cNvSpPr txBox="1">
              <a:spLocks noChangeArrowheads="1"/>
            </p:cNvSpPr>
            <p:nvPr/>
          </p:nvSpPr>
          <p:spPr bwMode="auto">
            <a:xfrm>
              <a:off x="2053416" y="4266209"/>
              <a:ext cx="663575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1D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Line 16"/>
            <p:cNvSpPr>
              <a:spLocks noChangeShapeType="1"/>
            </p:cNvSpPr>
            <p:nvPr/>
          </p:nvSpPr>
          <p:spPr bwMode="auto">
            <a:xfrm flipV="1">
              <a:off x="1375553" y="3923309"/>
              <a:ext cx="0" cy="574675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Line 17"/>
            <p:cNvSpPr>
              <a:spLocks noChangeShapeType="1"/>
            </p:cNvSpPr>
            <p:nvPr/>
          </p:nvSpPr>
          <p:spPr bwMode="auto">
            <a:xfrm flipV="1">
              <a:off x="1375553" y="3942359"/>
              <a:ext cx="2451100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Line 18"/>
            <p:cNvSpPr>
              <a:spLocks noChangeShapeType="1"/>
            </p:cNvSpPr>
            <p:nvPr/>
          </p:nvSpPr>
          <p:spPr bwMode="auto">
            <a:xfrm flipH="1">
              <a:off x="3820303" y="3937597"/>
              <a:ext cx="0" cy="1490569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63"/>
            <p:cNvSpPr>
              <a:spLocks noChangeArrowheads="1"/>
            </p:cNvSpPr>
            <p:nvPr/>
          </p:nvSpPr>
          <p:spPr bwMode="auto">
            <a:xfrm>
              <a:off x="1992410" y="4197060"/>
              <a:ext cx="1220788" cy="1527175"/>
            </a:xfrm>
            <a:prstGeom prst="rect">
              <a:avLst/>
            </a:prstGeom>
            <a:noFill/>
            <a:ln w="30163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Line 64"/>
            <p:cNvSpPr>
              <a:spLocks noChangeShapeType="1"/>
            </p:cNvSpPr>
            <p:nvPr/>
          </p:nvSpPr>
          <p:spPr bwMode="auto">
            <a:xfrm flipH="1">
              <a:off x="1381222" y="4503447"/>
              <a:ext cx="611188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>
              <a:off x="1992410" y="5327360"/>
              <a:ext cx="92075" cy="920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 flipH="1">
              <a:off x="1992410" y="5419435"/>
              <a:ext cx="92075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Line 68"/>
            <p:cNvSpPr>
              <a:spLocks noChangeShapeType="1"/>
            </p:cNvSpPr>
            <p:nvPr/>
          </p:nvSpPr>
          <p:spPr bwMode="auto">
            <a:xfrm flipH="1">
              <a:off x="1381222" y="5419435"/>
              <a:ext cx="611188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69"/>
            <p:cNvSpPr>
              <a:spLocks noChangeArrowheads="1"/>
            </p:cNvSpPr>
            <p:nvPr/>
          </p:nvSpPr>
          <p:spPr bwMode="auto">
            <a:xfrm>
              <a:off x="2114647" y="5267035"/>
              <a:ext cx="3667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>
              <a:off x="3213197" y="4503447"/>
              <a:ext cx="327025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Oval 71"/>
            <p:cNvSpPr>
              <a:spLocks noChangeArrowheads="1"/>
            </p:cNvSpPr>
            <p:nvPr/>
          </p:nvSpPr>
          <p:spPr bwMode="auto">
            <a:xfrm>
              <a:off x="3213197" y="5327360"/>
              <a:ext cx="184150" cy="182563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>
              <a:off x="3397347" y="5419435"/>
              <a:ext cx="427038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 74"/>
            <p:cNvSpPr>
              <a:spLocks noChangeArrowheads="1"/>
            </p:cNvSpPr>
            <p:nvPr/>
          </p:nvSpPr>
          <p:spPr bwMode="auto">
            <a:xfrm>
              <a:off x="892272" y="5297197"/>
              <a:ext cx="476092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4068860" y="5267035"/>
              <a:ext cx="269304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76"/>
            <p:cNvSpPr>
              <a:spLocks noChangeArrowheads="1"/>
            </p:cNvSpPr>
            <p:nvPr/>
          </p:nvSpPr>
          <p:spPr bwMode="auto">
            <a:xfrm>
              <a:off x="3376709" y="3997127"/>
              <a:ext cx="269304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Line 77"/>
            <p:cNvSpPr>
              <a:spLocks noChangeShapeType="1"/>
            </p:cNvSpPr>
            <p:nvPr/>
          </p:nvSpPr>
          <p:spPr bwMode="auto">
            <a:xfrm>
              <a:off x="4174937" y="5263861"/>
              <a:ext cx="182563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035823" y="1254565"/>
            <a:ext cx="3630835" cy="1527175"/>
            <a:chOff x="910713" y="4365870"/>
            <a:chExt cx="3630835" cy="1527175"/>
          </a:xfrm>
        </p:grpSpPr>
        <p:sp>
          <p:nvSpPr>
            <p:cNvPr id="84" name="Text Box 15"/>
            <p:cNvSpPr txBox="1">
              <a:spLocks noChangeArrowheads="1"/>
            </p:cNvSpPr>
            <p:nvPr/>
          </p:nvSpPr>
          <p:spPr bwMode="auto">
            <a:xfrm>
              <a:off x="2194094" y="4435019"/>
              <a:ext cx="663575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1D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63"/>
            <p:cNvSpPr>
              <a:spLocks noChangeArrowheads="1"/>
            </p:cNvSpPr>
            <p:nvPr/>
          </p:nvSpPr>
          <p:spPr bwMode="auto">
            <a:xfrm>
              <a:off x="2133088" y="4365870"/>
              <a:ext cx="1220788" cy="1527175"/>
            </a:xfrm>
            <a:prstGeom prst="rect">
              <a:avLst/>
            </a:prstGeom>
            <a:noFill/>
            <a:ln w="30163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Line 64"/>
            <p:cNvSpPr>
              <a:spLocks noChangeShapeType="1"/>
            </p:cNvSpPr>
            <p:nvPr/>
          </p:nvSpPr>
          <p:spPr bwMode="auto">
            <a:xfrm flipH="1">
              <a:off x="1521900" y="4672257"/>
              <a:ext cx="611188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Line 66"/>
            <p:cNvSpPr>
              <a:spLocks noChangeShapeType="1"/>
            </p:cNvSpPr>
            <p:nvPr/>
          </p:nvSpPr>
          <p:spPr bwMode="auto">
            <a:xfrm>
              <a:off x="2133088" y="5496170"/>
              <a:ext cx="92075" cy="920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Line 67"/>
            <p:cNvSpPr>
              <a:spLocks noChangeShapeType="1"/>
            </p:cNvSpPr>
            <p:nvPr/>
          </p:nvSpPr>
          <p:spPr bwMode="auto">
            <a:xfrm flipH="1">
              <a:off x="2133088" y="5588245"/>
              <a:ext cx="92075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Line 68"/>
            <p:cNvSpPr>
              <a:spLocks noChangeShapeType="1"/>
            </p:cNvSpPr>
            <p:nvPr/>
          </p:nvSpPr>
          <p:spPr bwMode="auto">
            <a:xfrm flipH="1">
              <a:off x="1521900" y="5588245"/>
              <a:ext cx="611188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69"/>
            <p:cNvSpPr>
              <a:spLocks noChangeArrowheads="1"/>
            </p:cNvSpPr>
            <p:nvPr/>
          </p:nvSpPr>
          <p:spPr bwMode="auto">
            <a:xfrm>
              <a:off x="2255325" y="5435845"/>
              <a:ext cx="3667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Line 70"/>
            <p:cNvSpPr>
              <a:spLocks noChangeShapeType="1"/>
            </p:cNvSpPr>
            <p:nvPr/>
          </p:nvSpPr>
          <p:spPr bwMode="auto">
            <a:xfrm>
              <a:off x="3353875" y="4672257"/>
              <a:ext cx="611188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Oval 71"/>
            <p:cNvSpPr>
              <a:spLocks noChangeArrowheads="1"/>
            </p:cNvSpPr>
            <p:nvPr/>
          </p:nvSpPr>
          <p:spPr bwMode="auto">
            <a:xfrm>
              <a:off x="3353875" y="5496170"/>
              <a:ext cx="184150" cy="182563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Line 72"/>
            <p:cNvSpPr>
              <a:spLocks noChangeShapeType="1"/>
            </p:cNvSpPr>
            <p:nvPr/>
          </p:nvSpPr>
          <p:spPr bwMode="auto">
            <a:xfrm>
              <a:off x="3538025" y="5588245"/>
              <a:ext cx="427038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74"/>
            <p:cNvSpPr>
              <a:spLocks noChangeArrowheads="1"/>
            </p:cNvSpPr>
            <p:nvPr/>
          </p:nvSpPr>
          <p:spPr bwMode="auto">
            <a:xfrm>
              <a:off x="910713" y="5354964"/>
              <a:ext cx="476092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75"/>
            <p:cNvSpPr>
              <a:spLocks noChangeArrowheads="1"/>
            </p:cNvSpPr>
            <p:nvPr/>
          </p:nvSpPr>
          <p:spPr bwMode="auto">
            <a:xfrm>
              <a:off x="4209538" y="5393641"/>
              <a:ext cx="269304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76"/>
            <p:cNvSpPr>
              <a:spLocks noChangeArrowheads="1"/>
            </p:cNvSpPr>
            <p:nvPr/>
          </p:nvSpPr>
          <p:spPr bwMode="auto">
            <a:xfrm>
              <a:off x="4272244" y="4449119"/>
              <a:ext cx="269304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Line 77"/>
            <p:cNvSpPr>
              <a:spLocks noChangeShapeType="1"/>
            </p:cNvSpPr>
            <p:nvPr/>
          </p:nvSpPr>
          <p:spPr bwMode="auto">
            <a:xfrm>
              <a:off x="4315615" y="5404535"/>
              <a:ext cx="182563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74"/>
            <p:cNvSpPr>
              <a:spLocks noChangeArrowheads="1"/>
            </p:cNvSpPr>
            <p:nvPr/>
          </p:nvSpPr>
          <p:spPr bwMode="auto">
            <a:xfrm>
              <a:off x="1088051" y="4427620"/>
              <a:ext cx="185948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900" b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6542668" y="1084730"/>
            <a:ext cx="3586068" cy="1800927"/>
            <a:chOff x="732064" y="3881103"/>
            <a:chExt cx="3586068" cy="1800927"/>
          </a:xfrm>
        </p:grpSpPr>
        <p:sp>
          <p:nvSpPr>
            <p:cNvPr id="100" name="Text Box 15"/>
            <p:cNvSpPr txBox="1">
              <a:spLocks noChangeArrowheads="1"/>
            </p:cNvSpPr>
            <p:nvPr/>
          </p:nvSpPr>
          <p:spPr bwMode="auto">
            <a:xfrm>
              <a:off x="2014048" y="4224004"/>
              <a:ext cx="663575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1D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 flipV="1">
              <a:off x="1336185" y="3881103"/>
              <a:ext cx="0" cy="58013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Line 17"/>
            <p:cNvSpPr>
              <a:spLocks noChangeShapeType="1"/>
            </p:cNvSpPr>
            <p:nvPr/>
          </p:nvSpPr>
          <p:spPr bwMode="auto">
            <a:xfrm flipV="1">
              <a:off x="1336185" y="3900154"/>
              <a:ext cx="2451100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" name="Line 18"/>
            <p:cNvSpPr>
              <a:spLocks noChangeShapeType="1"/>
            </p:cNvSpPr>
            <p:nvPr/>
          </p:nvSpPr>
          <p:spPr bwMode="auto">
            <a:xfrm flipH="1">
              <a:off x="3780935" y="3895393"/>
              <a:ext cx="0" cy="56585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 63"/>
            <p:cNvSpPr>
              <a:spLocks noChangeArrowheads="1"/>
            </p:cNvSpPr>
            <p:nvPr/>
          </p:nvSpPr>
          <p:spPr bwMode="auto">
            <a:xfrm>
              <a:off x="1953042" y="4154855"/>
              <a:ext cx="1220788" cy="1527175"/>
            </a:xfrm>
            <a:prstGeom prst="rect">
              <a:avLst/>
            </a:prstGeom>
            <a:noFill/>
            <a:ln w="30163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Line 64"/>
            <p:cNvSpPr>
              <a:spLocks noChangeShapeType="1"/>
            </p:cNvSpPr>
            <p:nvPr/>
          </p:nvSpPr>
          <p:spPr bwMode="auto">
            <a:xfrm flipH="1">
              <a:off x="1336185" y="4461242"/>
              <a:ext cx="616857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Line 66"/>
            <p:cNvSpPr>
              <a:spLocks noChangeShapeType="1"/>
            </p:cNvSpPr>
            <p:nvPr/>
          </p:nvSpPr>
          <p:spPr bwMode="auto">
            <a:xfrm>
              <a:off x="1953042" y="5285155"/>
              <a:ext cx="92075" cy="920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Line 67"/>
            <p:cNvSpPr>
              <a:spLocks noChangeShapeType="1"/>
            </p:cNvSpPr>
            <p:nvPr/>
          </p:nvSpPr>
          <p:spPr bwMode="auto">
            <a:xfrm flipH="1">
              <a:off x="1953042" y="5377230"/>
              <a:ext cx="92075" cy="904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Line 68"/>
            <p:cNvSpPr>
              <a:spLocks noChangeShapeType="1"/>
            </p:cNvSpPr>
            <p:nvPr/>
          </p:nvSpPr>
          <p:spPr bwMode="auto">
            <a:xfrm flipH="1">
              <a:off x="1341854" y="5377230"/>
              <a:ext cx="611188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Rectangle 69"/>
            <p:cNvSpPr>
              <a:spLocks noChangeArrowheads="1"/>
            </p:cNvSpPr>
            <p:nvPr/>
          </p:nvSpPr>
          <p:spPr bwMode="auto">
            <a:xfrm>
              <a:off x="2075279" y="5224830"/>
              <a:ext cx="3667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Line 70"/>
            <p:cNvSpPr>
              <a:spLocks noChangeShapeType="1"/>
            </p:cNvSpPr>
            <p:nvPr/>
          </p:nvSpPr>
          <p:spPr bwMode="auto">
            <a:xfrm>
              <a:off x="3173829" y="4461242"/>
              <a:ext cx="607106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Oval 71"/>
            <p:cNvSpPr>
              <a:spLocks noChangeArrowheads="1"/>
            </p:cNvSpPr>
            <p:nvPr/>
          </p:nvSpPr>
          <p:spPr bwMode="auto">
            <a:xfrm>
              <a:off x="3173829" y="5285155"/>
              <a:ext cx="184150" cy="182563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Line 72"/>
            <p:cNvSpPr>
              <a:spLocks noChangeShapeType="1"/>
            </p:cNvSpPr>
            <p:nvPr/>
          </p:nvSpPr>
          <p:spPr bwMode="auto">
            <a:xfrm>
              <a:off x="3357979" y="5377230"/>
              <a:ext cx="427038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Rectangle 74"/>
            <p:cNvSpPr>
              <a:spLocks noChangeArrowheads="1"/>
            </p:cNvSpPr>
            <p:nvPr/>
          </p:nvSpPr>
          <p:spPr bwMode="auto">
            <a:xfrm>
              <a:off x="732064" y="5108054"/>
              <a:ext cx="476092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Rectangle 75"/>
            <p:cNvSpPr>
              <a:spLocks noChangeArrowheads="1"/>
            </p:cNvSpPr>
            <p:nvPr/>
          </p:nvSpPr>
          <p:spPr bwMode="auto">
            <a:xfrm>
              <a:off x="4029492" y="5224830"/>
              <a:ext cx="269304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Rectangle 76"/>
            <p:cNvSpPr>
              <a:spLocks noChangeArrowheads="1"/>
            </p:cNvSpPr>
            <p:nvPr/>
          </p:nvSpPr>
          <p:spPr bwMode="auto">
            <a:xfrm>
              <a:off x="4000917" y="4168441"/>
              <a:ext cx="269304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Line 77"/>
            <p:cNvSpPr>
              <a:spLocks noChangeShapeType="1"/>
            </p:cNvSpPr>
            <p:nvPr/>
          </p:nvSpPr>
          <p:spPr bwMode="auto">
            <a:xfrm>
              <a:off x="4135569" y="5221656"/>
              <a:ext cx="182563" cy="0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6708734" y="4172509"/>
            <a:ext cx="3131362" cy="1277882"/>
            <a:chOff x="4084301" y="2170113"/>
            <a:chExt cx="3131362" cy="1277882"/>
          </a:xfrm>
        </p:grpSpPr>
        <p:sp>
          <p:nvSpPr>
            <p:cNvPr id="117" name="Text Box 32"/>
            <p:cNvSpPr txBox="1">
              <a:spLocks noChangeArrowheads="1"/>
            </p:cNvSpPr>
            <p:nvPr/>
          </p:nvSpPr>
          <p:spPr bwMode="auto">
            <a:xfrm>
              <a:off x="4084301" y="2222138"/>
              <a:ext cx="37473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Text Box 33"/>
            <p:cNvSpPr txBox="1">
              <a:spLocks noChangeArrowheads="1"/>
            </p:cNvSpPr>
            <p:nvPr/>
          </p:nvSpPr>
          <p:spPr bwMode="auto">
            <a:xfrm>
              <a:off x="4100723" y="2986330"/>
              <a:ext cx="376227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9" name="Rectangle 63"/>
            <p:cNvSpPr>
              <a:spLocks noChangeArrowheads="1"/>
            </p:cNvSpPr>
            <p:nvPr/>
          </p:nvSpPr>
          <p:spPr bwMode="auto">
            <a:xfrm>
              <a:off x="5135563" y="2170113"/>
              <a:ext cx="1082675" cy="1227138"/>
            </a:xfrm>
            <a:prstGeom prst="rect">
              <a:avLst/>
            </a:prstGeom>
            <a:noFill/>
            <a:ln w="26988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Line 64"/>
            <p:cNvSpPr>
              <a:spLocks noChangeShapeType="1"/>
            </p:cNvSpPr>
            <p:nvPr/>
          </p:nvSpPr>
          <p:spPr bwMode="auto">
            <a:xfrm flipH="1">
              <a:off x="4594225" y="2414588"/>
              <a:ext cx="541337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Rectangle 65"/>
            <p:cNvSpPr>
              <a:spLocks noChangeArrowheads="1"/>
            </p:cNvSpPr>
            <p:nvPr/>
          </p:nvSpPr>
          <p:spPr bwMode="auto">
            <a:xfrm>
              <a:off x="5245100" y="2292351"/>
              <a:ext cx="21640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1J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Line 66"/>
            <p:cNvSpPr>
              <a:spLocks noChangeShapeType="1"/>
            </p:cNvSpPr>
            <p:nvPr/>
          </p:nvSpPr>
          <p:spPr bwMode="auto">
            <a:xfrm>
              <a:off x="5135563" y="2709863"/>
              <a:ext cx="80962" cy="730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Line 67"/>
            <p:cNvSpPr>
              <a:spLocks noChangeShapeType="1"/>
            </p:cNvSpPr>
            <p:nvPr/>
          </p:nvSpPr>
          <p:spPr bwMode="auto">
            <a:xfrm flipH="1">
              <a:off x="5135563" y="2782888"/>
              <a:ext cx="80962" cy="746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Oval 68"/>
            <p:cNvSpPr>
              <a:spLocks noChangeArrowheads="1"/>
            </p:cNvSpPr>
            <p:nvPr/>
          </p:nvSpPr>
          <p:spPr bwMode="auto">
            <a:xfrm>
              <a:off x="4973638" y="2709863"/>
              <a:ext cx="161925" cy="147638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Line 69"/>
            <p:cNvSpPr>
              <a:spLocks noChangeShapeType="1"/>
            </p:cNvSpPr>
            <p:nvPr/>
          </p:nvSpPr>
          <p:spPr bwMode="auto">
            <a:xfrm flipH="1">
              <a:off x="4594225" y="2782888"/>
              <a:ext cx="379412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Rectangle 70"/>
            <p:cNvSpPr>
              <a:spLocks noChangeArrowheads="1"/>
            </p:cNvSpPr>
            <p:nvPr/>
          </p:nvSpPr>
          <p:spPr bwMode="auto">
            <a:xfrm>
              <a:off x="5245100" y="2660651"/>
              <a:ext cx="283732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Line 71"/>
            <p:cNvSpPr>
              <a:spLocks noChangeShapeType="1"/>
            </p:cNvSpPr>
            <p:nvPr/>
          </p:nvSpPr>
          <p:spPr bwMode="auto">
            <a:xfrm>
              <a:off x="6218238" y="2414588"/>
              <a:ext cx="541337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Oval 72"/>
            <p:cNvSpPr>
              <a:spLocks noChangeArrowheads="1"/>
            </p:cNvSpPr>
            <p:nvPr/>
          </p:nvSpPr>
          <p:spPr bwMode="auto">
            <a:xfrm>
              <a:off x="6218238" y="3078163"/>
              <a:ext cx="161925" cy="147638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Line 73"/>
            <p:cNvSpPr>
              <a:spLocks noChangeShapeType="1"/>
            </p:cNvSpPr>
            <p:nvPr/>
          </p:nvSpPr>
          <p:spPr bwMode="auto">
            <a:xfrm>
              <a:off x="6380163" y="3151188"/>
              <a:ext cx="379412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Line 74"/>
            <p:cNvSpPr>
              <a:spLocks noChangeShapeType="1"/>
            </p:cNvSpPr>
            <p:nvPr/>
          </p:nvSpPr>
          <p:spPr bwMode="auto">
            <a:xfrm flipH="1">
              <a:off x="4594225" y="3151188"/>
              <a:ext cx="541337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Rectangle 75"/>
            <p:cNvSpPr>
              <a:spLocks noChangeArrowheads="1"/>
            </p:cNvSpPr>
            <p:nvPr/>
          </p:nvSpPr>
          <p:spPr bwMode="auto">
            <a:xfrm>
              <a:off x="5245100" y="3028951"/>
              <a:ext cx="298159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1K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Rectangle 77"/>
            <p:cNvSpPr>
              <a:spLocks noChangeArrowheads="1"/>
            </p:cNvSpPr>
            <p:nvPr/>
          </p:nvSpPr>
          <p:spPr bwMode="auto">
            <a:xfrm>
              <a:off x="4108450" y="2635251"/>
              <a:ext cx="37670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Rectangle 78"/>
            <p:cNvSpPr>
              <a:spLocks noChangeArrowheads="1"/>
            </p:cNvSpPr>
            <p:nvPr/>
          </p:nvSpPr>
          <p:spPr bwMode="auto">
            <a:xfrm>
              <a:off x="7002463" y="3003551"/>
              <a:ext cx="213200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Rectangle 79"/>
            <p:cNvSpPr>
              <a:spLocks noChangeArrowheads="1"/>
            </p:cNvSpPr>
            <p:nvPr/>
          </p:nvSpPr>
          <p:spPr bwMode="auto">
            <a:xfrm>
              <a:off x="7002463" y="2266951"/>
              <a:ext cx="213200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Line 80"/>
            <p:cNvSpPr>
              <a:spLocks noChangeShapeType="1"/>
            </p:cNvSpPr>
            <p:nvPr/>
          </p:nvSpPr>
          <p:spPr bwMode="auto">
            <a:xfrm>
              <a:off x="7029450" y="2979738"/>
              <a:ext cx="163512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1744123" y="5940532"/>
            <a:ext cx="2508087" cy="519113"/>
            <a:chOff x="1744123" y="5940532"/>
            <a:chExt cx="2508087" cy="519113"/>
          </a:xfrm>
        </p:grpSpPr>
        <p:sp>
          <p:nvSpPr>
            <p:cNvPr id="64" name="Text Box 3"/>
            <p:cNvSpPr txBox="1">
              <a:spLocks noChangeArrowheads="1"/>
            </p:cNvSpPr>
            <p:nvPr/>
          </p:nvSpPr>
          <p:spPr bwMode="auto">
            <a:xfrm>
              <a:off x="1744123" y="5940532"/>
              <a:ext cx="250808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]·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↑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endPara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9" name="直接连接符 138"/>
            <p:cNvCxnSpPr/>
            <p:nvPr/>
          </p:nvCxnSpPr>
          <p:spPr>
            <a:xfrm>
              <a:off x="2848678" y="6002445"/>
              <a:ext cx="19303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141"/>
          <p:cNvGrpSpPr/>
          <p:nvPr/>
        </p:nvGrpSpPr>
        <p:grpSpPr>
          <a:xfrm>
            <a:off x="7332009" y="5971488"/>
            <a:ext cx="2508087" cy="523220"/>
            <a:chOff x="7332009" y="5971488"/>
            <a:chExt cx="2508087" cy="523220"/>
          </a:xfrm>
        </p:grpSpPr>
        <p:sp>
          <p:nvSpPr>
            <p:cNvPr id="137" name="Text Box 3"/>
            <p:cNvSpPr txBox="1">
              <a:spLocks noChangeArrowheads="1"/>
            </p:cNvSpPr>
            <p:nvPr/>
          </p:nvSpPr>
          <p:spPr bwMode="auto">
            <a:xfrm>
              <a:off x="7332009" y="5971488"/>
              <a:ext cx="25080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]·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↓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endPara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1" name="直接连接符 140"/>
            <p:cNvCxnSpPr/>
            <p:nvPr/>
          </p:nvCxnSpPr>
          <p:spPr>
            <a:xfrm>
              <a:off x="8429429" y="6053247"/>
              <a:ext cx="19303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45" grpId="0"/>
      <p:bldP spid="60" grpId="0"/>
      <p:bldP spid="62" grpId="0"/>
      <p:bldP spid="6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693738" y="547006"/>
            <a:ext cx="3328231" cy="2006601"/>
            <a:chOff x="3551238" y="2013856"/>
            <a:chExt cx="3328231" cy="2006601"/>
          </a:xfrm>
        </p:grpSpPr>
        <p:sp>
          <p:nvSpPr>
            <p:cNvPr id="2" name="Line 7"/>
            <p:cNvSpPr>
              <a:spLocks noChangeShapeType="1"/>
            </p:cNvSpPr>
            <p:nvPr/>
          </p:nvSpPr>
          <p:spPr bwMode="auto">
            <a:xfrm flipV="1">
              <a:off x="4076383" y="2013856"/>
              <a:ext cx="0" cy="60520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Line 12"/>
            <p:cNvSpPr>
              <a:spLocks noChangeShapeType="1"/>
            </p:cNvSpPr>
            <p:nvPr/>
          </p:nvSpPr>
          <p:spPr bwMode="auto">
            <a:xfrm flipH="1" flipV="1">
              <a:off x="4051981" y="4003312"/>
              <a:ext cx="2335213" cy="476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Line 13"/>
            <p:cNvSpPr>
              <a:spLocks noChangeShapeType="1"/>
            </p:cNvSpPr>
            <p:nvPr/>
          </p:nvSpPr>
          <p:spPr bwMode="auto">
            <a:xfrm flipV="1">
              <a:off x="4039598" y="3469912"/>
              <a:ext cx="0" cy="54292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Line 16"/>
            <p:cNvSpPr>
              <a:spLocks noChangeShapeType="1"/>
            </p:cNvSpPr>
            <p:nvPr/>
          </p:nvSpPr>
          <p:spPr bwMode="auto">
            <a:xfrm flipH="1">
              <a:off x="6147481" y="2013856"/>
              <a:ext cx="0" cy="145415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Line 17"/>
            <p:cNvSpPr>
              <a:spLocks noChangeShapeType="1"/>
            </p:cNvSpPr>
            <p:nvPr/>
          </p:nvSpPr>
          <p:spPr bwMode="auto">
            <a:xfrm flipH="1">
              <a:off x="6390368" y="2598057"/>
              <a:ext cx="0" cy="14224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>
              <a:off x="4068763" y="2026240"/>
              <a:ext cx="207554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63"/>
            <p:cNvSpPr>
              <a:spLocks noChangeArrowheads="1"/>
            </p:cNvSpPr>
            <p:nvPr/>
          </p:nvSpPr>
          <p:spPr bwMode="auto">
            <a:xfrm>
              <a:off x="4645026" y="2322513"/>
              <a:ext cx="1150938" cy="143827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Line 64"/>
            <p:cNvSpPr>
              <a:spLocks noChangeShapeType="1"/>
            </p:cNvSpPr>
            <p:nvPr/>
          </p:nvSpPr>
          <p:spPr bwMode="auto">
            <a:xfrm flipH="1">
              <a:off x="4068763" y="2611438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65"/>
            <p:cNvSpPr>
              <a:spLocks noChangeArrowheads="1"/>
            </p:cNvSpPr>
            <p:nvPr/>
          </p:nvSpPr>
          <p:spPr bwMode="auto">
            <a:xfrm>
              <a:off x="4759326" y="2466976"/>
              <a:ext cx="262892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1J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Line 66"/>
            <p:cNvSpPr>
              <a:spLocks noChangeShapeType="1"/>
            </p:cNvSpPr>
            <p:nvPr/>
          </p:nvSpPr>
          <p:spPr bwMode="auto">
            <a:xfrm>
              <a:off x="4645026" y="2955926"/>
              <a:ext cx="85725" cy="857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67"/>
            <p:cNvSpPr>
              <a:spLocks noChangeShapeType="1"/>
            </p:cNvSpPr>
            <p:nvPr/>
          </p:nvSpPr>
          <p:spPr bwMode="auto">
            <a:xfrm flipH="1">
              <a:off x="4645026" y="3041651"/>
              <a:ext cx="85725" cy="873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val 68"/>
            <p:cNvSpPr>
              <a:spLocks noChangeArrowheads="1"/>
            </p:cNvSpPr>
            <p:nvPr/>
          </p:nvSpPr>
          <p:spPr bwMode="auto">
            <a:xfrm>
              <a:off x="4471988" y="2955926"/>
              <a:ext cx="173038" cy="173038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Line 69"/>
            <p:cNvSpPr>
              <a:spLocks noChangeShapeType="1"/>
            </p:cNvSpPr>
            <p:nvPr/>
          </p:nvSpPr>
          <p:spPr bwMode="auto">
            <a:xfrm flipH="1">
              <a:off x="4068763" y="3041651"/>
              <a:ext cx="4032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70"/>
            <p:cNvSpPr>
              <a:spLocks noChangeArrowheads="1"/>
            </p:cNvSpPr>
            <p:nvPr/>
          </p:nvSpPr>
          <p:spPr bwMode="auto">
            <a:xfrm>
              <a:off x="4759326" y="2898776"/>
              <a:ext cx="34464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Line 71"/>
            <p:cNvSpPr>
              <a:spLocks noChangeShapeType="1"/>
            </p:cNvSpPr>
            <p:nvPr/>
          </p:nvSpPr>
          <p:spPr bwMode="auto">
            <a:xfrm>
              <a:off x="5795963" y="2611438"/>
              <a:ext cx="59440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72"/>
            <p:cNvSpPr>
              <a:spLocks noChangeArrowheads="1"/>
            </p:cNvSpPr>
            <p:nvPr/>
          </p:nvSpPr>
          <p:spPr bwMode="auto">
            <a:xfrm>
              <a:off x="5795963" y="3387726"/>
              <a:ext cx="171450" cy="1714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Line 73"/>
            <p:cNvSpPr>
              <a:spLocks noChangeShapeType="1"/>
            </p:cNvSpPr>
            <p:nvPr/>
          </p:nvSpPr>
          <p:spPr bwMode="auto">
            <a:xfrm>
              <a:off x="5967414" y="3473451"/>
              <a:ext cx="19911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Line 74"/>
            <p:cNvSpPr>
              <a:spLocks noChangeShapeType="1"/>
            </p:cNvSpPr>
            <p:nvPr/>
          </p:nvSpPr>
          <p:spPr bwMode="auto">
            <a:xfrm flipH="1">
              <a:off x="4039598" y="3481071"/>
              <a:ext cx="5978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75"/>
            <p:cNvSpPr>
              <a:spLocks noChangeArrowheads="1"/>
            </p:cNvSpPr>
            <p:nvPr/>
          </p:nvSpPr>
          <p:spPr bwMode="auto">
            <a:xfrm>
              <a:off x="4759326" y="3330576"/>
              <a:ext cx="36067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1K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77"/>
            <p:cNvSpPr>
              <a:spLocks noChangeArrowheads="1"/>
            </p:cNvSpPr>
            <p:nvPr/>
          </p:nvSpPr>
          <p:spPr bwMode="auto">
            <a:xfrm>
              <a:off x="3551238" y="2870201"/>
              <a:ext cx="4424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7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79"/>
            <p:cNvSpPr>
              <a:spLocks noChangeArrowheads="1"/>
            </p:cNvSpPr>
            <p:nvPr/>
          </p:nvSpPr>
          <p:spPr bwMode="auto">
            <a:xfrm>
              <a:off x="6629401" y="2438401"/>
              <a:ext cx="25006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7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580188" y="564151"/>
            <a:ext cx="3328231" cy="1746932"/>
            <a:chOff x="6580188" y="564151"/>
            <a:chExt cx="3328231" cy="1746932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 flipV="1">
              <a:off x="7105333" y="564151"/>
              <a:ext cx="0" cy="60520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16"/>
            <p:cNvSpPr>
              <a:spLocks noChangeShapeType="1"/>
            </p:cNvSpPr>
            <p:nvPr/>
          </p:nvSpPr>
          <p:spPr bwMode="auto">
            <a:xfrm flipH="1">
              <a:off x="9176431" y="564151"/>
              <a:ext cx="0" cy="145415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18"/>
            <p:cNvSpPr>
              <a:spLocks noChangeShapeType="1"/>
            </p:cNvSpPr>
            <p:nvPr/>
          </p:nvSpPr>
          <p:spPr bwMode="auto">
            <a:xfrm>
              <a:off x="7097713" y="576535"/>
              <a:ext cx="207554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63"/>
            <p:cNvSpPr>
              <a:spLocks noChangeArrowheads="1"/>
            </p:cNvSpPr>
            <p:nvPr/>
          </p:nvSpPr>
          <p:spPr bwMode="auto">
            <a:xfrm>
              <a:off x="7673976" y="872808"/>
              <a:ext cx="1150938" cy="143827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64"/>
            <p:cNvSpPr>
              <a:spLocks noChangeShapeType="1"/>
            </p:cNvSpPr>
            <p:nvPr/>
          </p:nvSpPr>
          <p:spPr bwMode="auto">
            <a:xfrm flipH="1">
              <a:off x="7097713" y="1161733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65"/>
            <p:cNvSpPr>
              <a:spLocks noChangeArrowheads="1"/>
            </p:cNvSpPr>
            <p:nvPr/>
          </p:nvSpPr>
          <p:spPr bwMode="auto">
            <a:xfrm>
              <a:off x="7788276" y="1017271"/>
              <a:ext cx="262892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1J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66"/>
            <p:cNvSpPr>
              <a:spLocks noChangeShapeType="1"/>
            </p:cNvSpPr>
            <p:nvPr/>
          </p:nvSpPr>
          <p:spPr bwMode="auto">
            <a:xfrm>
              <a:off x="7673976" y="1506221"/>
              <a:ext cx="85725" cy="857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67"/>
            <p:cNvSpPr>
              <a:spLocks noChangeShapeType="1"/>
            </p:cNvSpPr>
            <p:nvPr/>
          </p:nvSpPr>
          <p:spPr bwMode="auto">
            <a:xfrm flipH="1">
              <a:off x="7673976" y="1591946"/>
              <a:ext cx="85725" cy="873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val 68"/>
            <p:cNvSpPr>
              <a:spLocks noChangeArrowheads="1"/>
            </p:cNvSpPr>
            <p:nvPr/>
          </p:nvSpPr>
          <p:spPr bwMode="auto">
            <a:xfrm>
              <a:off x="7500938" y="1506221"/>
              <a:ext cx="173038" cy="173038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Line 69"/>
            <p:cNvSpPr>
              <a:spLocks noChangeShapeType="1"/>
            </p:cNvSpPr>
            <p:nvPr/>
          </p:nvSpPr>
          <p:spPr bwMode="auto">
            <a:xfrm flipH="1">
              <a:off x="7097713" y="1591946"/>
              <a:ext cx="4032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70"/>
            <p:cNvSpPr>
              <a:spLocks noChangeArrowheads="1"/>
            </p:cNvSpPr>
            <p:nvPr/>
          </p:nvSpPr>
          <p:spPr bwMode="auto">
            <a:xfrm>
              <a:off x="7788276" y="1449071"/>
              <a:ext cx="34464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71"/>
            <p:cNvSpPr>
              <a:spLocks noChangeShapeType="1"/>
            </p:cNvSpPr>
            <p:nvPr/>
          </p:nvSpPr>
          <p:spPr bwMode="auto">
            <a:xfrm>
              <a:off x="8824913" y="1161733"/>
              <a:ext cx="59440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val 72"/>
            <p:cNvSpPr>
              <a:spLocks noChangeArrowheads="1"/>
            </p:cNvSpPr>
            <p:nvPr/>
          </p:nvSpPr>
          <p:spPr bwMode="auto">
            <a:xfrm>
              <a:off x="8824913" y="1938021"/>
              <a:ext cx="171450" cy="1714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Line 73"/>
            <p:cNvSpPr>
              <a:spLocks noChangeShapeType="1"/>
            </p:cNvSpPr>
            <p:nvPr/>
          </p:nvSpPr>
          <p:spPr bwMode="auto">
            <a:xfrm>
              <a:off x="8996364" y="2023746"/>
              <a:ext cx="19911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Line 74"/>
            <p:cNvSpPr>
              <a:spLocks noChangeShapeType="1"/>
            </p:cNvSpPr>
            <p:nvPr/>
          </p:nvSpPr>
          <p:spPr bwMode="auto">
            <a:xfrm flipH="1">
              <a:off x="7068548" y="2031366"/>
              <a:ext cx="5978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75"/>
            <p:cNvSpPr>
              <a:spLocks noChangeArrowheads="1"/>
            </p:cNvSpPr>
            <p:nvPr/>
          </p:nvSpPr>
          <p:spPr bwMode="auto">
            <a:xfrm>
              <a:off x="7788276" y="1880871"/>
              <a:ext cx="36067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1K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77"/>
            <p:cNvSpPr>
              <a:spLocks noChangeArrowheads="1"/>
            </p:cNvSpPr>
            <p:nvPr/>
          </p:nvSpPr>
          <p:spPr bwMode="auto">
            <a:xfrm>
              <a:off x="6580188" y="1420496"/>
              <a:ext cx="4424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7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79"/>
            <p:cNvSpPr>
              <a:spLocks noChangeArrowheads="1"/>
            </p:cNvSpPr>
            <p:nvPr/>
          </p:nvSpPr>
          <p:spPr bwMode="auto">
            <a:xfrm>
              <a:off x="9658351" y="988696"/>
              <a:ext cx="25006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7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77"/>
            <p:cNvSpPr>
              <a:spLocks noChangeArrowheads="1"/>
            </p:cNvSpPr>
            <p:nvPr/>
          </p:nvSpPr>
          <p:spPr bwMode="auto">
            <a:xfrm>
              <a:off x="6675358" y="1836436"/>
              <a:ext cx="173124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700" b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388938" y="4117387"/>
            <a:ext cx="3633031" cy="1438275"/>
            <a:chOff x="388938" y="4117387"/>
            <a:chExt cx="3633031" cy="1438275"/>
          </a:xfrm>
        </p:grpSpPr>
        <p:sp>
          <p:nvSpPr>
            <p:cNvPr id="48" name="Line 7"/>
            <p:cNvSpPr>
              <a:spLocks noChangeShapeType="1"/>
            </p:cNvSpPr>
            <p:nvPr/>
          </p:nvSpPr>
          <p:spPr bwMode="auto">
            <a:xfrm flipV="1">
              <a:off x="1199833" y="4399279"/>
              <a:ext cx="0" cy="87666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63"/>
            <p:cNvSpPr>
              <a:spLocks noChangeArrowheads="1"/>
            </p:cNvSpPr>
            <p:nvPr/>
          </p:nvSpPr>
          <p:spPr bwMode="auto">
            <a:xfrm>
              <a:off x="1787526" y="4117387"/>
              <a:ext cx="1150938" cy="143827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64"/>
            <p:cNvSpPr>
              <a:spLocks noChangeShapeType="1"/>
            </p:cNvSpPr>
            <p:nvPr/>
          </p:nvSpPr>
          <p:spPr bwMode="auto">
            <a:xfrm flipH="1">
              <a:off x="1211263" y="4410122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65"/>
            <p:cNvSpPr>
              <a:spLocks noChangeArrowheads="1"/>
            </p:cNvSpPr>
            <p:nvPr/>
          </p:nvSpPr>
          <p:spPr bwMode="auto">
            <a:xfrm>
              <a:off x="1901826" y="4261850"/>
              <a:ext cx="262892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1J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Line 66"/>
            <p:cNvSpPr>
              <a:spLocks noChangeShapeType="1"/>
            </p:cNvSpPr>
            <p:nvPr/>
          </p:nvSpPr>
          <p:spPr bwMode="auto">
            <a:xfrm>
              <a:off x="1787526" y="4750800"/>
              <a:ext cx="85725" cy="857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67"/>
            <p:cNvSpPr>
              <a:spLocks noChangeShapeType="1"/>
            </p:cNvSpPr>
            <p:nvPr/>
          </p:nvSpPr>
          <p:spPr bwMode="auto">
            <a:xfrm flipH="1">
              <a:off x="1787526" y="4836525"/>
              <a:ext cx="85725" cy="873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Oval 68"/>
            <p:cNvSpPr>
              <a:spLocks noChangeArrowheads="1"/>
            </p:cNvSpPr>
            <p:nvPr/>
          </p:nvSpPr>
          <p:spPr bwMode="auto">
            <a:xfrm>
              <a:off x="1614488" y="4750800"/>
              <a:ext cx="173038" cy="173038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Line 69"/>
            <p:cNvSpPr>
              <a:spLocks noChangeShapeType="1"/>
            </p:cNvSpPr>
            <p:nvPr/>
          </p:nvSpPr>
          <p:spPr bwMode="auto">
            <a:xfrm flipH="1">
              <a:off x="962032" y="4836525"/>
              <a:ext cx="65245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70"/>
            <p:cNvSpPr>
              <a:spLocks noChangeArrowheads="1"/>
            </p:cNvSpPr>
            <p:nvPr/>
          </p:nvSpPr>
          <p:spPr bwMode="auto">
            <a:xfrm>
              <a:off x="1901826" y="4693650"/>
              <a:ext cx="34464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Line 71"/>
            <p:cNvSpPr>
              <a:spLocks noChangeShapeType="1"/>
            </p:cNvSpPr>
            <p:nvPr/>
          </p:nvSpPr>
          <p:spPr bwMode="auto">
            <a:xfrm>
              <a:off x="2938463" y="4406312"/>
              <a:ext cx="59440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Oval 72"/>
            <p:cNvSpPr>
              <a:spLocks noChangeArrowheads="1"/>
            </p:cNvSpPr>
            <p:nvPr/>
          </p:nvSpPr>
          <p:spPr bwMode="auto">
            <a:xfrm>
              <a:off x="2938463" y="5182600"/>
              <a:ext cx="171450" cy="1714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Line 73"/>
            <p:cNvSpPr>
              <a:spLocks noChangeShapeType="1"/>
            </p:cNvSpPr>
            <p:nvPr/>
          </p:nvSpPr>
          <p:spPr bwMode="auto">
            <a:xfrm>
              <a:off x="3109914" y="5268325"/>
              <a:ext cx="19911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Line 74"/>
            <p:cNvSpPr>
              <a:spLocks noChangeShapeType="1"/>
            </p:cNvSpPr>
            <p:nvPr/>
          </p:nvSpPr>
          <p:spPr bwMode="auto">
            <a:xfrm flipH="1">
              <a:off x="1182098" y="5275945"/>
              <a:ext cx="5978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75"/>
            <p:cNvSpPr>
              <a:spLocks noChangeArrowheads="1"/>
            </p:cNvSpPr>
            <p:nvPr/>
          </p:nvSpPr>
          <p:spPr bwMode="auto">
            <a:xfrm>
              <a:off x="1901826" y="5125450"/>
              <a:ext cx="36067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1K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Rectangle 77"/>
            <p:cNvSpPr>
              <a:spLocks noChangeArrowheads="1"/>
            </p:cNvSpPr>
            <p:nvPr/>
          </p:nvSpPr>
          <p:spPr bwMode="auto">
            <a:xfrm>
              <a:off x="388938" y="4665075"/>
              <a:ext cx="4424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7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79"/>
            <p:cNvSpPr>
              <a:spLocks noChangeArrowheads="1"/>
            </p:cNvSpPr>
            <p:nvPr/>
          </p:nvSpPr>
          <p:spPr bwMode="auto">
            <a:xfrm>
              <a:off x="3771901" y="4233275"/>
              <a:ext cx="25006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7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1130983" y="478535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6587808" y="4041118"/>
            <a:ext cx="3328231" cy="1764474"/>
            <a:chOff x="6587808" y="4041118"/>
            <a:chExt cx="3328231" cy="1764474"/>
          </a:xfrm>
        </p:grpSpPr>
        <p:sp>
          <p:nvSpPr>
            <p:cNvPr id="69" name="Line 7"/>
            <p:cNvSpPr>
              <a:spLocks noChangeShapeType="1"/>
            </p:cNvSpPr>
            <p:nvPr/>
          </p:nvSpPr>
          <p:spPr bwMode="auto">
            <a:xfrm flipV="1">
              <a:off x="7112953" y="5181426"/>
              <a:ext cx="0" cy="60520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Line 16"/>
            <p:cNvSpPr>
              <a:spLocks noChangeShapeType="1"/>
            </p:cNvSpPr>
            <p:nvPr/>
          </p:nvSpPr>
          <p:spPr bwMode="auto">
            <a:xfrm flipH="1">
              <a:off x="9198119" y="5181425"/>
              <a:ext cx="0" cy="62416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Line 18"/>
            <p:cNvSpPr>
              <a:spLocks noChangeShapeType="1"/>
            </p:cNvSpPr>
            <p:nvPr/>
          </p:nvSpPr>
          <p:spPr bwMode="auto">
            <a:xfrm>
              <a:off x="7105333" y="5798728"/>
              <a:ext cx="209278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63"/>
            <p:cNvSpPr>
              <a:spLocks noChangeArrowheads="1"/>
            </p:cNvSpPr>
            <p:nvPr/>
          </p:nvSpPr>
          <p:spPr bwMode="auto">
            <a:xfrm>
              <a:off x="7681596" y="4041118"/>
              <a:ext cx="1150938" cy="143827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Line 64"/>
            <p:cNvSpPr>
              <a:spLocks noChangeShapeType="1"/>
            </p:cNvSpPr>
            <p:nvPr/>
          </p:nvSpPr>
          <p:spPr bwMode="auto">
            <a:xfrm flipH="1">
              <a:off x="7105333" y="4330043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65"/>
            <p:cNvSpPr>
              <a:spLocks noChangeArrowheads="1"/>
            </p:cNvSpPr>
            <p:nvPr/>
          </p:nvSpPr>
          <p:spPr bwMode="auto">
            <a:xfrm>
              <a:off x="7795896" y="4185581"/>
              <a:ext cx="262892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1J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Line 66"/>
            <p:cNvSpPr>
              <a:spLocks noChangeShapeType="1"/>
            </p:cNvSpPr>
            <p:nvPr/>
          </p:nvSpPr>
          <p:spPr bwMode="auto">
            <a:xfrm>
              <a:off x="7681596" y="4674531"/>
              <a:ext cx="85725" cy="857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Line 67"/>
            <p:cNvSpPr>
              <a:spLocks noChangeShapeType="1"/>
            </p:cNvSpPr>
            <p:nvPr/>
          </p:nvSpPr>
          <p:spPr bwMode="auto">
            <a:xfrm flipH="1">
              <a:off x="7681596" y="4760256"/>
              <a:ext cx="85725" cy="873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Oval 68"/>
            <p:cNvSpPr>
              <a:spLocks noChangeArrowheads="1"/>
            </p:cNvSpPr>
            <p:nvPr/>
          </p:nvSpPr>
          <p:spPr bwMode="auto">
            <a:xfrm>
              <a:off x="7508558" y="4674531"/>
              <a:ext cx="173038" cy="173038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Line 69"/>
            <p:cNvSpPr>
              <a:spLocks noChangeShapeType="1"/>
            </p:cNvSpPr>
            <p:nvPr/>
          </p:nvSpPr>
          <p:spPr bwMode="auto">
            <a:xfrm flipH="1">
              <a:off x="7105333" y="4760256"/>
              <a:ext cx="4032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70"/>
            <p:cNvSpPr>
              <a:spLocks noChangeArrowheads="1"/>
            </p:cNvSpPr>
            <p:nvPr/>
          </p:nvSpPr>
          <p:spPr bwMode="auto">
            <a:xfrm>
              <a:off x="7795896" y="4617381"/>
              <a:ext cx="34464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Line 71"/>
            <p:cNvSpPr>
              <a:spLocks noChangeShapeType="1"/>
            </p:cNvSpPr>
            <p:nvPr/>
          </p:nvSpPr>
          <p:spPr bwMode="auto">
            <a:xfrm>
              <a:off x="8832533" y="4330043"/>
              <a:ext cx="59440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Oval 72"/>
            <p:cNvSpPr>
              <a:spLocks noChangeArrowheads="1"/>
            </p:cNvSpPr>
            <p:nvPr/>
          </p:nvSpPr>
          <p:spPr bwMode="auto">
            <a:xfrm>
              <a:off x="8832533" y="5106331"/>
              <a:ext cx="171450" cy="1714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Line 73"/>
            <p:cNvSpPr>
              <a:spLocks noChangeShapeType="1"/>
            </p:cNvSpPr>
            <p:nvPr/>
          </p:nvSpPr>
          <p:spPr bwMode="auto">
            <a:xfrm>
              <a:off x="9003984" y="5192056"/>
              <a:ext cx="19911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Line 74"/>
            <p:cNvSpPr>
              <a:spLocks noChangeShapeType="1"/>
            </p:cNvSpPr>
            <p:nvPr/>
          </p:nvSpPr>
          <p:spPr bwMode="auto">
            <a:xfrm flipH="1">
              <a:off x="7105332" y="5185608"/>
              <a:ext cx="56864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75"/>
            <p:cNvSpPr>
              <a:spLocks noChangeArrowheads="1"/>
            </p:cNvSpPr>
            <p:nvPr/>
          </p:nvSpPr>
          <p:spPr bwMode="auto">
            <a:xfrm>
              <a:off x="7795896" y="5049181"/>
              <a:ext cx="36067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1K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77"/>
            <p:cNvSpPr>
              <a:spLocks noChangeArrowheads="1"/>
            </p:cNvSpPr>
            <p:nvPr/>
          </p:nvSpPr>
          <p:spPr bwMode="auto">
            <a:xfrm>
              <a:off x="6587808" y="4588806"/>
              <a:ext cx="4424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7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Rectangle 79"/>
            <p:cNvSpPr>
              <a:spLocks noChangeArrowheads="1"/>
            </p:cNvSpPr>
            <p:nvPr/>
          </p:nvSpPr>
          <p:spPr bwMode="auto">
            <a:xfrm>
              <a:off x="9665971" y="4157006"/>
              <a:ext cx="25006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7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Rectangle 77"/>
            <p:cNvSpPr>
              <a:spLocks noChangeArrowheads="1"/>
            </p:cNvSpPr>
            <p:nvPr/>
          </p:nvSpPr>
          <p:spPr bwMode="auto">
            <a:xfrm>
              <a:off x="6670876" y="4129916"/>
              <a:ext cx="173124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700" b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0" name="Text Box 34"/>
          <p:cNvSpPr txBox="1">
            <a:spLocks noChangeArrowheads="1"/>
          </p:cNvSpPr>
          <p:nvPr/>
        </p:nvSpPr>
        <p:spPr bwMode="auto">
          <a:xfrm>
            <a:off x="555784" y="2963178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(e)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1440854" y="2932221"/>
            <a:ext cx="2508087" cy="523220"/>
            <a:chOff x="7332009" y="5971488"/>
            <a:chExt cx="2508087" cy="523220"/>
          </a:xfrm>
        </p:grpSpPr>
        <p:sp>
          <p:nvSpPr>
            <p:cNvPr id="92" name="Text Box 3"/>
            <p:cNvSpPr txBox="1">
              <a:spLocks noChangeArrowheads="1"/>
            </p:cNvSpPr>
            <p:nvPr/>
          </p:nvSpPr>
          <p:spPr bwMode="auto">
            <a:xfrm>
              <a:off x="7332009" y="5971488"/>
              <a:ext cx="25080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]·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↓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endPara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3" name="直接连接符 92"/>
            <p:cNvCxnSpPr/>
            <p:nvPr/>
          </p:nvCxnSpPr>
          <p:spPr>
            <a:xfrm>
              <a:off x="8429429" y="6053247"/>
              <a:ext cx="19303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 Box 34"/>
          <p:cNvSpPr txBox="1">
            <a:spLocks noChangeArrowheads="1"/>
          </p:cNvSpPr>
          <p:nvPr/>
        </p:nvSpPr>
        <p:spPr bwMode="auto">
          <a:xfrm>
            <a:off x="6597848" y="2809066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(f)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7482918" y="2778109"/>
            <a:ext cx="2508087" cy="523220"/>
            <a:chOff x="7332009" y="5971488"/>
            <a:chExt cx="2508087" cy="523220"/>
          </a:xfrm>
        </p:grpSpPr>
        <p:sp>
          <p:nvSpPr>
            <p:cNvPr id="96" name="Text Box 3"/>
            <p:cNvSpPr txBox="1">
              <a:spLocks noChangeArrowheads="1"/>
            </p:cNvSpPr>
            <p:nvPr/>
          </p:nvSpPr>
          <p:spPr bwMode="auto">
            <a:xfrm>
              <a:off x="7332009" y="5971488"/>
              <a:ext cx="25080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]·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↓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endPara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7" name="直接连接符 96"/>
            <p:cNvCxnSpPr/>
            <p:nvPr/>
          </p:nvCxnSpPr>
          <p:spPr>
            <a:xfrm>
              <a:off x="8429429" y="6053247"/>
              <a:ext cx="19303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Text Box 34"/>
          <p:cNvSpPr txBox="1">
            <a:spLocks noChangeArrowheads="1"/>
          </p:cNvSpPr>
          <p:nvPr/>
        </p:nvSpPr>
        <p:spPr bwMode="auto">
          <a:xfrm>
            <a:off x="555784" y="5891164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(g)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1440854" y="5860207"/>
            <a:ext cx="2508087" cy="523220"/>
            <a:chOff x="7332009" y="5971488"/>
            <a:chExt cx="2508087" cy="523220"/>
          </a:xfrm>
        </p:grpSpPr>
        <p:sp>
          <p:nvSpPr>
            <p:cNvPr id="100" name="Text Box 3"/>
            <p:cNvSpPr txBox="1">
              <a:spLocks noChangeArrowheads="1"/>
            </p:cNvSpPr>
            <p:nvPr/>
          </p:nvSpPr>
          <p:spPr bwMode="auto">
            <a:xfrm>
              <a:off x="7332009" y="5971488"/>
              <a:ext cx="25080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5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50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]·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CP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↓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endPara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1" name="直接连接符 100"/>
            <p:cNvCxnSpPr/>
            <p:nvPr/>
          </p:nvCxnSpPr>
          <p:spPr>
            <a:xfrm>
              <a:off x="8429429" y="6053247"/>
              <a:ext cx="19303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 Box 34"/>
          <p:cNvSpPr txBox="1">
            <a:spLocks noChangeArrowheads="1"/>
          </p:cNvSpPr>
          <p:nvPr/>
        </p:nvSpPr>
        <p:spPr bwMode="auto">
          <a:xfrm>
            <a:off x="6446939" y="6002445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(h)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" name="Text Box 3"/>
          <p:cNvSpPr txBox="1">
            <a:spLocks noChangeArrowheads="1"/>
          </p:cNvSpPr>
          <p:nvPr/>
        </p:nvSpPr>
        <p:spPr bwMode="auto">
          <a:xfrm>
            <a:off x="7332009" y="5971488"/>
            <a:ext cx="25080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800" i="1" baseline="5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aseline="5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]·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4" grpId="0"/>
      <p:bldP spid="98" grpId="0"/>
      <p:bldP spid="102" grpId="0"/>
      <p:bldP spid="10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10845" y="542965"/>
            <a:ext cx="793273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71525" indent="-771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5615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77520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79425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81330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859028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04748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950468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996188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4.8</a:t>
            </a:r>
            <a:r>
              <a:rPr kumimoji="0"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kumimoji="0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画出图</a:t>
            </a:r>
            <a:r>
              <a:rPr kumimoji="0"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P4.8</a:t>
            </a:r>
            <a:r>
              <a:rPr kumimoji="0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中</a:t>
            </a:r>
            <a:r>
              <a:rPr kumimoji="0"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Q</a:t>
            </a:r>
            <a:r>
              <a:rPr kumimoji="0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端的波形。设初态为</a:t>
            </a:r>
            <a:r>
              <a:rPr kumimoji="0"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kumimoji="0"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r>
              <a:rPr kumimoji="0" lang="en-US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kumimoji="0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kumimoji="0" lang="zh-CN" altLang="en-US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1330712" y="1516567"/>
            <a:ext cx="5638800" cy="596900"/>
            <a:chOff x="1344" y="1184"/>
            <a:chExt cx="3552" cy="376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344" y="1184"/>
              <a:ext cx="432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V="1">
              <a:off x="2016" y="1200"/>
              <a:ext cx="288" cy="0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2304" y="1200"/>
              <a:ext cx="0" cy="336"/>
            </a:xfrm>
            <a:prstGeom prst="line">
              <a:avLst/>
            </a:prstGeom>
            <a:noFill/>
            <a:ln w="28575">
              <a:solidFill>
                <a:srgbClr val="00757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2304" y="1536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2592" y="1200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592" y="1200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880" y="1200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880" y="1536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3168" y="1200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68" y="1200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3456" y="1200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3456" y="1536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V="1">
              <a:off x="3744" y="1200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744" y="1200"/>
              <a:ext cx="293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4032" y="1208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037" y="1544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4320" y="1200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4325" y="1200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608" y="1200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V="1">
              <a:off x="4608" y="1536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2016" y="1200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728" y="1536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Group 26"/>
          <p:cNvGrpSpPr/>
          <p:nvPr/>
        </p:nvGrpSpPr>
        <p:grpSpPr bwMode="auto">
          <a:xfrm>
            <a:off x="2397512" y="2075367"/>
            <a:ext cx="3657600" cy="1651000"/>
            <a:chOff x="2016" y="1536"/>
            <a:chExt cx="2304" cy="1056"/>
          </a:xfrm>
        </p:grpSpPr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2016" y="1536"/>
              <a:ext cx="0" cy="10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3168" y="1536"/>
              <a:ext cx="0" cy="10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2592" y="1536"/>
              <a:ext cx="0" cy="10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3744" y="1536"/>
              <a:ext cx="0" cy="10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4320" y="1536"/>
              <a:ext cx="0" cy="10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" name="Line 32"/>
          <p:cNvSpPr>
            <a:spLocks noChangeShapeType="1"/>
          </p:cNvSpPr>
          <p:nvPr/>
        </p:nvSpPr>
        <p:spPr bwMode="auto">
          <a:xfrm flipV="1">
            <a:off x="1940312" y="3726367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3" name="Group 33"/>
          <p:cNvGrpSpPr/>
          <p:nvPr/>
        </p:nvGrpSpPr>
        <p:grpSpPr bwMode="auto">
          <a:xfrm>
            <a:off x="2397512" y="3192967"/>
            <a:ext cx="914400" cy="533400"/>
            <a:chOff x="2016" y="2208"/>
            <a:chExt cx="576" cy="336"/>
          </a:xfrm>
        </p:grpSpPr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2016" y="2208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>
              <a:off x="2016" y="2208"/>
              <a:ext cx="5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" name="Group 36"/>
          <p:cNvGrpSpPr/>
          <p:nvPr/>
        </p:nvGrpSpPr>
        <p:grpSpPr bwMode="auto">
          <a:xfrm>
            <a:off x="3311912" y="3192967"/>
            <a:ext cx="914400" cy="533400"/>
            <a:chOff x="2592" y="2208"/>
            <a:chExt cx="576" cy="336"/>
          </a:xfrm>
        </p:grpSpPr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2592" y="2208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 flipV="1">
              <a:off x="2592" y="2544"/>
              <a:ext cx="5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Line 40"/>
          <p:cNvSpPr>
            <a:spLocks noChangeShapeType="1"/>
          </p:cNvSpPr>
          <p:nvPr/>
        </p:nvSpPr>
        <p:spPr bwMode="auto">
          <a:xfrm>
            <a:off x="4226312" y="3192967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Line 41"/>
          <p:cNvSpPr>
            <a:spLocks noChangeShapeType="1"/>
          </p:cNvSpPr>
          <p:nvPr/>
        </p:nvSpPr>
        <p:spPr bwMode="auto">
          <a:xfrm>
            <a:off x="4226312" y="3192967"/>
            <a:ext cx="9144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Text Box 42"/>
          <p:cNvSpPr txBox="1">
            <a:spLocks noChangeArrowheads="1"/>
          </p:cNvSpPr>
          <p:nvPr/>
        </p:nvSpPr>
        <p:spPr bwMode="auto">
          <a:xfrm>
            <a:off x="1390906" y="3161380"/>
            <a:ext cx="457200" cy="596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endParaRPr lang="en-US" altLang="zh-CN" sz="2800" b="1" i="1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2" name="Group 43"/>
          <p:cNvGrpSpPr/>
          <p:nvPr/>
        </p:nvGrpSpPr>
        <p:grpSpPr bwMode="auto">
          <a:xfrm>
            <a:off x="1406912" y="2354767"/>
            <a:ext cx="5562600" cy="596900"/>
            <a:chOff x="1392" y="1392"/>
            <a:chExt cx="3504" cy="376"/>
          </a:xfrm>
        </p:grpSpPr>
        <p:sp>
          <p:nvSpPr>
            <p:cNvPr id="43" name="Text Box 44"/>
            <p:cNvSpPr txBox="1">
              <a:spLocks noChangeArrowheads="1"/>
            </p:cNvSpPr>
            <p:nvPr/>
          </p:nvSpPr>
          <p:spPr bwMode="auto">
            <a:xfrm>
              <a:off x="1392" y="1441"/>
              <a:ext cx="3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 flipV="1">
              <a:off x="2160" y="1392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2160" y="1392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1728" y="1728"/>
              <a:ext cx="432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48"/>
            <p:cNvSpPr>
              <a:spLocks noChangeShapeType="1"/>
            </p:cNvSpPr>
            <p:nvPr/>
          </p:nvSpPr>
          <p:spPr bwMode="auto">
            <a:xfrm>
              <a:off x="2448" y="1392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49"/>
            <p:cNvSpPr>
              <a:spLocks noChangeShapeType="1"/>
            </p:cNvSpPr>
            <p:nvPr/>
          </p:nvSpPr>
          <p:spPr bwMode="auto">
            <a:xfrm>
              <a:off x="2448" y="1728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 flipV="1">
              <a:off x="2736" y="1392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 flipV="1">
              <a:off x="3024" y="1728"/>
              <a:ext cx="576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 flipV="1">
              <a:off x="2736" y="1392"/>
              <a:ext cx="2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>
              <a:off x="3024" y="1392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54"/>
            <p:cNvSpPr>
              <a:spLocks noChangeShapeType="1"/>
            </p:cNvSpPr>
            <p:nvPr/>
          </p:nvSpPr>
          <p:spPr bwMode="auto">
            <a:xfrm>
              <a:off x="3600" y="1392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55"/>
            <p:cNvSpPr>
              <a:spLocks noChangeShapeType="1"/>
            </p:cNvSpPr>
            <p:nvPr/>
          </p:nvSpPr>
          <p:spPr bwMode="auto">
            <a:xfrm flipV="1">
              <a:off x="3600" y="1392"/>
              <a:ext cx="912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56"/>
            <p:cNvSpPr>
              <a:spLocks noChangeShapeType="1"/>
            </p:cNvSpPr>
            <p:nvPr/>
          </p:nvSpPr>
          <p:spPr bwMode="auto">
            <a:xfrm>
              <a:off x="4512" y="1392"/>
              <a:ext cx="0" cy="33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57"/>
            <p:cNvSpPr>
              <a:spLocks noChangeShapeType="1"/>
            </p:cNvSpPr>
            <p:nvPr/>
          </p:nvSpPr>
          <p:spPr bwMode="auto">
            <a:xfrm flipV="1">
              <a:off x="4512" y="1728"/>
              <a:ext cx="384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7" name="Text Box 58"/>
          <p:cNvSpPr txBox="1">
            <a:spLocks noChangeArrowheads="1"/>
          </p:cNvSpPr>
          <p:nvPr/>
        </p:nvSpPr>
        <p:spPr bwMode="auto">
          <a:xfrm>
            <a:off x="873512" y="4210282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解：特征方程为：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8" name="Group 59"/>
          <p:cNvGrpSpPr/>
          <p:nvPr/>
        </p:nvGrpSpPr>
        <p:grpSpPr bwMode="auto">
          <a:xfrm>
            <a:off x="4162983" y="4210278"/>
            <a:ext cx="2644774" cy="523875"/>
            <a:chOff x="2631" y="2448"/>
            <a:chExt cx="1666" cy="330"/>
          </a:xfrm>
        </p:grpSpPr>
        <p:sp>
          <p:nvSpPr>
            <p:cNvPr id="59" name="Text Box 60"/>
            <p:cNvSpPr txBox="1">
              <a:spLocks noChangeArrowheads="1"/>
            </p:cNvSpPr>
            <p:nvPr/>
          </p:nvSpPr>
          <p:spPr bwMode="auto">
            <a:xfrm>
              <a:off x="2631" y="2448"/>
              <a:ext cx="16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800" b="0" i="1" u="none" strike="noStrike" kern="0" cap="none" spc="0" normalizeH="0" baseline="5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800" b="0" i="0" u="none" strike="noStrike" kern="0" cap="none" spc="0" normalizeH="0" baseline="5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+1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en-US" altLang="zh-CN" sz="2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800" b="0" i="1" u="none" strike="noStrike" kern="0" cap="none" spc="0" normalizeH="0" baseline="50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⊕</a:t>
              </a:r>
              <a:r>
                <a:rPr kumimoji="0" lang="en-US" altLang="zh-CN" sz="28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Line 61"/>
            <p:cNvSpPr>
              <a:spLocks noChangeShapeType="1"/>
            </p:cNvSpPr>
            <p:nvPr/>
          </p:nvSpPr>
          <p:spPr bwMode="auto">
            <a:xfrm>
              <a:off x="3544" y="2496"/>
              <a:ext cx="96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" name="Text Box 62"/>
          <p:cNvSpPr txBox="1">
            <a:spLocks noChangeArrowheads="1"/>
          </p:cNvSpPr>
          <p:nvPr/>
        </p:nvSpPr>
        <p:spPr bwMode="auto">
          <a:xfrm>
            <a:off x="1620935" y="4915654"/>
            <a:ext cx="35197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端波形如上所示。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Line 65"/>
          <p:cNvSpPr>
            <a:spLocks noChangeShapeType="1"/>
          </p:cNvSpPr>
          <p:nvPr/>
        </p:nvSpPr>
        <p:spPr bwMode="auto">
          <a:xfrm flipV="1">
            <a:off x="6055112" y="3199317"/>
            <a:ext cx="9144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Line 66"/>
          <p:cNvSpPr>
            <a:spLocks noChangeShapeType="1"/>
          </p:cNvSpPr>
          <p:nvPr/>
        </p:nvSpPr>
        <p:spPr bwMode="auto">
          <a:xfrm flipV="1">
            <a:off x="5140712" y="3199317"/>
            <a:ext cx="9144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4" t="60312" r="68645" b="30824"/>
          <a:stretch>
            <a:fillRect/>
          </a:stretch>
        </p:blipFill>
        <p:spPr bwMode="auto">
          <a:xfrm>
            <a:off x="7426711" y="1572391"/>
            <a:ext cx="4263482" cy="172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2" grpId="0" animBg="1"/>
      <p:bldP spid="39" grpId="0" animBg="1"/>
      <p:bldP spid="40" grpId="0" animBg="1"/>
      <p:bldP spid="41" grpId="0" autoUpdateAnimBg="0"/>
      <p:bldP spid="57" grpId="0" autoUpdateAnimBg="0"/>
      <p:bldP spid="61" grpId="0" autoUpdateAnimBg="0"/>
      <p:bldP spid="62" grpId="0" animBg="1"/>
      <p:bldP spid="6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dirty="0"/>
              <a:t>第</a:t>
            </a:r>
            <a:r>
              <a:rPr lang="en-US" altLang="zh-CN" sz="6000" dirty="0"/>
              <a:t>5</a:t>
            </a:r>
            <a:r>
              <a:rPr lang="zh-CN" altLang="en-US" sz="6000" dirty="0"/>
              <a:t>章 习题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57" y="525024"/>
            <a:ext cx="11282289" cy="520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5.3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试分析图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P5.1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构成的同步计数器电路，画出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状态转移图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并说明有无自启动性。</a:t>
            </a:r>
            <a:endParaRPr kumimoji="1"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505452" y="1251047"/>
            <a:ext cx="276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解：激励方程：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505452" y="1927147"/>
            <a:ext cx="18549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105456" y="1881844"/>
            <a:ext cx="3513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kumimoji="1" lang="en-US" altLang="zh-CN" sz="2800" b="1" baseline="30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6505452" y="2577787"/>
            <a:ext cx="31454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800" b="1" baseline="30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505452" y="3322321"/>
            <a:ext cx="2051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状态方程：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505452" y="4020317"/>
            <a:ext cx="29274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=[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 ·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CP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6505452" y="4718313"/>
            <a:ext cx="53992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]·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CP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505452" y="5414256"/>
            <a:ext cx="53094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]·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CP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" name="Group 76"/>
          <p:cNvGrpSpPr/>
          <p:nvPr/>
        </p:nvGrpSpPr>
        <p:grpSpPr bwMode="auto">
          <a:xfrm>
            <a:off x="519613" y="3681151"/>
            <a:ext cx="3709987" cy="2104994"/>
            <a:chOff x="3718" y="1656"/>
            <a:chExt cx="1416" cy="725"/>
          </a:xfrm>
        </p:grpSpPr>
        <p:sp>
          <p:nvSpPr>
            <p:cNvPr id="16" name="Oval 11"/>
            <p:cNvSpPr>
              <a:spLocks noChangeArrowheads="1"/>
            </p:cNvSpPr>
            <p:nvPr/>
          </p:nvSpPr>
          <p:spPr bwMode="auto">
            <a:xfrm>
              <a:off x="3718" y="1918"/>
              <a:ext cx="384" cy="1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000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Oval 12"/>
            <p:cNvSpPr>
              <a:spLocks noChangeArrowheads="1"/>
            </p:cNvSpPr>
            <p:nvPr/>
          </p:nvSpPr>
          <p:spPr bwMode="auto">
            <a:xfrm>
              <a:off x="4222" y="1894"/>
              <a:ext cx="384" cy="1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001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Oval 13"/>
            <p:cNvSpPr>
              <a:spLocks noChangeArrowheads="1"/>
            </p:cNvSpPr>
            <p:nvPr/>
          </p:nvSpPr>
          <p:spPr bwMode="auto">
            <a:xfrm>
              <a:off x="4726" y="1894"/>
              <a:ext cx="384" cy="1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010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3742" y="2193"/>
              <a:ext cx="384" cy="1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101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Oval 7"/>
            <p:cNvSpPr>
              <a:spLocks noChangeArrowheads="1"/>
            </p:cNvSpPr>
            <p:nvPr/>
          </p:nvSpPr>
          <p:spPr bwMode="auto">
            <a:xfrm>
              <a:off x="4246" y="2193"/>
              <a:ext cx="384" cy="1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Oval 8"/>
            <p:cNvSpPr>
              <a:spLocks noChangeArrowheads="1"/>
            </p:cNvSpPr>
            <p:nvPr/>
          </p:nvSpPr>
          <p:spPr bwMode="auto">
            <a:xfrm>
              <a:off x="4750" y="2193"/>
              <a:ext cx="384" cy="1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011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3853" y="1656"/>
              <a:ext cx="384" cy="1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dirty="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</a:t>
              </a:r>
              <a:endParaRPr kumimoji="1"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Oval 18"/>
            <p:cNvSpPr>
              <a:spLocks noChangeArrowheads="1"/>
            </p:cNvSpPr>
            <p:nvPr/>
          </p:nvSpPr>
          <p:spPr bwMode="auto">
            <a:xfrm>
              <a:off x="4447" y="1656"/>
              <a:ext cx="384" cy="1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dirty="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110</a:t>
              </a:r>
              <a:endParaRPr kumimoji="1"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4102" y="2014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4606" y="2014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16"/>
            <p:cNvSpPr>
              <a:spLocks noChangeShapeType="1"/>
            </p:cNvSpPr>
            <p:nvPr/>
          </p:nvSpPr>
          <p:spPr bwMode="auto">
            <a:xfrm>
              <a:off x="4918" y="2089"/>
              <a:ext cx="0" cy="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5"/>
            <p:cNvSpPr>
              <a:spLocks noChangeShapeType="1"/>
            </p:cNvSpPr>
            <p:nvPr/>
          </p:nvSpPr>
          <p:spPr bwMode="auto">
            <a:xfrm flipH="1">
              <a:off x="4630" y="2291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9"/>
            <p:cNvSpPr>
              <a:spLocks noChangeShapeType="1"/>
            </p:cNvSpPr>
            <p:nvPr/>
          </p:nvSpPr>
          <p:spPr bwMode="auto">
            <a:xfrm flipH="1">
              <a:off x="4126" y="2301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 flipV="1">
              <a:off x="3909" y="2113"/>
              <a:ext cx="0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20"/>
            <p:cNvSpPr>
              <a:spLocks noChangeShapeType="1"/>
            </p:cNvSpPr>
            <p:nvPr/>
          </p:nvSpPr>
          <p:spPr bwMode="auto">
            <a:xfrm flipH="1">
              <a:off x="4246" y="1751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 flipH="1">
              <a:off x="3919" y="1834"/>
              <a:ext cx="75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" name="Rectangle 77"/>
          <p:cNvSpPr>
            <a:spLocks noChangeArrowheads="1"/>
          </p:cNvSpPr>
          <p:nvPr/>
        </p:nvSpPr>
        <p:spPr bwMode="auto">
          <a:xfrm>
            <a:off x="323557" y="3020007"/>
            <a:ext cx="2051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状态转移图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Oval 18"/>
          <p:cNvSpPr>
            <a:spLocks noChangeArrowheads="1"/>
          </p:cNvSpPr>
          <p:nvPr/>
        </p:nvSpPr>
        <p:spPr bwMode="auto">
          <a:xfrm>
            <a:off x="2593827" y="2991230"/>
            <a:ext cx="1434011" cy="59064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lIns="0" rIns="0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Rectangle 78"/>
          <p:cNvSpPr>
            <a:spLocks noChangeArrowheads="1"/>
          </p:cNvSpPr>
          <p:nvPr/>
        </p:nvSpPr>
        <p:spPr bwMode="auto">
          <a:xfrm>
            <a:off x="588738" y="6040586"/>
            <a:ext cx="3740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该电路具有自启动性。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5" name="图片 34"/>
          <p:cNvPicPr/>
          <p:nvPr/>
        </p:nvPicPr>
        <p:blipFill>
          <a:blip r:embed="rId1"/>
          <a:stretch>
            <a:fillRect/>
          </a:stretch>
        </p:blipFill>
        <p:spPr>
          <a:xfrm>
            <a:off x="323557" y="949186"/>
            <a:ext cx="5133346" cy="20275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32" grpId="0"/>
      <p:bldP spid="33" grpId="0" animBg="1"/>
      <p:bldP spid="3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48625" y="512553"/>
            <a:ext cx="6891337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5.14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试写出图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P5.7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中各电路的状态转移表。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599895" y="4504828"/>
            <a:ext cx="5261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81350" algn="l"/>
              </a:tabLst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35845" y="1851524"/>
            <a:ext cx="4131713" cy="2224088"/>
            <a:chOff x="454576" y="1628776"/>
            <a:chExt cx="4131713" cy="2224088"/>
          </a:xfrm>
        </p:grpSpPr>
        <p:sp>
          <p:nvSpPr>
            <p:cNvPr id="10" name="Rectangle 170"/>
            <p:cNvSpPr>
              <a:spLocks noChangeArrowheads="1"/>
            </p:cNvSpPr>
            <p:nvPr/>
          </p:nvSpPr>
          <p:spPr bwMode="auto">
            <a:xfrm>
              <a:off x="1331912" y="2349501"/>
              <a:ext cx="2328863" cy="110060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Line 171"/>
            <p:cNvSpPr>
              <a:spLocks noChangeShapeType="1"/>
            </p:cNvSpPr>
            <p:nvPr/>
          </p:nvSpPr>
          <p:spPr bwMode="auto">
            <a:xfrm>
              <a:off x="3660775" y="2863851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72"/>
            <p:cNvSpPr>
              <a:spLocks noChangeArrowheads="1"/>
            </p:cNvSpPr>
            <p:nvPr/>
          </p:nvSpPr>
          <p:spPr bwMode="auto">
            <a:xfrm>
              <a:off x="3389312" y="2760663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Line 173"/>
            <p:cNvSpPr>
              <a:spLocks noChangeShapeType="1"/>
            </p:cNvSpPr>
            <p:nvPr/>
          </p:nvSpPr>
          <p:spPr bwMode="auto">
            <a:xfrm>
              <a:off x="3660775" y="255428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Rectangle 174"/>
            <p:cNvSpPr>
              <a:spLocks noChangeArrowheads="1"/>
            </p:cNvSpPr>
            <p:nvPr/>
          </p:nvSpPr>
          <p:spPr bwMode="auto">
            <a:xfrm>
              <a:off x="3389312" y="2451101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Oval 175"/>
            <p:cNvSpPr>
              <a:spLocks noChangeArrowheads="1"/>
            </p:cNvSpPr>
            <p:nvPr/>
          </p:nvSpPr>
          <p:spPr bwMode="auto">
            <a:xfrm>
              <a:off x="1216025" y="3109913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Line 176"/>
            <p:cNvSpPr>
              <a:spLocks noChangeShapeType="1"/>
            </p:cNvSpPr>
            <p:nvPr/>
          </p:nvSpPr>
          <p:spPr bwMode="auto">
            <a:xfrm flipH="1">
              <a:off x="944562" y="3171826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Rectangle 177"/>
            <p:cNvSpPr>
              <a:spLocks noChangeArrowheads="1"/>
            </p:cNvSpPr>
            <p:nvPr/>
          </p:nvSpPr>
          <p:spPr bwMode="auto">
            <a:xfrm>
              <a:off x="1449387" y="3068638"/>
              <a:ext cx="32380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 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Line 178"/>
            <p:cNvSpPr>
              <a:spLocks noChangeShapeType="1"/>
            </p:cNvSpPr>
            <p:nvPr/>
          </p:nvSpPr>
          <p:spPr bwMode="auto">
            <a:xfrm>
              <a:off x="3660775" y="3171826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179"/>
            <p:cNvSpPr>
              <a:spLocks noChangeShapeType="1"/>
            </p:cNvSpPr>
            <p:nvPr/>
          </p:nvSpPr>
          <p:spPr bwMode="auto">
            <a:xfrm flipV="1">
              <a:off x="1905000" y="1927226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180"/>
            <p:cNvSpPr>
              <a:spLocks noChangeShapeType="1"/>
            </p:cNvSpPr>
            <p:nvPr/>
          </p:nvSpPr>
          <p:spPr bwMode="auto">
            <a:xfrm flipH="1">
              <a:off x="944562" y="255428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181"/>
            <p:cNvSpPr>
              <a:spLocks noChangeArrowheads="1"/>
            </p:cNvSpPr>
            <p:nvPr/>
          </p:nvSpPr>
          <p:spPr bwMode="auto">
            <a:xfrm>
              <a:off x="1449387" y="2451101"/>
              <a:ext cx="28373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Line 182"/>
            <p:cNvSpPr>
              <a:spLocks noChangeShapeType="1"/>
            </p:cNvSpPr>
            <p:nvPr/>
          </p:nvSpPr>
          <p:spPr bwMode="auto">
            <a:xfrm flipV="1">
              <a:off x="2301875" y="193675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183"/>
            <p:cNvSpPr>
              <a:spLocks noChangeShapeType="1"/>
            </p:cNvSpPr>
            <p:nvPr/>
          </p:nvSpPr>
          <p:spPr bwMode="auto">
            <a:xfrm flipV="1">
              <a:off x="2660611" y="193675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Line 184"/>
            <p:cNvSpPr>
              <a:spLocks noChangeShapeType="1"/>
            </p:cNvSpPr>
            <p:nvPr/>
          </p:nvSpPr>
          <p:spPr bwMode="auto">
            <a:xfrm flipV="1">
              <a:off x="3078162" y="193675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Line 185"/>
            <p:cNvSpPr>
              <a:spLocks noChangeShapeType="1"/>
            </p:cNvSpPr>
            <p:nvPr/>
          </p:nvSpPr>
          <p:spPr bwMode="auto">
            <a:xfrm>
              <a:off x="1914525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Line 186"/>
            <p:cNvSpPr>
              <a:spLocks noChangeShapeType="1"/>
            </p:cNvSpPr>
            <p:nvPr/>
          </p:nvSpPr>
          <p:spPr bwMode="auto">
            <a:xfrm>
              <a:off x="2301875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Line 187"/>
            <p:cNvSpPr>
              <a:spLocks noChangeShapeType="1"/>
            </p:cNvSpPr>
            <p:nvPr/>
          </p:nvSpPr>
          <p:spPr bwMode="auto">
            <a:xfrm>
              <a:off x="2690812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Line 188"/>
            <p:cNvSpPr>
              <a:spLocks noChangeShapeType="1"/>
            </p:cNvSpPr>
            <p:nvPr/>
          </p:nvSpPr>
          <p:spPr bwMode="auto">
            <a:xfrm>
              <a:off x="3078162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Rectangle 189"/>
            <p:cNvSpPr>
              <a:spLocks noChangeArrowheads="1"/>
            </p:cNvSpPr>
            <p:nvPr/>
          </p:nvSpPr>
          <p:spPr bwMode="auto">
            <a:xfrm>
              <a:off x="2244725" y="2740026"/>
              <a:ext cx="561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74161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190"/>
            <p:cNvSpPr>
              <a:spLocks noChangeArrowheads="1"/>
            </p:cNvSpPr>
            <p:nvPr/>
          </p:nvSpPr>
          <p:spPr bwMode="auto">
            <a:xfrm>
              <a:off x="1836737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193"/>
            <p:cNvSpPr>
              <a:spLocks noChangeArrowheads="1"/>
            </p:cNvSpPr>
            <p:nvPr/>
          </p:nvSpPr>
          <p:spPr bwMode="auto">
            <a:xfrm>
              <a:off x="1992312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194"/>
            <p:cNvSpPr>
              <a:spLocks noChangeArrowheads="1"/>
            </p:cNvSpPr>
            <p:nvPr/>
          </p:nvSpPr>
          <p:spPr bwMode="auto">
            <a:xfrm>
              <a:off x="2379662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195"/>
            <p:cNvSpPr>
              <a:spLocks noChangeArrowheads="1"/>
            </p:cNvSpPr>
            <p:nvPr/>
          </p:nvSpPr>
          <p:spPr bwMode="auto">
            <a:xfrm>
              <a:off x="2768600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196"/>
            <p:cNvSpPr>
              <a:spLocks noChangeArrowheads="1"/>
            </p:cNvSpPr>
            <p:nvPr/>
          </p:nvSpPr>
          <p:spPr bwMode="auto">
            <a:xfrm>
              <a:off x="3155950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197"/>
            <p:cNvSpPr>
              <a:spLocks noChangeArrowheads="1"/>
            </p:cNvSpPr>
            <p:nvPr/>
          </p:nvSpPr>
          <p:spPr bwMode="auto">
            <a:xfrm>
              <a:off x="2224087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198"/>
            <p:cNvSpPr>
              <a:spLocks noChangeArrowheads="1"/>
            </p:cNvSpPr>
            <p:nvPr/>
          </p:nvSpPr>
          <p:spPr bwMode="auto">
            <a:xfrm>
              <a:off x="2613025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199"/>
            <p:cNvSpPr>
              <a:spLocks noChangeArrowheads="1"/>
            </p:cNvSpPr>
            <p:nvPr/>
          </p:nvSpPr>
          <p:spPr bwMode="auto">
            <a:xfrm>
              <a:off x="3000375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200"/>
            <p:cNvSpPr>
              <a:spLocks noChangeArrowheads="1"/>
            </p:cNvSpPr>
            <p:nvPr/>
          </p:nvSpPr>
          <p:spPr bwMode="auto">
            <a:xfrm>
              <a:off x="1836737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01"/>
            <p:cNvSpPr>
              <a:spLocks noChangeArrowheads="1"/>
            </p:cNvSpPr>
            <p:nvPr/>
          </p:nvSpPr>
          <p:spPr bwMode="auto">
            <a:xfrm>
              <a:off x="1992312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02"/>
            <p:cNvSpPr>
              <a:spLocks noChangeArrowheads="1"/>
            </p:cNvSpPr>
            <p:nvPr/>
          </p:nvSpPr>
          <p:spPr bwMode="auto">
            <a:xfrm>
              <a:off x="2379662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03"/>
            <p:cNvSpPr>
              <a:spLocks noChangeArrowheads="1"/>
            </p:cNvSpPr>
            <p:nvPr/>
          </p:nvSpPr>
          <p:spPr bwMode="auto">
            <a:xfrm>
              <a:off x="2768600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204"/>
            <p:cNvSpPr>
              <a:spLocks noChangeArrowheads="1"/>
            </p:cNvSpPr>
            <p:nvPr/>
          </p:nvSpPr>
          <p:spPr bwMode="auto">
            <a:xfrm>
              <a:off x="3155950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206"/>
            <p:cNvSpPr>
              <a:spLocks noChangeArrowheads="1"/>
            </p:cNvSpPr>
            <p:nvPr/>
          </p:nvSpPr>
          <p:spPr bwMode="auto">
            <a:xfrm>
              <a:off x="2224088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207"/>
            <p:cNvSpPr>
              <a:spLocks noChangeArrowheads="1"/>
            </p:cNvSpPr>
            <p:nvPr/>
          </p:nvSpPr>
          <p:spPr bwMode="auto">
            <a:xfrm>
              <a:off x="2613025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208"/>
            <p:cNvSpPr>
              <a:spLocks noChangeArrowheads="1"/>
            </p:cNvSpPr>
            <p:nvPr/>
          </p:nvSpPr>
          <p:spPr bwMode="auto">
            <a:xfrm>
              <a:off x="3000375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Oval 209"/>
            <p:cNvSpPr>
              <a:spLocks noChangeArrowheads="1"/>
            </p:cNvSpPr>
            <p:nvPr/>
          </p:nvSpPr>
          <p:spPr bwMode="auto">
            <a:xfrm>
              <a:off x="1216025" y="2801938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Line 210"/>
            <p:cNvSpPr>
              <a:spLocks noChangeShapeType="1"/>
            </p:cNvSpPr>
            <p:nvPr/>
          </p:nvSpPr>
          <p:spPr bwMode="auto">
            <a:xfrm flipH="1">
              <a:off x="944563" y="2863851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Rectangle 211"/>
            <p:cNvSpPr>
              <a:spLocks noChangeArrowheads="1"/>
            </p:cNvSpPr>
            <p:nvPr/>
          </p:nvSpPr>
          <p:spPr bwMode="auto">
            <a:xfrm>
              <a:off x="1449388" y="2760663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Freeform 212"/>
            <p:cNvSpPr/>
            <p:nvPr/>
          </p:nvSpPr>
          <p:spPr bwMode="auto">
            <a:xfrm>
              <a:off x="3573463" y="3068638"/>
              <a:ext cx="77788" cy="206375"/>
            </a:xfrm>
            <a:custGeom>
              <a:avLst/>
              <a:gdLst>
                <a:gd name="T0" fmla="*/ 49 w 49"/>
                <a:gd name="T1" fmla="*/ 130 h 130"/>
                <a:gd name="T2" fmla="*/ 0 w 49"/>
                <a:gd name="T3" fmla="*/ 65 h 130"/>
                <a:gd name="T4" fmla="*/ 49 w 49"/>
                <a:gd name="T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130">
                  <a:moveTo>
                    <a:pt x="49" y="130"/>
                  </a:moveTo>
                  <a:lnTo>
                    <a:pt x="0" y="65"/>
                  </a:lnTo>
                  <a:lnTo>
                    <a:pt x="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Line 213"/>
            <p:cNvSpPr>
              <a:spLocks noChangeShapeType="1"/>
            </p:cNvSpPr>
            <p:nvPr/>
          </p:nvSpPr>
          <p:spPr bwMode="auto">
            <a:xfrm>
              <a:off x="1477963" y="2778126"/>
              <a:ext cx="193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Line 214"/>
            <p:cNvSpPr>
              <a:spLocks noChangeShapeType="1"/>
            </p:cNvSpPr>
            <p:nvPr/>
          </p:nvSpPr>
          <p:spPr bwMode="auto">
            <a:xfrm>
              <a:off x="1449387" y="3086101"/>
              <a:ext cx="2524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Rectangle 215"/>
            <p:cNvSpPr>
              <a:spLocks noChangeArrowheads="1"/>
            </p:cNvSpPr>
            <p:nvPr/>
          </p:nvSpPr>
          <p:spPr bwMode="auto">
            <a:xfrm>
              <a:off x="3271838" y="3068638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261"/>
            <p:cNvSpPr>
              <a:spLocks noChangeArrowheads="1"/>
            </p:cNvSpPr>
            <p:nvPr/>
          </p:nvSpPr>
          <p:spPr bwMode="auto">
            <a:xfrm>
              <a:off x="1022350" y="1628776"/>
              <a:ext cx="387350" cy="411163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Line 262"/>
            <p:cNvSpPr>
              <a:spLocks noChangeShapeType="1"/>
            </p:cNvSpPr>
            <p:nvPr/>
          </p:nvSpPr>
          <p:spPr bwMode="auto">
            <a:xfrm>
              <a:off x="1409700" y="1936751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Line 263"/>
            <p:cNvSpPr>
              <a:spLocks noChangeShapeType="1"/>
            </p:cNvSpPr>
            <p:nvPr/>
          </p:nvSpPr>
          <p:spPr bwMode="auto">
            <a:xfrm>
              <a:off x="1409700" y="1730376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Oval 264"/>
            <p:cNvSpPr>
              <a:spLocks noChangeArrowheads="1"/>
            </p:cNvSpPr>
            <p:nvPr/>
          </p:nvSpPr>
          <p:spPr bwMode="auto">
            <a:xfrm>
              <a:off x="904875" y="1771651"/>
              <a:ext cx="117475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Line 265"/>
            <p:cNvSpPr>
              <a:spLocks noChangeShapeType="1"/>
            </p:cNvSpPr>
            <p:nvPr/>
          </p:nvSpPr>
          <p:spPr bwMode="auto">
            <a:xfrm flipH="1">
              <a:off x="614362" y="1833563"/>
              <a:ext cx="2905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Rectangle 266"/>
            <p:cNvSpPr>
              <a:spLocks noChangeArrowheads="1"/>
            </p:cNvSpPr>
            <p:nvPr/>
          </p:nvSpPr>
          <p:spPr bwMode="auto">
            <a:xfrm>
              <a:off x="1100138" y="1647826"/>
              <a:ext cx="2714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&amp;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Line 267"/>
            <p:cNvSpPr>
              <a:spLocks noChangeShapeType="1"/>
            </p:cNvSpPr>
            <p:nvPr/>
          </p:nvSpPr>
          <p:spPr bwMode="auto">
            <a:xfrm>
              <a:off x="1758950" y="1936751"/>
              <a:ext cx="13652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68"/>
            <p:cNvSpPr/>
            <p:nvPr/>
          </p:nvSpPr>
          <p:spPr bwMode="auto">
            <a:xfrm>
              <a:off x="1749425" y="1730376"/>
              <a:ext cx="912813" cy="268288"/>
            </a:xfrm>
            <a:custGeom>
              <a:avLst/>
              <a:gdLst>
                <a:gd name="T0" fmla="*/ 0 w 575"/>
                <a:gd name="T1" fmla="*/ 0 h 169"/>
                <a:gd name="T2" fmla="*/ 575 w 575"/>
                <a:gd name="T3" fmla="*/ 0 h 169"/>
                <a:gd name="T4" fmla="*/ 575 w 575"/>
                <a:gd name="T5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169">
                  <a:moveTo>
                    <a:pt x="0" y="0"/>
                  </a:moveTo>
                  <a:lnTo>
                    <a:pt x="575" y="0"/>
                  </a:lnTo>
                  <a:lnTo>
                    <a:pt x="575" y="16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69"/>
            <p:cNvSpPr/>
            <p:nvPr/>
          </p:nvSpPr>
          <p:spPr bwMode="auto">
            <a:xfrm>
              <a:off x="614363" y="1833563"/>
              <a:ext cx="387350" cy="1030288"/>
            </a:xfrm>
            <a:custGeom>
              <a:avLst/>
              <a:gdLst>
                <a:gd name="T0" fmla="*/ 0 w 244"/>
                <a:gd name="T1" fmla="*/ 0 h 649"/>
                <a:gd name="T2" fmla="*/ 0 w 244"/>
                <a:gd name="T3" fmla="*/ 649 h 649"/>
                <a:gd name="T4" fmla="*/ 244 w 244"/>
                <a:gd name="T5" fmla="*/ 649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4" h="649">
                  <a:moveTo>
                    <a:pt x="0" y="0"/>
                  </a:moveTo>
                  <a:lnTo>
                    <a:pt x="0" y="649"/>
                  </a:lnTo>
                  <a:lnTo>
                    <a:pt x="244" y="64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Rectangle 270"/>
            <p:cNvSpPr>
              <a:spLocks noChangeArrowheads="1"/>
            </p:cNvSpPr>
            <p:nvPr/>
          </p:nvSpPr>
          <p:spPr bwMode="auto">
            <a:xfrm>
              <a:off x="4227674" y="3028951"/>
              <a:ext cx="2949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3" name="Rectangle 8"/>
            <p:cNvSpPr>
              <a:spLocks noChangeArrowheads="1"/>
            </p:cNvSpPr>
            <p:nvPr/>
          </p:nvSpPr>
          <p:spPr bwMode="auto">
            <a:xfrm>
              <a:off x="4164013" y="2339103"/>
              <a:ext cx="4222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Rectangle 8"/>
            <p:cNvSpPr>
              <a:spLocks noChangeArrowheads="1"/>
            </p:cNvSpPr>
            <p:nvPr/>
          </p:nvSpPr>
          <p:spPr bwMode="auto">
            <a:xfrm>
              <a:off x="4164013" y="2679184"/>
              <a:ext cx="4222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Rectangle 8"/>
            <p:cNvSpPr>
              <a:spLocks noChangeArrowheads="1"/>
            </p:cNvSpPr>
            <p:nvPr/>
          </p:nvSpPr>
          <p:spPr bwMode="auto">
            <a:xfrm>
              <a:off x="454576" y="2973230"/>
              <a:ext cx="4222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664897" y="1567366"/>
            <a:ext cx="2088000" cy="3787775"/>
            <a:chOff x="6178549" y="1223963"/>
            <a:chExt cx="2088000" cy="3787775"/>
          </a:xfrm>
        </p:grpSpPr>
        <p:sp>
          <p:nvSpPr>
            <p:cNvPr id="67" name="Rectangle 19"/>
            <p:cNvSpPr>
              <a:spLocks noChangeArrowheads="1"/>
            </p:cNvSpPr>
            <p:nvPr/>
          </p:nvSpPr>
          <p:spPr bwMode="auto">
            <a:xfrm>
              <a:off x="6230938" y="1268413"/>
              <a:ext cx="46166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序号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21"/>
            <p:cNvSpPr>
              <a:spLocks noChangeArrowheads="1"/>
            </p:cNvSpPr>
            <p:nvPr/>
          </p:nvSpPr>
          <p:spPr bwMode="auto">
            <a:xfrm>
              <a:off x="6991350" y="1223963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22"/>
            <p:cNvSpPr>
              <a:spLocks noChangeArrowheads="1"/>
            </p:cNvSpPr>
            <p:nvPr/>
          </p:nvSpPr>
          <p:spPr bwMode="auto">
            <a:xfrm>
              <a:off x="7162801" y="1358900"/>
              <a:ext cx="16797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23"/>
            <p:cNvSpPr>
              <a:spLocks noChangeArrowheads="1"/>
            </p:cNvSpPr>
            <p:nvPr/>
          </p:nvSpPr>
          <p:spPr bwMode="auto">
            <a:xfrm>
              <a:off x="7315200" y="1223963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24"/>
            <p:cNvSpPr>
              <a:spLocks noChangeArrowheads="1"/>
            </p:cNvSpPr>
            <p:nvPr/>
          </p:nvSpPr>
          <p:spPr bwMode="auto">
            <a:xfrm>
              <a:off x="7453313" y="1358900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25"/>
            <p:cNvSpPr>
              <a:spLocks noChangeArrowheads="1"/>
            </p:cNvSpPr>
            <p:nvPr/>
          </p:nvSpPr>
          <p:spPr bwMode="auto">
            <a:xfrm>
              <a:off x="7605713" y="1223963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26"/>
            <p:cNvSpPr>
              <a:spLocks noChangeArrowheads="1"/>
            </p:cNvSpPr>
            <p:nvPr/>
          </p:nvSpPr>
          <p:spPr bwMode="auto">
            <a:xfrm>
              <a:off x="7783513" y="1358900"/>
              <a:ext cx="8976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38"/>
            <p:cNvSpPr>
              <a:spLocks noChangeArrowheads="1"/>
            </p:cNvSpPr>
            <p:nvPr/>
          </p:nvSpPr>
          <p:spPr bwMode="auto">
            <a:xfrm>
              <a:off x="6519863" y="1652588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40"/>
            <p:cNvSpPr>
              <a:spLocks noChangeArrowheads="1"/>
            </p:cNvSpPr>
            <p:nvPr/>
          </p:nvSpPr>
          <p:spPr bwMode="auto">
            <a:xfrm>
              <a:off x="6519863" y="1953025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42"/>
            <p:cNvSpPr>
              <a:spLocks noChangeArrowheads="1"/>
            </p:cNvSpPr>
            <p:nvPr/>
          </p:nvSpPr>
          <p:spPr bwMode="auto">
            <a:xfrm>
              <a:off x="6519863" y="2253462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44"/>
            <p:cNvSpPr>
              <a:spLocks noChangeArrowheads="1"/>
            </p:cNvSpPr>
            <p:nvPr/>
          </p:nvSpPr>
          <p:spPr bwMode="auto">
            <a:xfrm>
              <a:off x="6519863" y="2553899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6519863" y="2854336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48"/>
            <p:cNvSpPr>
              <a:spLocks noChangeArrowheads="1"/>
            </p:cNvSpPr>
            <p:nvPr/>
          </p:nvSpPr>
          <p:spPr bwMode="auto">
            <a:xfrm>
              <a:off x="6519863" y="3154773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50"/>
            <p:cNvSpPr>
              <a:spLocks noChangeArrowheads="1"/>
            </p:cNvSpPr>
            <p:nvPr/>
          </p:nvSpPr>
          <p:spPr bwMode="auto">
            <a:xfrm>
              <a:off x="7000874" y="1652588"/>
              <a:ext cx="1114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Rectangle 52"/>
            <p:cNvSpPr>
              <a:spLocks noChangeArrowheads="1"/>
            </p:cNvSpPr>
            <p:nvPr/>
          </p:nvSpPr>
          <p:spPr bwMode="auto">
            <a:xfrm>
              <a:off x="7000874" y="1953025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54"/>
            <p:cNvSpPr>
              <a:spLocks noChangeArrowheads="1"/>
            </p:cNvSpPr>
            <p:nvPr/>
          </p:nvSpPr>
          <p:spPr bwMode="auto">
            <a:xfrm>
              <a:off x="7000874" y="2253462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56"/>
            <p:cNvSpPr>
              <a:spLocks noChangeArrowheads="1"/>
            </p:cNvSpPr>
            <p:nvPr/>
          </p:nvSpPr>
          <p:spPr bwMode="auto">
            <a:xfrm>
              <a:off x="7000874" y="2553899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58"/>
            <p:cNvSpPr>
              <a:spLocks noChangeArrowheads="1"/>
            </p:cNvSpPr>
            <p:nvPr/>
          </p:nvSpPr>
          <p:spPr bwMode="auto">
            <a:xfrm>
              <a:off x="7000874" y="2854336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60"/>
            <p:cNvSpPr>
              <a:spLocks noChangeArrowheads="1"/>
            </p:cNvSpPr>
            <p:nvPr/>
          </p:nvSpPr>
          <p:spPr bwMode="auto">
            <a:xfrm>
              <a:off x="7000874" y="3154773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Line 156"/>
            <p:cNvSpPr>
              <a:spLocks noChangeShapeType="1"/>
            </p:cNvSpPr>
            <p:nvPr/>
          </p:nvSpPr>
          <p:spPr bwMode="auto">
            <a:xfrm>
              <a:off x="6178549" y="1244600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Line 157"/>
            <p:cNvSpPr>
              <a:spLocks noChangeShapeType="1"/>
            </p:cNvSpPr>
            <p:nvPr/>
          </p:nvSpPr>
          <p:spPr bwMode="auto">
            <a:xfrm>
              <a:off x="6178549" y="1579563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Line 159"/>
            <p:cNvSpPr>
              <a:spLocks noChangeShapeType="1"/>
            </p:cNvSpPr>
            <p:nvPr/>
          </p:nvSpPr>
          <p:spPr bwMode="auto">
            <a:xfrm>
              <a:off x="6178549" y="5011738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Line 160"/>
            <p:cNvSpPr>
              <a:spLocks noChangeShapeType="1"/>
            </p:cNvSpPr>
            <p:nvPr/>
          </p:nvSpPr>
          <p:spPr bwMode="auto">
            <a:xfrm>
              <a:off x="6810375" y="1252538"/>
              <a:ext cx="0" cy="3759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23"/>
            <p:cNvSpPr>
              <a:spLocks noChangeArrowheads="1"/>
            </p:cNvSpPr>
            <p:nvPr/>
          </p:nvSpPr>
          <p:spPr bwMode="auto">
            <a:xfrm>
              <a:off x="7897018" y="1223963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Rectangle 24"/>
            <p:cNvSpPr>
              <a:spLocks noChangeArrowheads="1"/>
            </p:cNvSpPr>
            <p:nvPr/>
          </p:nvSpPr>
          <p:spPr bwMode="auto">
            <a:xfrm>
              <a:off x="8060531" y="1358900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Rectangle 60"/>
            <p:cNvSpPr>
              <a:spLocks noChangeArrowheads="1"/>
            </p:cNvSpPr>
            <p:nvPr/>
          </p:nvSpPr>
          <p:spPr bwMode="auto">
            <a:xfrm>
              <a:off x="7000874" y="3455210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Rectangle 60"/>
            <p:cNvSpPr>
              <a:spLocks noChangeArrowheads="1"/>
            </p:cNvSpPr>
            <p:nvPr/>
          </p:nvSpPr>
          <p:spPr bwMode="auto">
            <a:xfrm>
              <a:off x="7000874" y="3755647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60"/>
            <p:cNvSpPr>
              <a:spLocks noChangeArrowheads="1"/>
            </p:cNvSpPr>
            <p:nvPr/>
          </p:nvSpPr>
          <p:spPr bwMode="auto">
            <a:xfrm>
              <a:off x="7000874" y="4056084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60"/>
            <p:cNvSpPr>
              <a:spLocks noChangeArrowheads="1"/>
            </p:cNvSpPr>
            <p:nvPr/>
          </p:nvSpPr>
          <p:spPr bwMode="auto">
            <a:xfrm>
              <a:off x="7000874" y="4356521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60"/>
            <p:cNvSpPr>
              <a:spLocks noChangeArrowheads="1"/>
            </p:cNvSpPr>
            <p:nvPr/>
          </p:nvSpPr>
          <p:spPr bwMode="auto">
            <a:xfrm>
              <a:off x="7000874" y="4656953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48"/>
            <p:cNvSpPr>
              <a:spLocks noChangeArrowheads="1"/>
            </p:cNvSpPr>
            <p:nvPr/>
          </p:nvSpPr>
          <p:spPr bwMode="auto">
            <a:xfrm>
              <a:off x="6519863" y="3455210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6529388" y="3755647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Rectangle 48"/>
            <p:cNvSpPr>
              <a:spLocks noChangeArrowheads="1"/>
            </p:cNvSpPr>
            <p:nvPr/>
          </p:nvSpPr>
          <p:spPr bwMode="auto">
            <a:xfrm>
              <a:off x="6519863" y="4056084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Rectangle 48"/>
            <p:cNvSpPr>
              <a:spLocks noChangeArrowheads="1"/>
            </p:cNvSpPr>
            <p:nvPr/>
          </p:nvSpPr>
          <p:spPr bwMode="auto">
            <a:xfrm>
              <a:off x="6519863" y="4356520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Rectangle 48"/>
            <p:cNvSpPr>
              <a:spLocks noChangeArrowheads="1"/>
            </p:cNvSpPr>
            <p:nvPr/>
          </p:nvSpPr>
          <p:spPr bwMode="auto">
            <a:xfrm>
              <a:off x="6519863" y="4656953"/>
              <a:ext cx="2905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2" name="Rectangle 38"/>
          <p:cNvSpPr>
            <a:spLocks noChangeArrowheads="1"/>
          </p:cNvSpPr>
          <p:nvPr/>
        </p:nvSpPr>
        <p:spPr bwMode="auto">
          <a:xfrm>
            <a:off x="6587235" y="5000356"/>
            <a:ext cx="179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Rectangle 38"/>
          <p:cNvSpPr>
            <a:spLocks noChangeArrowheads="1"/>
          </p:cNvSpPr>
          <p:nvPr/>
        </p:nvSpPr>
        <p:spPr bwMode="auto">
          <a:xfrm>
            <a:off x="7264800" y="5000356"/>
            <a:ext cx="179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7647685" y="4838422"/>
            <a:ext cx="5064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8147589" y="2176175"/>
            <a:ext cx="9523" cy="266224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7651653" y="2165867"/>
            <a:ext cx="506413" cy="0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4"/>
          <p:cNvSpPr>
            <a:spLocks noChangeArrowheads="1"/>
          </p:cNvSpPr>
          <p:nvPr/>
        </p:nvSpPr>
        <p:spPr bwMode="auto">
          <a:xfrm>
            <a:off x="8351016" y="4624299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起跳状态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" name="Rectangle 4"/>
          <p:cNvSpPr>
            <a:spLocks noChangeArrowheads="1"/>
          </p:cNvSpPr>
          <p:nvPr/>
        </p:nvSpPr>
        <p:spPr bwMode="auto">
          <a:xfrm>
            <a:off x="8351016" y="4925190"/>
            <a:ext cx="11993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反馈状态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/>
      <p:bldP spid="107" grpId="0"/>
      <p:bldP spid="10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93725" y="615484"/>
            <a:ext cx="69381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5.14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试写出图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P5.7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中各电路的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状态转移表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2211987" y="4574062"/>
            <a:ext cx="5437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81350" algn="l"/>
              </a:tabLst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99631" y="1678478"/>
            <a:ext cx="3810624" cy="2655932"/>
            <a:chOff x="999631" y="1678478"/>
            <a:chExt cx="3810624" cy="2655932"/>
          </a:xfrm>
        </p:grpSpPr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2171205" y="3995856"/>
              <a:ext cx="168116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0      0     1      1</a:t>
              </a:r>
              <a:endPara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Rectangle 216"/>
            <p:cNvSpPr>
              <a:spLocks noChangeArrowheads="1"/>
            </p:cNvSpPr>
            <p:nvPr/>
          </p:nvSpPr>
          <p:spPr bwMode="auto">
            <a:xfrm>
              <a:off x="1717181" y="2419841"/>
              <a:ext cx="2328863" cy="110553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Line 217"/>
            <p:cNvSpPr>
              <a:spLocks noChangeShapeType="1"/>
            </p:cNvSpPr>
            <p:nvPr/>
          </p:nvSpPr>
          <p:spPr bwMode="auto">
            <a:xfrm>
              <a:off x="4046044" y="2934191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Rectangle 218"/>
            <p:cNvSpPr>
              <a:spLocks noChangeArrowheads="1"/>
            </p:cNvSpPr>
            <p:nvPr/>
          </p:nvSpPr>
          <p:spPr bwMode="auto">
            <a:xfrm>
              <a:off x="3774581" y="2831003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Line 219"/>
            <p:cNvSpPr>
              <a:spLocks noChangeShapeType="1"/>
            </p:cNvSpPr>
            <p:nvPr/>
          </p:nvSpPr>
          <p:spPr bwMode="auto">
            <a:xfrm>
              <a:off x="4046044" y="262462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Rectangle 220"/>
            <p:cNvSpPr>
              <a:spLocks noChangeArrowheads="1"/>
            </p:cNvSpPr>
            <p:nvPr/>
          </p:nvSpPr>
          <p:spPr bwMode="auto">
            <a:xfrm>
              <a:off x="3774581" y="2521441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Oval 221"/>
            <p:cNvSpPr>
              <a:spLocks noChangeArrowheads="1"/>
            </p:cNvSpPr>
            <p:nvPr/>
          </p:nvSpPr>
          <p:spPr bwMode="auto">
            <a:xfrm>
              <a:off x="1601294" y="3180253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Line 222"/>
            <p:cNvSpPr>
              <a:spLocks noChangeShapeType="1"/>
            </p:cNvSpPr>
            <p:nvPr/>
          </p:nvSpPr>
          <p:spPr bwMode="auto">
            <a:xfrm flipH="1">
              <a:off x="1329831" y="3242166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Rectangle 223"/>
            <p:cNvSpPr>
              <a:spLocks noChangeArrowheads="1"/>
            </p:cNvSpPr>
            <p:nvPr/>
          </p:nvSpPr>
          <p:spPr bwMode="auto">
            <a:xfrm>
              <a:off x="1821956" y="3138978"/>
              <a:ext cx="2725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Line 224"/>
            <p:cNvSpPr>
              <a:spLocks noChangeShapeType="1"/>
            </p:cNvSpPr>
            <p:nvPr/>
          </p:nvSpPr>
          <p:spPr bwMode="auto">
            <a:xfrm>
              <a:off x="4046044" y="3242166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225"/>
            <p:cNvSpPr>
              <a:spLocks noChangeShapeType="1"/>
            </p:cNvSpPr>
            <p:nvPr/>
          </p:nvSpPr>
          <p:spPr bwMode="auto">
            <a:xfrm flipV="1">
              <a:off x="2299794" y="1983347"/>
              <a:ext cx="0" cy="4364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Line 226"/>
            <p:cNvSpPr>
              <a:spLocks noChangeShapeType="1"/>
            </p:cNvSpPr>
            <p:nvPr/>
          </p:nvSpPr>
          <p:spPr bwMode="auto">
            <a:xfrm flipH="1">
              <a:off x="1329831" y="262462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Rectangle 227"/>
            <p:cNvSpPr>
              <a:spLocks noChangeArrowheads="1"/>
            </p:cNvSpPr>
            <p:nvPr/>
          </p:nvSpPr>
          <p:spPr bwMode="auto">
            <a:xfrm>
              <a:off x="1834656" y="2521441"/>
              <a:ext cx="28373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Line 228"/>
            <p:cNvSpPr>
              <a:spLocks noChangeShapeType="1"/>
            </p:cNvSpPr>
            <p:nvPr/>
          </p:nvSpPr>
          <p:spPr bwMode="auto">
            <a:xfrm flipV="1">
              <a:off x="2687144" y="200709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229"/>
            <p:cNvSpPr>
              <a:spLocks noChangeShapeType="1"/>
            </p:cNvSpPr>
            <p:nvPr/>
          </p:nvSpPr>
          <p:spPr bwMode="auto">
            <a:xfrm flipV="1">
              <a:off x="3076081" y="200709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230"/>
            <p:cNvSpPr>
              <a:spLocks noChangeShapeType="1"/>
            </p:cNvSpPr>
            <p:nvPr/>
          </p:nvSpPr>
          <p:spPr bwMode="auto">
            <a:xfrm flipV="1">
              <a:off x="3463431" y="200709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Line 231"/>
            <p:cNvSpPr>
              <a:spLocks noChangeShapeType="1"/>
            </p:cNvSpPr>
            <p:nvPr/>
          </p:nvSpPr>
          <p:spPr bwMode="auto">
            <a:xfrm>
              <a:off x="2299794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Line 232"/>
            <p:cNvSpPr>
              <a:spLocks noChangeShapeType="1"/>
            </p:cNvSpPr>
            <p:nvPr/>
          </p:nvSpPr>
          <p:spPr bwMode="auto">
            <a:xfrm>
              <a:off x="2687144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233"/>
            <p:cNvSpPr>
              <a:spLocks noChangeShapeType="1"/>
            </p:cNvSpPr>
            <p:nvPr/>
          </p:nvSpPr>
          <p:spPr bwMode="auto">
            <a:xfrm>
              <a:off x="3076081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Line 234"/>
            <p:cNvSpPr>
              <a:spLocks noChangeShapeType="1"/>
            </p:cNvSpPr>
            <p:nvPr/>
          </p:nvSpPr>
          <p:spPr bwMode="auto">
            <a:xfrm>
              <a:off x="3463431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Rectangle 235"/>
            <p:cNvSpPr>
              <a:spLocks noChangeArrowheads="1"/>
            </p:cNvSpPr>
            <p:nvPr/>
          </p:nvSpPr>
          <p:spPr bwMode="auto">
            <a:xfrm>
              <a:off x="2629994" y="2810366"/>
              <a:ext cx="561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74161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36"/>
            <p:cNvSpPr>
              <a:spLocks noChangeArrowheads="1"/>
            </p:cNvSpPr>
            <p:nvPr/>
          </p:nvSpPr>
          <p:spPr bwMode="auto">
            <a:xfrm>
              <a:off x="2222006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39"/>
            <p:cNvSpPr>
              <a:spLocks noChangeArrowheads="1"/>
            </p:cNvSpPr>
            <p:nvPr/>
          </p:nvSpPr>
          <p:spPr bwMode="auto">
            <a:xfrm>
              <a:off x="2377581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40"/>
            <p:cNvSpPr>
              <a:spLocks noChangeArrowheads="1"/>
            </p:cNvSpPr>
            <p:nvPr/>
          </p:nvSpPr>
          <p:spPr bwMode="auto">
            <a:xfrm>
              <a:off x="2764931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41"/>
            <p:cNvSpPr>
              <a:spLocks noChangeArrowheads="1"/>
            </p:cNvSpPr>
            <p:nvPr/>
          </p:nvSpPr>
          <p:spPr bwMode="auto">
            <a:xfrm>
              <a:off x="3153869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242"/>
            <p:cNvSpPr>
              <a:spLocks noChangeArrowheads="1"/>
            </p:cNvSpPr>
            <p:nvPr/>
          </p:nvSpPr>
          <p:spPr bwMode="auto">
            <a:xfrm>
              <a:off x="3541219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243"/>
            <p:cNvSpPr>
              <a:spLocks noChangeArrowheads="1"/>
            </p:cNvSpPr>
            <p:nvPr/>
          </p:nvSpPr>
          <p:spPr bwMode="auto">
            <a:xfrm>
              <a:off x="2609356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244"/>
            <p:cNvSpPr>
              <a:spLocks noChangeArrowheads="1"/>
            </p:cNvSpPr>
            <p:nvPr/>
          </p:nvSpPr>
          <p:spPr bwMode="auto">
            <a:xfrm>
              <a:off x="2998294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245"/>
            <p:cNvSpPr>
              <a:spLocks noChangeArrowheads="1"/>
            </p:cNvSpPr>
            <p:nvPr/>
          </p:nvSpPr>
          <p:spPr bwMode="auto">
            <a:xfrm>
              <a:off x="3385644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246"/>
            <p:cNvSpPr>
              <a:spLocks noChangeArrowheads="1"/>
            </p:cNvSpPr>
            <p:nvPr/>
          </p:nvSpPr>
          <p:spPr bwMode="auto">
            <a:xfrm>
              <a:off x="2222006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247"/>
            <p:cNvSpPr>
              <a:spLocks noChangeArrowheads="1"/>
            </p:cNvSpPr>
            <p:nvPr/>
          </p:nvSpPr>
          <p:spPr bwMode="auto">
            <a:xfrm>
              <a:off x="2377581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248"/>
            <p:cNvSpPr>
              <a:spLocks noChangeArrowheads="1"/>
            </p:cNvSpPr>
            <p:nvPr/>
          </p:nvSpPr>
          <p:spPr bwMode="auto">
            <a:xfrm>
              <a:off x="2764931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249"/>
            <p:cNvSpPr>
              <a:spLocks noChangeArrowheads="1"/>
            </p:cNvSpPr>
            <p:nvPr/>
          </p:nvSpPr>
          <p:spPr bwMode="auto">
            <a:xfrm>
              <a:off x="3153869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250"/>
            <p:cNvSpPr>
              <a:spLocks noChangeArrowheads="1"/>
            </p:cNvSpPr>
            <p:nvPr/>
          </p:nvSpPr>
          <p:spPr bwMode="auto">
            <a:xfrm>
              <a:off x="3541219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51"/>
            <p:cNvSpPr>
              <a:spLocks noChangeArrowheads="1"/>
            </p:cNvSpPr>
            <p:nvPr/>
          </p:nvSpPr>
          <p:spPr bwMode="auto">
            <a:xfrm>
              <a:off x="2609356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52"/>
            <p:cNvSpPr>
              <a:spLocks noChangeArrowheads="1"/>
            </p:cNvSpPr>
            <p:nvPr/>
          </p:nvSpPr>
          <p:spPr bwMode="auto">
            <a:xfrm>
              <a:off x="2998294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53"/>
            <p:cNvSpPr>
              <a:spLocks noChangeArrowheads="1"/>
            </p:cNvSpPr>
            <p:nvPr/>
          </p:nvSpPr>
          <p:spPr bwMode="auto">
            <a:xfrm>
              <a:off x="3385644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Oval 254"/>
            <p:cNvSpPr>
              <a:spLocks noChangeArrowheads="1"/>
            </p:cNvSpPr>
            <p:nvPr/>
          </p:nvSpPr>
          <p:spPr bwMode="auto">
            <a:xfrm>
              <a:off x="1601294" y="2872278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Line 255"/>
            <p:cNvSpPr>
              <a:spLocks noChangeShapeType="1"/>
            </p:cNvSpPr>
            <p:nvPr/>
          </p:nvSpPr>
          <p:spPr bwMode="auto">
            <a:xfrm flipH="1">
              <a:off x="1329831" y="2934191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Rectangle 256"/>
            <p:cNvSpPr>
              <a:spLocks noChangeArrowheads="1"/>
            </p:cNvSpPr>
            <p:nvPr/>
          </p:nvSpPr>
          <p:spPr bwMode="auto">
            <a:xfrm>
              <a:off x="1834656" y="2831003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Freeform 257"/>
            <p:cNvSpPr/>
            <p:nvPr/>
          </p:nvSpPr>
          <p:spPr bwMode="auto">
            <a:xfrm>
              <a:off x="3961906" y="3138978"/>
              <a:ext cx="77788" cy="206375"/>
            </a:xfrm>
            <a:custGeom>
              <a:avLst/>
              <a:gdLst>
                <a:gd name="T0" fmla="*/ 49 w 49"/>
                <a:gd name="T1" fmla="*/ 130 h 130"/>
                <a:gd name="T2" fmla="*/ 0 w 49"/>
                <a:gd name="T3" fmla="*/ 65 h 130"/>
                <a:gd name="T4" fmla="*/ 49 w 49"/>
                <a:gd name="T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130">
                  <a:moveTo>
                    <a:pt x="49" y="130"/>
                  </a:moveTo>
                  <a:lnTo>
                    <a:pt x="0" y="65"/>
                  </a:lnTo>
                  <a:lnTo>
                    <a:pt x="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Line 258"/>
            <p:cNvSpPr>
              <a:spLocks noChangeShapeType="1"/>
            </p:cNvSpPr>
            <p:nvPr/>
          </p:nvSpPr>
          <p:spPr bwMode="auto">
            <a:xfrm>
              <a:off x="1853706" y="2842116"/>
              <a:ext cx="193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Line 259"/>
            <p:cNvSpPr>
              <a:spLocks noChangeShapeType="1"/>
            </p:cNvSpPr>
            <p:nvPr/>
          </p:nvSpPr>
          <p:spPr bwMode="auto">
            <a:xfrm>
              <a:off x="1828305" y="3150091"/>
              <a:ext cx="2524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Rectangle 260"/>
            <p:cNvSpPr>
              <a:spLocks noChangeArrowheads="1"/>
            </p:cNvSpPr>
            <p:nvPr/>
          </p:nvSpPr>
          <p:spPr bwMode="auto">
            <a:xfrm>
              <a:off x="3657106" y="3138978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271"/>
            <p:cNvSpPr>
              <a:spLocks noChangeArrowheads="1"/>
            </p:cNvSpPr>
            <p:nvPr/>
          </p:nvSpPr>
          <p:spPr bwMode="auto">
            <a:xfrm>
              <a:off x="1523506" y="1678478"/>
              <a:ext cx="387350" cy="411163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Line 272"/>
            <p:cNvSpPr>
              <a:spLocks noChangeShapeType="1"/>
            </p:cNvSpPr>
            <p:nvPr/>
          </p:nvSpPr>
          <p:spPr bwMode="auto">
            <a:xfrm>
              <a:off x="1910856" y="1986453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Line 273"/>
            <p:cNvSpPr>
              <a:spLocks noChangeShapeType="1"/>
            </p:cNvSpPr>
            <p:nvPr/>
          </p:nvSpPr>
          <p:spPr bwMode="auto">
            <a:xfrm>
              <a:off x="1910856" y="1780078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Oval 274"/>
            <p:cNvSpPr>
              <a:spLocks noChangeArrowheads="1"/>
            </p:cNvSpPr>
            <p:nvPr/>
          </p:nvSpPr>
          <p:spPr bwMode="auto">
            <a:xfrm>
              <a:off x="1407619" y="1821353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Line 275"/>
            <p:cNvSpPr>
              <a:spLocks noChangeShapeType="1"/>
            </p:cNvSpPr>
            <p:nvPr/>
          </p:nvSpPr>
          <p:spPr bwMode="auto">
            <a:xfrm flipH="1">
              <a:off x="999631" y="1883266"/>
              <a:ext cx="4079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Rectangle 276"/>
            <p:cNvSpPr>
              <a:spLocks noChangeArrowheads="1"/>
            </p:cNvSpPr>
            <p:nvPr/>
          </p:nvSpPr>
          <p:spPr bwMode="auto">
            <a:xfrm>
              <a:off x="1601294" y="1697528"/>
              <a:ext cx="2714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&amp;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Line 277"/>
            <p:cNvSpPr>
              <a:spLocks noChangeShapeType="1"/>
            </p:cNvSpPr>
            <p:nvPr/>
          </p:nvSpPr>
          <p:spPr bwMode="auto">
            <a:xfrm>
              <a:off x="2299794" y="1780078"/>
              <a:ext cx="77628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Line 278"/>
            <p:cNvSpPr>
              <a:spLocks noChangeShapeType="1"/>
            </p:cNvSpPr>
            <p:nvPr/>
          </p:nvSpPr>
          <p:spPr bwMode="auto">
            <a:xfrm flipV="1">
              <a:off x="3076081" y="1780078"/>
              <a:ext cx="0" cy="22701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9"/>
            <p:cNvSpPr/>
            <p:nvPr/>
          </p:nvSpPr>
          <p:spPr bwMode="auto">
            <a:xfrm>
              <a:off x="999631" y="1883267"/>
              <a:ext cx="371969" cy="1358900"/>
            </a:xfrm>
            <a:custGeom>
              <a:avLst/>
              <a:gdLst>
                <a:gd name="T0" fmla="*/ 0 w 159"/>
                <a:gd name="T1" fmla="*/ 0 h 843"/>
                <a:gd name="T2" fmla="*/ 0 w 159"/>
                <a:gd name="T3" fmla="*/ 843 h 843"/>
                <a:gd name="T4" fmla="*/ 159 w 159"/>
                <a:gd name="T5" fmla="*/ 843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843">
                  <a:moveTo>
                    <a:pt x="0" y="0"/>
                  </a:moveTo>
                  <a:lnTo>
                    <a:pt x="0" y="843"/>
                  </a:lnTo>
                  <a:lnTo>
                    <a:pt x="159" y="84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Rectangle 280"/>
            <p:cNvSpPr>
              <a:spLocks noChangeArrowheads="1"/>
            </p:cNvSpPr>
            <p:nvPr/>
          </p:nvSpPr>
          <p:spPr bwMode="auto">
            <a:xfrm>
              <a:off x="4530231" y="3133119"/>
              <a:ext cx="26129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9" name="Rectangle 8"/>
            <p:cNvSpPr>
              <a:spLocks noChangeArrowheads="1"/>
            </p:cNvSpPr>
            <p:nvPr/>
          </p:nvSpPr>
          <p:spPr bwMode="auto">
            <a:xfrm>
              <a:off x="4495128" y="2434714"/>
              <a:ext cx="29639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Rectangle 8"/>
            <p:cNvSpPr>
              <a:spLocks noChangeArrowheads="1"/>
            </p:cNvSpPr>
            <p:nvPr/>
          </p:nvSpPr>
          <p:spPr bwMode="auto">
            <a:xfrm>
              <a:off x="4513862" y="2740099"/>
              <a:ext cx="29639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Rectangle 8"/>
            <p:cNvSpPr>
              <a:spLocks noChangeArrowheads="1"/>
            </p:cNvSpPr>
            <p:nvPr/>
          </p:nvSpPr>
          <p:spPr bwMode="auto">
            <a:xfrm>
              <a:off x="1065746" y="2749625"/>
              <a:ext cx="29639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653745" y="1692691"/>
            <a:ext cx="2088000" cy="3016576"/>
            <a:chOff x="5653745" y="1692691"/>
            <a:chExt cx="2088000" cy="3016576"/>
          </a:xfrm>
        </p:grpSpPr>
        <p:sp>
          <p:nvSpPr>
            <p:cNvPr id="63" name="Rectangle 19"/>
            <p:cNvSpPr>
              <a:spLocks noChangeArrowheads="1"/>
            </p:cNvSpPr>
            <p:nvPr/>
          </p:nvSpPr>
          <p:spPr bwMode="auto">
            <a:xfrm>
              <a:off x="5706134" y="1737141"/>
              <a:ext cx="46166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序号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Rectangle 21"/>
            <p:cNvSpPr>
              <a:spLocks noChangeArrowheads="1"/>
            </p:cNvSpPr>
            <p:nvPr/>
          </p:nvSpPr>
          <p:spPr bwMode="auto">
            <a:xfrm>
              <a:off x="6466546" y="169269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22"/>
            <p:cNvSpPr>
              <a:spLocks noChangeArrowheads="1"/>
            </p:cNvSpPr>
            <p:nvPr/>
          </p:nvSpPr>
          <p:spPr bwMode="auto">
            <a:xfrm>
              <a:off x="6637997" y="1827628"/>
              <a:ext cx="16797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23"/>
            <p:cNvSpPr>
              <a:spLocks noChangeArrowheads="1"/>
            </p:cNvSpPr>
            <p:nvPr/>
          </p:nvSpPr>
          <p:spPr bwMode="auto">
            <a:xfrm>
              <a:off x="6790396" y="169269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24"/>
            <p:cNvSpPr>
              <a:spLocks noChangeArrowheads="1"/>
            </p:cNvSpPr>
            <p:nvPr/>
          </p:nvSpPr>
          <p:spPr bwMode="auto">
            <a:xfrm>
              <a:off x="6928509" y="1827628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25"/>
            <p:cNvSpPr>
              <a:spLocks noChangeArrowheads="1"/>
            </p:cNvSpPr>
            <p:nvPr/>
          </p:nvSpPr>
          <p:spPr bwMode="auto">
            <a:xfrm>
              <a:off x="7080909" y="169269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26"/>
            <p:cNvSpPr>
              <a:spLocks noChangeArrowheads="1"/>
            </p:cNvSpPr>
            <p:nvPr/>
          </p:nvSpPr>
          <p:spPr bwMode="auto">
            <a:xfrm>
              <a:off x="7258709" y="1827628"/>
              <a:ext cx="8976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44"/>
            <p:cNvSpPr>
              <a:spLocks noChangeArrowheads="1"/>
            </p:cNvSpPr>
            <p:nvPr/>
          </p:nvSpPr>
          <p:spPr bwMode="auto">
            <a:xfrm>
              <a:off x="5995059" y="2231057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46"/>
            <p:cNvSpPr>
              <a:spLocks noChangeArrowheads="1"/>
            </p:cNvSpPr>
            <p:nvPr/>
          </p:nvSpPr>
          <p:spPr bwMode="auto">
            <a:xfrm>
              <a:off x="5995059" y="2531494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48"/>
            <p:cNvSpPr>
              <a:spLocks noChangeArrowheads="1"/>
            </p:cNvSpPr>
            <p:nvPr/>
          </p:nvSpPr>
          <p:spPr bwMode="auto">
            <a:xfrm>
              <a:off x="5995059" y="2831931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56"/>
            <p:cNvSpPr>
              <a:spLocks noChangeArrowheads="1"/>
            </p:cNvSpPr>
            <p:nvPr/>
          </p:nvSpPr>
          <p:spPr bwMode="auto">
            <a:xfrm>
              <a:off x="6476070" y="2231057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58"/>
            <p:cNvSpPr>
              <a:spLocks noChangeArrowheads="1"/>
            </p:cNvSpPr>
            <p:nvPr/>
          </p:nvSpPr>
          <p:spPr bwMode="auto">
            <a:xfrm>
              <a:off x="6476070" y="2531494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60"/>
            <p:cNvSpPr>
              <a:spLocks noChangeArrowheads="1"/>
            </p:cNvSpPr>
            <p:nvPr/>
          </p:nvSpPr>
          <p:spPr bwMode="auto">
            <a:xfrm>
              <a:off x="6476070" y="2831931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Line 156"/>
            <p:cNvSpPr>
              <a:spLocks noChangeShapeType="1"/>
            </p:cNvSpPr>
            <p:nvPr/>
          </p:nvSpPr>
          <p:spPr bwMode="auto">
            <a:xfrm>
              <a:off x="5653745" y="1713328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Line 157"/>
            <p:cNvSpPr>
              <a:spLocks noChangeShapeType="1"/>
            </p:cNvSpPr>
            <p:nvPr/>
          </p:nvSpPr>
          <p:spPr bwMode="auto">
            <a:xfrm>
              <a:off x="5653745" y="2130188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Line 159"/>
            <p:cNvSpPr>
              <a:spLocks noChangeShapeType="1"/>
            </p:cNvSpPr>
            <p:nvPr/>
          </p:nvSpPr>
          <p:spPr bwMode="auto">
            <a:xfrm>
              <a:off x="5653745" y="4688896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Line 160"/>
            <p:cNvSpPr>
              <a:spLocks noChangeShapeType="1"/>
            </p:cNvSpPr>
            <p:nvPr/>
          </p:nvSpPr>
          <p:spPr bwMode="auto">
            <a:xfrm>
              <a:off x="6285571" y="1721267"/>
              <a:ext cx="0" cy="2988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23"/>
            <p:cNvSpPr>
              <a:spLocks noChangeArrowheads="1"/>
            </p:cNvSpPr>
            <p:nvPr/>
          </p:nvSpPr>
          <p:spPr bwMode="auto">
            <a:xfrm>
              <a:off x="7372214" y="169269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Rectangle 24"/>
            <p:cNvSpPr>
              <a:spLocks noChangeArrowheads="1"/>
            </p:cNvSpPr>
            <p:nvPr/>
          </p:nvSpPr>
          <p:spPr bwMode="auto">
            <a:xfrm>
              <a:off x="7535727" y="1827628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60"/>
            <p:cNvSpPr>
              <a:spLocks noChangeArrowheads="1"/>
            </p:cNvSpPr>
            <p:nvPr/>
          </p:nvSpPr>
          <p:spPr bwMode="auto">
            <a:xfrm>
              <a:off x="6476070" y="3132368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60"/>
            <p:cNvSpPr>
              <a:spLocks noChangeArrowheads="1"/>
            </p:cNvSpPr>
            <p:nvPr/>
          </p:nvSpPr>
          <p:spPr bwMode="auto">
            <a:xfrm>
              <a:off x="6476070" y="3432805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60"/>
            <p:cNvSpPr>
              <a:spLocks noChangeArrowheads="1"/>
            </p:cNvSpPr>
            <p:nvPr/>
          </p:nvSpPr>
          <p:spPr bwMode="auto">
            <a:xfrm>
              <a:off x="6476070" y="3733242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60"/>
            <p:cNvSpPr>
              <a:spLocks noChangeArrowheads="1"/>
            </p:cNvSpPr>
            <p:nvPr/>
          </p:nvSpPr>
          <p:spPr bwMode="auto">
            <a:xfrm>
              <a:off x="6476070" y="4033679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Rectangle 60"/>
            <p:cNvSpPr>
              <a:spLocks noChangeArrowheads="1"/>
            </p:cNvSpPr>
            <p:nvPr/>
          </p:nvSpPr>
          <p:spPr bwMode="auto">
            <a:xfrm>
              <a:off x="6476070" y="4334111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Rectangle 48"/>
            <p:cNvSpPr>
              <a:spLocks noChangeArrowheads="1"/>
            </p:cNvSpPr>
            <p:nvPr/>
          </p:nvSpPr>
          <p:spPr bwMode="auto">
            <a:xfrm>
              <a:off x="5995059" y="3132368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Rectangle 48"/>
            <p:cNvSpPr>
              <a:spLocks noChangeArrowheads="1"/>
            </p:cNvSpPr>
            <p:nvPr/>
          </p:nvSpPr>
          <p:spPr bwMode="auto">
            <a:xfrm>
              <a:off x="6004584" y="3432805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Rectangle 48"/>
            <p:cNvSpPr>
              <a:spLocks noChangeArrowheads="1"/>
            </p:cNvSpPr>
            <p:nvPr/>
          </p:nvSpPr>
          <p:spPr bwMode="auto">
            <a:xfrm>
              <a:off x="5995059" y="3733242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48"/>
            <p:cNvSpPr>
              <a:spLocks noChangeArrowheads="1"/>
            </p:cNvSpPr>
            <p:nvPr/>
          </p:nvSpPr>
          <p:spPr bwMode="auto">
            <a:xfrm>
              <a:off x="5995059" y="4033678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Rectangle 48"/>
            <p:cNvSpPr>
              <a:spLocks noChangeArrowheads="1"/>
            </p:cNvSpPr>
            <p:nvPr/>
          </p:nvSpPr>
          <p:spPr bwMode="auto">
            <a:xfrm>
              <a:off x="5995059" y="4334111"/>
              <a:ext cx="2905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2" name="直接连接符 91"/>
          <p:cNvCxnSpPr/>
          <p:nvPr/>
        </p:nvCxnSpPr>
        <p:spPr>
          <a:xfrm>
            <a:off x="7636533" y="4464277"/>
            <a:ext cx="5064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8136437" y="2369556"/>
            <a:ext cx="0" cy="209472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7640501" y="2375922"/>
            <a:ext cx="506413" cy="0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4"/>
          <p:cNvSpPr>
            <a:spLocks noChangeArrowheads="1"/>
          </p:cNvSpPr>
          <p:nvPr/>
        </p:nvSpPr>
        <p:spPr bwMode="auto">
          <a:xfrm>
            <a:off x="8300457" y="4211000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起跳状态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Rectangle 4"/>
          <p:cNvSpPr>
            <a:spLocks noChangeArrowheads="1"/>
          </p:cNvSpPr>
          <p:nvPr/>
        </p:nvSpPr>
        <p:spPr bwMode="auto">
          <a:xfrm>
            <a:off x="9513320" y="4211000"/>
            <a:ext cx="11993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反馈状态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4"/>
          <p:cNvSpPr txBox="1">
            <a:spLocks noChangeArrowheads="1"/>
          </p:cNvSpPr>
          <p:nvPr/>
        </p:nvSpPr>
        <p:spPr bwMode="auto">
          <a:xfrm>
            <a:off x="318990" y="328613"/>
            <a:ext cx="8767762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5.15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写出图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P5.8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电路的状态转移表并求出模长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09049" y="1348886"/>
            <a:ext cx="6209662" cy="3514725"/>
            <a:chOff x="1592263" y="1419225"/>
            <a:chExt cx="6209662" cy="3514725"/>
          </a:xfrm>
        </p:grpSpPr>
        <p:sp>
          <p:nvSpPr>
            <p:cNvPr id="5" name="Rectangle 63"/>
            <p:cNvSpPr>
              <a:spLocks noChangeArrowheads="1"/>
            </p:cNvSpPr>
            <p:nvPr/>
          </p:nvSpPr>
          <p:spPr bwMode="auto">
            <a:xfrm>
              <a:off x="3430588" y="2716213"/>
              <a:ext cx="3243263" cy="1431924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Line 64"/>
            <p:cNvSpPr>
              <a:spLocks noChangeShapeType="1"/>
            </p:cNvSpPr>
            <p:nvPr/>
          </p:nvSpPr>
          <p:spPr bwMode="auto">
            <a:xfrm>
              <a:off x="6673851" y="3392488"/>
              <a:ext cx="539750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Rectangle 65"/>
            <p:cNvSpPr>
              <a:spLocks noChangeArrowheads="1"/>
            </p:cNvSpPr>
            <p:nvPr/>
          </p:nvSpPr>
          <p:spPr bwMode="auto">
            <a:xfrm>
              <a:off x="6296026" y="3257550"/>
              <a:ext cx="215900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Line 66"/>
            <p:cNvSpPr>
              <a:spLocks noChangeShapeType="1"/>
            </p:cNvSpPr>
            <p:nvPr/>
          </p:nvSpPr>
          <p:spPr bwMode="auto">
            <a:xfrm>
              <a:off x="6673851" y="2987675"/>
              <a:ext cx="539750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Rectangle 67"/>
            <p:cNvSpPr>
              <a:spLocks noChangeArrowheads="1"/>
            </p:cNvSpPr>
            <p:nvPr/>
          </p:nvSpPr>
          <p:spPr bwMode="auto">
            <a:xfrm>
              <a:off x="6296026" y="2852738"/>
              <a:ext cx="215900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Oval 68"/>
            <p:cNvSpPr>
              <a:spLocks noChangeArrowheads="1"/>
            </p:cNvSpPr>
            <p:nvPr/>
          </p:nvSpPr>
          <p:spPr bwMode="auto">
            <a:xfrm>
              <a:off x="3267076" y="3716338"/>
              <a:ext cx="163513" cy="1619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Line 69"/>
            <p:cNvSpPr>
              <a:spLocks noChangeShapeType="1"/>
            </p:cNvSpPr>
            <p:nvPr/>
          </p:nvSpPr>
          <p:spPr bwMode="auto">
            <a:xfrm flipH="1">
              <a:off x="2889251" y="3797300"/>
              <a:ext cx="377825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70"/>
            <p:cNvSpPr>
              <a:spLocks noChangeArrowheads="1"/>
            </p:cNvSpPr>
            <p:nvPr/>
          </p:nvSpPr>
          <p:spPr bwMode="auto">
            <a:xfrm>
              <a:off x="3592513" y="3663950"/>
              <a:ext cx="35907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r>
                <a:rPr kumimoji="0" lang="en-US" altLang="zh-CN" sz="2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Line 71"/>
            <p:cNvSpPr>
              <a:spLocks noChangeShapeType="1"/>
            </p:cNvSpPr>
            <p:nvPr/>
          </p:nvSpPr>
          <p:spPr bwMode="auto">
            <a:xfrm>
              <a:off x="6673851" y="3797300"/>
              <a:ext cx="539750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Line 72"/>
            <p:cNvSpPr>
              <a:spLocks noChangeShapeType="1"/>
            </p:cNvSpPr>
            <p:nvPr/>
          </p:nvSpPr>
          <p:spPr bwMode="auto">
            <a:xfrm flipV="1">
              <a:off x="4240213" y="2176463"/>
              <a:ext cx="0" cy="53975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73"/>
            <p:cNvSpPr>
              <a:spLocks noChangeShapeType="1"/>
            </p:cNvSpPr>
            <p:nvPr/>
          </p:nvSpPr>
          <p:spPr bwMode="auto">
            <a:xfrm flipH="1">
              <a:off x="2889251" y="2987675"/>
              <a:ext cx="541338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74"/>
            <p:cNvSpPr>
              <a:spLocks noChangeArrowheads="1"/>
            </p:cNvSpPr>
            <p:nvPr/>
          </p:nvSpPr>
          <p:spPr bwMode="auto">
            <a:xfrm>
              <a:off x="3592513" y="2852738"/>
              <a:ext cx="37350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Line 75"/>
            <p:cNvSpPr>
              <a:spLocks noChangeShapeType="1"/>
            </p:cNvSpPr>
            <p:nvPr/>
          </p:nvSpPr>
          <p:spPr bwMode="auto">
            <a:xfrm flipV="1">
              <a:off x="4781551" y="2176463"/>
              <a:ext cx="0" cy="53975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76"/>
            <p:cNvSpPr>
              <a:spLocks noChangeShapeType="1"/>
            </p:cNvSpPr>
            <p:nvPr/>
          </p:nvSpPr>
          <p:spPr bwMode="auto">
            <a:xfrm flipV="1">
              <a:off x="5321301" y="2176463"/>
              <a:ext cx="0" cy="53975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77"/>
            <p:cNvSpPr>
              <a:spLocks noChangeShapeType="1"/>
            </p:cNvSpPr>
            <p:nvPr/>
          </p:nvSpPr>
          <p:spPr bwMode="auto">
            <a:xfrm flipV="1">
              <a:off x="5862638" y="2176463"/>
              <a:ext cx="0" cy="53975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78"/>
            <p:cNvSpPr>
              <a:spLocks noChangeShapeType="1"/>
            </p:cNvSpPr>
            <p:nvPr/>
          </p:nvSpPr>
          <p:spPr bwMode="auto">
            <a:xfrm>
              <a:off x="4240213" y="4148137"/>
              <a:ext cx="0" cy="46037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Line 79"/>
            <p:cNvSpPr>
              <a:spLocks noChangeShapeType="1"/>
            </p:cNvSpPr>
            <p:nvPr/>
          </p:nvSpPr>
          <p:spPr bwMode="auto">
            <a:xfrm>
              <a:off x="4781551" y="4148137"/>
              <a:ext cx="0" cy="46037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Line 80"/>
            <p:cNvSpPr>
              <a:spLocks noChangeShapeType="1"/>
            </p:cNvSpPr>
            <p:nvPr/>
          </p:nvSpPr>
          <p:spPr bwMode="auto">
            <a:xfrm>
              <a:off x="5321301" y="4148137"/>
              <a:ext cx="0" cy="46037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81"/>
            <p:cNvSpPr>
              <a:spLocks noChangeShapeType="1"/>
            </p:cNvSpPr>
            <p:nvPr/>
          </p:nvSpPr>
          <p:spPr bwMode="auto">
            <a:xfrm>
              <a:off x="5862638" y="4148137"/>
              <a:ext cx="0" cy="46037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Rectangle 82"/>
            <p:cNvSpPr>
              <a:spLocks noChangeArrowheads="1"/>
            </p:cNvSpPr>
            <p:nvPr/>
          </p:nvSpPr>
          <p:spPr bwMode="auto">
            <a:xfrm>
              <a:off x="4700588" y="3230563"/>
              <a:ext cx="784225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74161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83"/>
            <p:cNvSpPr>
              <a:spLocks noChangeArrowheads="1"/>
            </p:cNvSpPr>
            <p:nvPr/>
          </p:nvSpPr>
          <p:spPr bwMode="auto">
            <a:xfrm>
              <a:off x="4132263" y="2798763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86"/>
            <p:cNvSpPr>
              <a:spLocks noChangeArrowheads="1"/>
            </p:cNvSpPr>
            <p:nvPr/>
          </p:nvSpPr>
          <p:spPr bwMode="auto">
            <a:xfrm>
              <a:off x="4349751" y="2906713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87"/>
            <p:cNvSpPr>
              <a:spLocks noChangeArrowheads="1"/>
            </p:cNvSpPr>
            <p:nvPr/>
          </p:nvSpPr>
          <p:spPr bwMode="auto">
            <a:xfrm>
              <a:off x="4889501" y="2906713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88"/>
            <p:cNvSpPr>
              <a:spLocks noChangeArrowheads="1"/>
            </p:cNvSpPr>
            <p:nvPr/>
          </p:nvSpPr>
          <p:spPr bwMode="auto">
            <a:xfrm>
              <a:off x="5430838" y="2906713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89"/>
            <p:cNvSpPr>
              <a:spLocks noChangeArrowheads="1"/>
            </p:cNvSpPr>
            <p:nvPr/>
          </p:nvSpPr>
          <p:spPr bwMode="auto">
            <a:xfrm>
              <a:off x="5970588" y="2906713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90"/>
            <p:cNvSpPr>
              <a:spLocks noChangeArrowheads="1"/>
            </p:cNvSpPr>
            <p:nvPr/>
          </p:nvSpPr>
          <p:spPr bwMode="auto">
            <a:xfrm>
              <a:off x="4673601" y="2798763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91"/>
            <p:cNvSpPr>
              <a:spLocks noChangeArrowheads="1"/>
            </p:cNvSpPr>
            <p:nvPr/>
          </p:nvSpPr>
          <p:spPr bwMode="auto">
            <a:xfrm>
              <a:off x="5213351" y="2798763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92"/>
            <p:cNvSpPr>
              <a:spLocks noChangeArrowheads="1"/>
            </p:cNvSpPr>
            <p:nvPr/>
          </p:nvSpPr>
          <p:spPr bwMode="auto">
            <a:xfrm>
              <a:off x="5754688" y="2798763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93"/>
            <p:cNvSpPr>
              <a:spLocks noChangeArrowheads="1"/>
            </p:cNvSpPr>
            <p:nvPr/>
          </p:nvSpPr>
          <p:spPr bwMode="auto">
            <a:xfrm>
              <a:off x="4132263" y="3717925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94"/>
            <p:cNvSpPr>
              <a:spLocks noChangeArrowheads="1"/>
            </p:cNvSpPr>
            <p:nvPr/>
          </p:nvSpPr>
          <p:spPr bwMode="auto">
            <a:xfrm>
              <a:off x="4349751" y="3798888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95"/>
            <p:cNvSpPr>
              <a:spLocks noChangeArrowheads="1"/>
            </p:cNvSpPr>
            <p:nvPr/>
          </p:nvSpPr>
          <p:spPr bwMode="auto">
            <a:xfrm>
              <a:off x="4889501" y="3798888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96"/>
            <p:cNvSpPr>
              <a:spLocks noChangeArrowheads="1"/>
            </p:cNvSpPr>
            <p:nvPr/>
          </p:nvSpPr>
          <p:spPr bwMode="auto">
            <a:xfrm>
              <a:off x="5430838" y="3798888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97"/>
            <p:cNvSpPr>
              <a:spLocks noChangeArrowheads="1"/>
            </p:cNvSpPr>
            <p:nvPr/>
          </p:nvSpPr>
          <p:spPr bwMode="auto">
            <a:xfrm>
              <a:off x="5970588" y="3798888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98"/>
            <p:cNvSpPr>
              <a:spLocks noChangeArrowheads="1"/>
            </p:cNvSpPr>
            <p:nvPr/>
          </p:nvSpPr>
          <p:spPr bwMode="auto">
            <a:xfrm>
              <a:off x="4673601" y="3717925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99"/>
            <p:cNvSpPr>
              <a:spLocks noChangeArrowheads="1"/>
            </p:cNvSpPr>
            <p:nvPr/>
          </p:nvSpPr>
          <p:spPr bwMode="auto">
            <a:xfrm>
              <a:off x="5213351" y="3717925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100"/>
            <p:cNvSpPr>
              <a:spLocks noChangeArrowheads="1"/>
            </p:cNvSpPr>
            <p:nvPr/>
          </p:nvSpPr>
          <p:spPr bwMode="auto">
            <a:xfrm>
              <a:off x="5754688" y="3717925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Oval 101"/>
            <p:cNvSpPr>
              <a:spLocks noChangeArrowheads="1"/>
            </p:cNvSpPr>
            <p:nvPr/>
          </p:nvSpPr>
          <p:spPr bwMode="auto">
            <a:xfrm>
              <a:off x="3267076" y="3311525"/>
              <a:ext cx="163513" cy="1619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Line 102"/>
            <p:cNvSpPr>
              <a:spLocks noChangeShapeType="1"/>
            </p:cNvSpPr>
            <p:nvPr/>
          </p:nvSpPr>
          <p:spPr bwMode="auto">
            <a:xfrm flipH="1">
              <a:off x="2889251" y="3392488"/>
              <a:ext cx="377825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Rectangle 103"/>
            <p:cNvSpPr>
              <a:spLocks noChangeArrowheads="1"/>
            </p:cNvSpPr>
            <p:nvPr/>
          </p:nvSpPr>
          <p:spPr bwMode="auto">
            <a:xfrm>
              <a:off x="3592513" y="3257550"/>
              <a:ext cx="35083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Freeform 104"/>
            <p:cNvSpPr/>
            <p:nvPr/>
          </p:nvSpPr>
          <p:spPr bwMode="auto">
            <a:xfrm>
              <a:off x="6554153" y="3662363"/>
              <a:ext cx="107950" cy="271463"/>
            </a:xfrm>
            <a:custGeom>
              <a:avLst/>
              <a:gdLst>
                <a:gd name="T0" fmla="*/ 68 w 68"/>
                <a:gd name="T1" fmla="*/ 171 h 171"/>
                <a:gd name="T2" fmla="*/ 0 w 68"/>
                <a:gd name="T3" fmla="*/ 85 h 171"/>
                <a:gd name="T4" fmla="*/ 68 w 68"/>
                <a:gd name="T5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71">
                  <a:moveTo>
                    <a:pt x="68" y="171"/>
                  </a:moveTo>
                  <a:lnTo>
                    <a:pt x="0" y="85"/>
                  </a:lnTo>
                  <a:lnTo>
                    <a:pt x="68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Line 105"/>
            <p:cNvSpPr>
              <a:spLocks noChangeShapeType="1"/>
            </p:cNvSpPr>
            <p:nvPr/>
          </p:nvSpPr>
          <p:spPr bwMode="auto">
            <a:xfrm>
              <a:off x="3592513" y="3268663"/>
              <a:ext cx="350837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Line 106"/>
            <p:cNvSpPr>
              <a:spLocks noChangeShapeType="1"/>
            </p:cNvSpPr>
            <p:nvPr/>
          </p:nvSpPr>
          <p:spPr bwMode="auto">
            <a:xfrm>
              <a:off x="3592513" y="3673475"/>
              <a:ext cx="350838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Rectangle 107"/>
            <p:cNvSpPr>
              <a:spLocks noChangeArrowheads="1"/>
            </p:cNvSpPr>
            <p:nvPr/>
          </p:nvSpPr>
          <p:spPr bwMode="auto">
            <a:xfrm>
              <a:off x="6132513" y="3663950"/>
              <a:ext cx="35083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Freeform 108"/>
            <p:cNvSpPr/>
            <p:nvPr/>
          </p:nvSpPr>
          <p:spPr bwMode="auto">
            <a:xfrm>
              <a:off x="2295526" y="3257550"/>
              <a:ext cx="431800" cy="269875"/>
            </a:xfrm>
            <a:custGeom>
              <a:avLst/>
              <a:gdLst>
                <a:gd name="T0" fmla="*/ 0 w 272"/>
                <a:gd name="T1" fmla="*/ 0 h 170"/>
                <a:gd name="T2" fmla="*/ 102 w 272"/>
                <a:gd name="T3" fmla="*/ 0 h 170"/>
                <a:gd name="T4" fmla="*/ 102 w 272"/>
                <a:gd name="T5" fmla="*/ 170 h 170"/>
                <a:gd name="T6" fmla="*/ 204 w 272"/>
                <a:gd name="T7" fmla="*/ 170 h 170"/>
                <a:gd name="T8" fmla="*/ 204 w 272"/>
                <a:gd name="T9" fmla="*/ 0 h 170"/>
                <a:gd name="T10" fmla="*/ 272 w 272"/>
                <a:gd name="T11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2" h="170">
                  <a:moveTo>
                    <a:pt x="0" y="0"/>
                  </a:moveTo>
                  <a:lnTo>
                    <a:pt x="102" y="0"/>
                  </a:lnTo>
                  <a:lnTo>
                    <a:pt x="102" y="170"/>
                  </a:lnTo>
                  <a:lnTo>
                    <a:pt x="204" y="170"/>
                  </a:lnTo>
                  <a:lnTo>
                    <a:pt x="204" y="0"/>
                  </a:lnTo>
                  <a:lnTo>
                    <a:pt x="272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109"/>
            <p:cNvSpPr/>
            <p:nvPr/>
          </p:nvSpPr>
          <p:spPr bwMode="auto">
            <a:xfrm>
              <a:off x="2078038" y="1905000"/>
              <a:ext cx="3243263" cy="1892300"/>
            </a:xfrm>
            <a:custGeom>
              <a:avLst/>
              <a:gdLst>
                <a:gd name="T0" fmla="*/ 511 w 2043"/>
                <a:gd name="T1" fmla="*/ 1192 h 1192"/>
                <a:gd name="T2" fmla="*/ 0 w 2043"/>
                <a:gd name="T3" fmla="*/ 1192 h 1192"/>
                <a:gd name="T4" fmla="*/ 0 w 2043"/>
                <a:gd name="T5" fmla="*/ 0 h 1192"/>
                <a:gd name="T6" fmla="*/ 2043 w 2043"/>
                <a:gd name="T7" fmla="*/ 0 h 1192"/>
                <a:gd name="T8" fmla="*/ 2043 w 2043"/>
                <a:gd name="T9" fmla="*/ 171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3" h="1192">
                  <a:moveTo>
                    <a:pt x="511" y="1192"/>
                  </a:moveTo>
                  <a:lnTo>
                    <a:pt x="0" y="1192"/>
                  </a:lnTo>
                  <a:lnTo>
                    <a:pt x="0" y="0"/>
                  </a:lnTo>
                  <a:lnTo>
                    <a:pt x="2043" y="0"/>
                  </a:lnTo>
                  <a:lnTo>
                    <a:pt x="2043" y="171"/>
                  </a:lnTo>
                </a:path>
              </a:pathLst>
            </a:cu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110"/>
            <p:cNvSpPr/>
            <p:nvPr/>
          </p:nvSpPr>
          <p:spPr bwMode="auto">
            <a:xfrm>
              <a:off x="1862138" y="1689100"/>
              <a:ext cx="2919413" cy="3000375"/>
            </a:xfrm>
            <a:custGeom>
              <a:avLst/>
              <a:gdLst>
                <a:gd name="T0" fmla="*/ 1839 w 1839"/>
                <a:gd name="T1" fmla="*/ 307 h 1890"/>
                <a:gd name="T2" fmla="*/ 1839 w 1839"/>
                <a:gd name="T3" fmla="*/ 0 h 1890"/>
                <a:gd name="T4" fmla="*/ 0 w 1839"/>
                <a:gd name="T5" fmla="*/ 0 h 1890"/>
                <a:gd name="T6" fmla="*/ 0 w 1839"/>
                <a:gd name="T7" fmla="*/ 1890 h 1890"/>
                <a:gd name="T8" fmla="*/ 1839 w 1839"/>
                <a:gd name="T9" fmla="*/ 1890 h 1890"/>
                <a:gd name="T10" fmla="*/ 1839 w 1839"/>
                <a:gd name="T11" fmla="*/ 1839 h 1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39" h="1890">
                  <a:moveTo>
                    <a:pt x="1839" y="307"/>
                  </a:moveTo>
                  <a:lnTo>
                    <a:pt x="1839" y="0"/>
                  </a:lnTo>
                  <a:lnTo>
                    <a:pt x="0" y="0"/>
                  </a:lnTo>
                  <a:lnTo>
                    <a:pt x="0" y="1890"/>
                  </a:lnTo>
                  <a:lnTo>
                    <a:pt x="1839" y="1890"/>
                  </a:lnTo>
                  <a:lnTo>
                    <a:pt x="1839" y="1839"/>
                  </a:lnTo>
                </a:path>
              </a:pathLst>
            </a:cu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111"/>
            <p:cNvSpPr/>
            <p:nvPr/>
          </p:nvSpPr>
          <p:spPr bwMode="auto">
            <a:xfrm>
              <a:off x="1592263" y="1419225"/>
              <a:ext cx="2647950" cy="3514725"/>
            </a:xfrm>
            <a:custGeom>
              <a:avLst/>
              <a:gdLst>
                <a:gd name="T0" fmla="*/ 1668 w 1668"/>
                <a:gd name="T1" fmla="*/ 477 h 2214"/>
                <a:gd name="T2" fmla="*/ 1668 w 1668"/>
                <a:gd name="T3" fmla="*/ 0 h 2214"/>
                <a:gd name="T4" fmla="*/ 0 w 1668"/>
                <a:gd name="T5" fmla="*/ 0 h 2214"/>
                <a:gd name="T6" fmla="*/ 0 w 1668"/>
                <a:gd name="T7" fmla="*/ 2214 h 2214"/>
                <a:gd name="T8" fmla="*/ 1668 w 1668"/>
                <a:gd name="T9" fmla="*/ 2214 h 2214"/>
                <a:gd name="T10" fmla="*/ 1668 w 1668"/>
                <a:gd name="T11" fmla="*/ 2009 h 2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8" h="2214">
                  <a:moveTo>
                    <a:pt x="1668" y="477"/>
                  </a:moveTo>
                  <a:lnTo>
                    <a:pt x="1668" y="0"/>
                  </a:lnTo>
                  <a:lnTo>
                    <a:pt x="0" y="0"/>
                  </a:lnTo>
                  <a:lnTo>
                    <a:pt x="0" y="2214"/>
                  </a:lnTo>
                  <a:lnTo>
                    <a:pt x="1668" y="2214"/>
                  </a:lnTo>
                  <a:lnTo>
                    <a:pt x="1668" y="2009"/>
                  </a:lnTo>
                </a:path>
              </a:pathLst>
            </a:cu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Line 112"/>
            <p:cNvSpPr>
              <a:spLocks noChangeShapeType="1"/>
            </p:cNvSpPr>
            <p:nvPr/>
          </p:nvSpPr>
          <p:spPr bwMode="auto">
            <a:xfrm>
              <a:off x="5321301" y="4608513"/>
              <a:ext cx="1082675" cy="0"/>
            </a:xfrm>
            <a:prstGeom prst="line">
              <a:avLst/>
            </a:pr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Oval 113"/>
            <p:cNvSpPr>
              <a:spLocks noChangeArrowheads="1"/>
            </p:cNvSpPr>
            <p:nvPr/>
          </p:nvSpPr>
          <p:spPr bwMode="auto">
            <a:xfrm>
              <a:off x="5808663" y="4554538"/>
              <a:ext cx="107950" cy="107950"/>
            </a:xfrm>
            <a:prstGeom prst="ellipse">
              <a:avLst/>
            </a:prstGeom>
            <a:solidFill>
              <a:srgbClr val="800000"/>
            </a:solidFill>
            <a:ln w="0">
              <a:solidFill>
                <a:srgbClr val="8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Line 114"/>
            <p:cNvSpPr>
              <a:spLocks noChangeShapeType="1"/>
            </p:cNvSpPr>
            <p:nvPr/>
          </p:nvSpPr>
          <p:spPr bwMode="auto">
            <a:xfrm flipV="1">
              <a:off x="7213601" y="2446338"/>
              <a:ext cx="0" cy="946150"/>
            </a:xfrm>
            <a:prstGeom prst="line">
              <a:avLst/>
            </a:pr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Oval 115"/>
            <p:cNvSpPr>
              <a:spLocks noChangeArrowheads="1"/>
            </p:cNvSpPr>
            <p:nvPr/>
          </p:nvSpPr>
          <p:spPr bwMode="auto">
            <a:xfrm>
              <a:off x="7159626" y="2933700"/>
              <a:ext cx="107950" cy="107950"/>
            </a:xfrm>
            <a:prstGeom prst="ellipse">
              <a:avLst/>
            </a:prstGeom>
            <a:solidFill>
              <a:srgbClr val="800000"/>
            </a:solidFill>
            <a:ln w="0">
              <a:solidFill>
                <a:srgbClr val="8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Rectangle 116"/>
            <p:cNvSpPr>
              <a:spLocks noChangeArrowheads="1"/>
            </p:cNvSpPr>
            <p:nvPr/>
          </p:nvSpPr>
          <p:spPr bwMode="auto">
            <a:xfrm>
              <a:off x="7159626" y="1960563"/>
              <a:ext cx="242888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117"/>
            <p:cNvSpPr>
              <a:spLocks noChangeArrowheads="1"/>
            </p:cNvSpPr>
            <p:nvPr/>
          </p:nvSpPr>
          <p:spPr bwMode="auto">
            <a:xfrm>
              <a:off x="6592888" y="4419600"/>
              <a:ext cx="242888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118"/>
            <p:cNvSpPr>
              <a:spLocks noChangeArrowheads="1"/>
            </p:cNvSpPr>
            <p:nvPr/>
          </p:nvSpPr>
          <p:spPr bwMode="auto">
            <a:xfrm>
              <a:off x="7375526" y="3609975"/>
              <a:ext cx="4263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6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60" name="矩形 59"/>
          <p:cNvSpPr/>
          <p:nvPr/>
        </p:nvSpPr>
        <p:spPr>
          <a:xfrm>
            <a:off x="8692179" y="5336681"/>
            <a:ext cx="9076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=8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Group 567"/>
          <p:cNvGraphicFramePr>
            <a:graphicFrameLocks noGrp="1"/>
          </p:cNvGraphicFramePr>
          <p:nvPr/>
        </p:nvGraphicFramePr>
        <p:xfrm>
          <a:off x="6922501" y="1177690"/>
          <a:ext cx="4446978" cy="3962400"/>
        </p:xfrm>
        <a:graphic>
          <a:graphicData uri="http://schemas.openxmlformats.org/drawingml/2006/table">
            <a:tbl>
              <a:tblPr/>
              <a:tblGrid>
                <a:gridCol w="1246138"/>
                <a:gridCol w="640168"/>
                <a:gridCol w="640168"/>
                <a:gridCol w="640168"/>
                <a:gridCol w="640168"/>
                <a:gridCol w="640168"/>
              </a:tblGrid>
              <a:tr h="288925"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254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CP↓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个数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4483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4165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4165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6388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254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" name="Line 554"/>
          <p:cNvSpPr>
            <a:spLocks noChangeShapeType="1"/>
          </p:cNvSpPr>
          <p:nvPr/>
        </p:nvSpPr>
        <p:spPr bwMode="auto">
          <a:xfrm>
            <a:off x="10907125" y="1247051"/>
            <a:ext cx="33852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11179685" y="4529320"/>
            <a:ext cx="32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1498614" y="1778389"/>
            <a:ext cx="0" cy="27509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1179696" y="1778389"/>
            <a:ext cx="324000" cy="0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48302" y="526321"/>
            <a:ext cx="11429716" cy="55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5.26 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试用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DFF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设计一个序列信号发生器。使该电路产生序列信号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1110100…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484188" y="2847975"/>
            <a:ext cx="2624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2)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状态转移表为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1" name="Group 30"/>
          <p:cNvGraphicFramePr>
            <a:graphicFrameLocks noGrp="1"/>
          </p:cNvGraphicFramePr>
          <p:nvPr/>
        </p:nvGraphicFramePr>
        <p:xfrm>
          <a:off x="3286125" y="3101975"/>
          <a:ext cx="2381250" cy="3124359"/>
        </p:xfrm>
        <a:graphic>
          <a:graphicData uri="http://schemas.openxmlformats.org/drawingml/2006/table">
            <a:tbl>
              <a:tblPr/>
              <a:tblGrid>
                <a:gridCol w="1785938"/>
                <a:gridCol w="595312"/>
              </a:tblGrid>
              <a:tr h="4726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2" marB="4568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2" marB="456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52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2" marB="4568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2" marB="456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Text Box 31"/>
          <p:cNvSpPr txBox="1">
            <a:spLocks noChangeArrowheads="1"/>
          </p:cNvSpPr>
          <p:nvPr/>
        </p:nvSpPr>
        <p:spPr bwMode="auto">
          <a:xfrm>
            <a:off x="448623" y="1360274"/>
            <a:ext cx="4095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求触发器的级数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" name="Object 32"/>
          <p:cNvGraphicFramePr>
            <a:graphicFrameLocks noChangeAspect="1"/>
          </p:cNvGraphicFramePr>
          <p:nvPr/>
        </p:nvGraphicFramePr>
        <p:xfrm>
          <a:off x="2590777" y="2158099"/>
          <a:ext cx="3390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390900" imgH="419100" progId="Equation.3">
                  <p:embed/>
                </p:oleObj>
              </mc:Choice>
              <mc:Fallback>
                <p:oleObj name="Equation" r:id="rId1" imgW="3390900" imgH="4191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777" y="2158099"/>
                        <a:ext cx="3390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33"/>
          <p:cNvSpPr txBox="1">
            <a:spLocks noChangeArrowheads="1"/>
          </p:cNvSpPr>
          <p:nvPr/>
        </p:nvSpPr>
        <p:spPr bwMode="auto">
          <a:xfrm>
            <a:off x="6265839" y="2110474"/>
            <a:ext cx="1547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得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= 3 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34"/>
          <p:cNvSpPr txBox="1">
            <a:spLocks noChangeArrowheads="1"/>
          </p:cNvSpPr>
          <p:nvPr/>
        </p:nvSpPr>
        <p:spPr bwMode="auto">
          <a:xfrm>
            <a:off x="842939" y="2121587"/>
            <a:ext cx="1820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=7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，由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utoUpdateAnimBg="0"/>
      <p:bldP spid="14" grpId="0" autoUpdateAnimBg="0"/>
      <p:bldP spid="15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2"/>
          <p:cNvGraphicFramePr>
            <a:graphicFrameLocks noGrp="1"/>
          </p:cNvGraphicFramePr>
          <p:nvPr/>
        </p:nvGraphicFramePr>
        <p:xfrm>
          <a:off x="2734092" y="1693863"/>
          <a:ext cx="4017962" cy="2032000"/>
        </p:xfrm>
        <a:graphic>
          <a:graphicData uri="http://schemas.openxmlformats.org/drawingml/2006/table">
            <a:tbl>
              <a:tblPr/>
              <a:tblGrid>
                <a:gridCol w="1254125"/>
                <a:gridCol w="701675"/>
                <a:gridCol w="742950"/>
                <a:gridCol w="685800"/>
                <a:gridCol w="633412"/>
              </a:tblGrid>
              <a:tr h="9451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7625" indent="-47625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4483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47625" marR="0" lvl="0" indent="-476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00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84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01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080" indent="-508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4483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080" marR="0" lvl="0" indent="-50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      11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" indent="-635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22605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    10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503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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22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AutoShape 36"/>
          <p:cNvSpPr>
            <a:spLocks noChangeArrowheads="1"/>
          </p:cNvSpPr>
          <p:nvPr/>
        </p:nvSpPr>
        <p:spPr bwMode="auto">
          <a:xfrm>
            <a:off x="4943892" y="2727325"/>
            <a:ext cx="995362" cy="3397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AutoShape 37"/>
          <p:cNvSpPr/>
          <p:nvPr/>
        </p:nvSpPr>
        <p:spPr bwMode="auto">
          <a:xfrm>
            <a:off x="4107279" y="3295650"/>
            <a:ext cx="398463" cy="342900"/>
          </a:xfrm>
          <a:prstGeom prst="rightBracket">
            <a:avLst>
              <a:gd name="adj" fmla="val 8333"/>
            </a:avLst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AutoShape 38"/>
          <p:cNvSpPr/>
          <p:nvPr/>
        </p:nvSpPr>
        <p:spPr bwMode="auto">
          <a:xfrm flipH="1">
            <a:off x="6318667" y="3302000"/>
            <a:ext cx="376237" cy="322263"/>
          </a:xfrm>
          <a:prstGeom prst="rightBracket">
            <a:avLst>
              <a:gd name="adj" fmla="val 8333"/>
            </a:avLst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3074683" y="4240213"/>
            <a:ext cx="4067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kumimoji="1" lang="en-US" altLang="zh-CN" sz="2800" b="1" baseline="-25000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0" name="Rectangle 40"/>
          <p:cNvSpPr>
            <a:spLocks noChangeArrowheads="1"/>
          </p:cNvSpPr>
          <p:nvPr/>
        </p:nvSpPr>
        <p:spPr bwMode="auto">
          <a:xfrm>
            <a:off x="3527842" y="1735138"/>
            <a:ext cx="82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baseline="30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41"/>
          <p:cNvSpPr>
            <a:spLocks noChangeArrowheads="1"/>
          </p:cNvSpPr>
          <p:nvPr/>
        </p:nvSpPr>
        <p:spPr bwMode="auto">
          <a:xfrm>
            <a:off x="3219867" y="2154238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 b="1" baseline="30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Line 42"/>
          <p:cNvSpPr>
            <a:spLocks noChangeShapeType="1"/>
          </p:cNvSpPr>
          <p:nvPr/>
        </p:nvSpPr>
        <p:spPr bwMode="auto">
          <a:xfrm flipH="1" flipV="1">
            <a:off x="3454817" y="2055813"/>
            <a:ext cx="574675" cy="5746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738604" y="935182"/>
            <a:ext cx="7535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3)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求激励函数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45"/>
          <p:cNvSpPr txBox="1">
            <a:spLocks noChangeArrowheads="1"/>
          </p:cNvSpPr>
          <p:nvPr/>
        </p:nvSpPr>
        <p:spPr bwMode="auto">
          <a:xfrm>
            <a:off x="860606" y="1041775"/>
            <a:ext cx="2027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画电路图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925025" y="2282825"/>
            <a:ext cx="7421563" cy="2292349"/>
            <a:chOff x="2012949" y="2606675"/>
            <a:chExt cx="7421563" cy="2292349"/>
          </a:xfrm>
        </p:grpSpPr>
        <p:sp>
          <p:nvSpPr>
            <p:cNvPr id="14" name="Rectangle 138"/>
            <p:cNvSpPr>
              <a:spLocks noChangeArrowheads="1"/>
            </p:cNvSpPr>
            <p:nvPr/>
          </p:nvSpPr>
          <p:spPr bwMode="auto">
            <a:xfrm>
              <a:off x="3506787" y="3679824"/>
              <a:ext cx="996950" cy="9747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Line 139"/>
            <p:cNvSpPr>
              <a:spLocks noChangeShapeType="1"/>
            </p:cNvSpPr>
            <p:nvPr/>
          </p:nvSpPr>
          <p:spPr bwMode="auto">
            <a:xfrm flipH="1">
              <a:off x="2935287" y="3922712"/>
              <a:ext cx="571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Line 140"/>
            <p:cNvSpPr>
              <a:spLocks noChangeShapeType="1"/>
            </p:cNvSpPr>
            <p:nvPr/>
          </p:nvSpPr>
          <p:spPr bwMode="auto">
            <a:xfrm>
              <a:off x="4503737" y="3922712"/>
              <a:ext cx="498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Rectangle 141"/>
            <p:cNvSpPr>
              <a:spLocks noChangeArrowheads="1"/>
            </p:cNvSpPr>
            <p:nvPr/>
          </p:nvSpPr>
          <p:spPr bwMode="auto">
            <a:xfrm>
              <a:off x="4030662" y="3800474"/>
              <a:ext cx="3238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Line 142"/>
            <p:cNvSpPr>
              <a:spLocks noChangeShapeType="1"/>
            </p:cNvSpPr>
            <p:nvPr/>
          </p:nvSpPr>
          <p:spPr bwMode="auto">
            <a:xfrm>
              <a:off x="4503737" y="4411662"/>
              <a:ext cx="3984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Rectangle 143"/>
            <p:cNvSpPr>
              <a:spLocks noChangeArrowheads="1"/>
            </p:cNvSpPr>
            <p:nvPr/>
          </p:nvSpPr>
          <p:spPr bwMode="auto">
            <a:xfrm>
              <a:off x="4056062" y="4287837"/>
              <a:ext cx="2984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Oval 144"/>
            <p:cNvSpPr>
              <a:spLocks noChangeArrowheads="1"/>
            </p:cNvSpPr>
            <p:nvPr/>
          </p:nvSpPr>
          <p:spPr bwMode="auto">
            <a:xfrm>
              <a:off x="3357562" y="4337049"/>
              <a:ext cx="149225" cy="147637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Line 145"/>
            <p:cNvSpPr>
              <a:spLocks noChangeShapeType="1"/>
            </p:cNvSpPr>
            <p:nvPr/>
          </p:nvSpPr>
          <p:spPr bwMode="auto">
            <a:xfrm flipH="1">
              <a:off x="3133724" y="4411662"/>
              <a:ext cx="2238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46"/>
            <p:cNvSpPr/>
            <p:nvPr/>
          </p:nvSpPr>
          <p:spPr bwMode="auto">
            <a:xfrm>
              <a:off x="4378324" y="4313237"/>
              <a:ext cx="100013" cy="195262"/>
            </a:xfrm>
            <a:custGeom>
              <a:avLst/>
              <a:gdLst>
                <a:gd name="T0" fmla="*/ 63 w 63"/>
                <a:gd name="T1" fmla="*/ 0 h 123"/>
                <a:gd name="T2" fmla="*/ 0 w 63"/>
                <a:gd name="T3" fmla="*/ 62 h 123"/>
                <a:gd name="T4" fmla="*/ 63 w 63"/>
                <a:gd name="T5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" h="123">
                  <a:moveTo>
                    <a:pt x="63" y="0"/>
                  </a:moveTo>
                  <a:lnTo>
                    <a:pt x="0" y="62"/>
                  </a:lnTo>
                  <a:lnTo>
                    <a:pt x="63" y="123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Oval 147"/>
            <p:cNvSpPr>
              <a:spLocks noChangeArrowheads="1"/>
            </p:cNvSpPr>
            <p:nvPr/>
          </p:nvSpPr>
          <p:spPr bwMode="auto">
            <a:xfrm>
              <a:off x="3756024" y="3533774"/>
              <a:ext cx="149225" cy="1460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Line 148"/>
            <p:cNvSpPr>
              <a:spLocks noChangeShapeType="1"/>
            </p:cNvSpPr>
            <p:nvPr/>
          </p:nvSpPr>
          <p:spPr bwMode="auto">
            <a:xfrm flipV="1">
              <a:off x="3830637" y="3192462"/>
              <a:ext cx="0" cy="341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Oval 149"/>
            <p:cNvSpPr>
              <a:spLocks noChangeArrowheads="1"/>
            </p:cNvSpPr>
            <p:nvPr/>
          </p:nvSpPr>
          <p:spPr bwMode="auto">
            <a:xfrm>
              <a:off x="3756024" y="3533774"/>
              <a:ext cx="149225" cy="1460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Line 150"/>
            <p:cNvSpPr>
              <a:spLocks noChangeShapeType="1"/>
            </p:cNvSpPr>
            <p:nvPr/>
          </p:nvSpPr>
          <p:spPr bwMode="auto">
            <a:xfrm flipV="1">
              <a:off x="3830637" y="3192462"/>
              <a:ext cx="0" cy="341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Rectangle 151"/>
            <p:cNvSpPr>
              <a:spLocks noChangeArrowheads="1"/>
            </p:cNvSpPr>
            <p:nvPr/>
          </p:nvSpPr>
          <p:spPr bwMode="auto">
            <a:xfrm>
              <a:off x="3781424" y="3776662"/>
              <a:ext cx="1746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152"/>
            <p:cNvSpPr>
              <a:spLocks noChangeArrowheads="1"/>
            </p:cNvSpPr>
            <p:nvPr/>
          </p:nvSpPr>
          <p:spPr bwMode="auto">
            <a:xfrm>
              <a:off x="5424487" y="3679824"/>
              <a:ext cx="996950" cy="9747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Line 153"/>
            <p:cNvSpPr>
              <a:spLocks noChangeShapeType="1"/>
            </p:cNvSpPr>
            <p:nvPr/>
          </p:nvSpPr>
          <p:spPr bwMode="auto">
            <a:xfrm flipH="1">
              <a:off x="4851399" y="3922712"/>
              <a:ext cx="5730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Line 154"/>
            <p:cNvSpPr>
              <a:spLocks noChangeShapeType="1"/>
            </p:cNvSpPr>
            <p:nvPr/>
          </p:nvSpPr>
          <p:spPr bwMode="auto">
            <a:xfrm>
              <a:off x="6421437" y="3922712"/>
              <a:ext cx="496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Rectangle 155"/>
            <p:cNvSpPr>
              <a:spLocks noChangeArrowheads="1"/>
            </p:cNvSpPr>
            <p:nvPr/>
          </p:nvSpPr>
          <p:spPr bwMode="auto">
            <a:xfrm>
              <a:off x="5948362" y="3800474"/>
              <a:ext cx="3238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Line 156"/>
            <p:cNvSpPr>
              <a:spLocks noChangeShapeType="1"/>
            </p:cNvSpPr>
            <p:nvPr/>
          </p:nvSpPr>
          <p:spPr bwMode="auto">
            <a:xfrm>
              <a:off x="6421437" y="4411662"/>
              <a:ext cx="3730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Rectangle 157"/>
            <p:cNvSpPr>
              <a:spLocks noChangeArrowheads="1"/>
            </p:cNvSpPr>
            <p:nvPr/>
          </p:nvSpPr>
          <p:spPr bwMode="auto">
            <a:xfrm>
              <a:off x="5973762" y="4287837"/>
              <a:ext cx="2984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Oval 158"/>
            <p:cNvSpPr>
              <a:spLocks noChangeArrowheads="1"/>
            </p:cNvSpPr>
            <p:nvPr/>
          </p:nvSpPr>
          <p:spPr bwMode="auto">
            <a:xfrm>
              <a:off x="5275262" y="4337049"/>
              <a:ext cx="149225" cy="147637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Line 159"/>
            <p:cNvSpPr>
              <a:spLocks noChangeShapeType="1"/>
            </p:cNvSpPr>
            <p:nvPr/>
          </p:nvSpPr>
          <p:spPr bwMode="auto">
            <a:xfrm flipH="1">
              <a:off x="5051424" y="4411662"/>
              <a:ext cx="2238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160"/>
            <p:cNvSpPr/>
            <p:nvPr/>
          </p:nvSpPr>
          <p:spPr bwMode="auto">
            <a:xfrm>
              <a:off x="6296024" y="4313237"/>
              <a:ext cx="100013" cy="195262"/>
            </a:xfrm>
            <a:custGeom>
              <a:avLst/>
              <a:gdLst>
                <a:gd name="T0" fmla="*/ 63 w 63"/>
                <a:gd name="T1" fmla="*/ 0 h 123"/>
                <a:gd name="T2" fmla="*/ 0 w 63"/>
                <a:gd name="T3" fmla="*/ 62 h 123"/>
                <a:gd name="T4" fmla="*/ 63 w 63"/>
                <a:gd name="T5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" h="123">
                  <a:moveTo>
                    <a:pt x="63" y="0"/>
                  </a:moveTo>
                  <a:lnTo>
                    <a:pt x="0" y="62"/>
                  </a:lnTo>
                  <a:lnTo>
                    <a:pt x="63" y="123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Oval 161"/>
            <p:cNvSpPr>
              <a:spLocks noChangeArrowheads="1"/>
            </p:cNvSpPr>
            <p:nvPr/>
          </p:nvSpPr>
          <p:spPr bwMode="auto">
            <a:xfrm>
              <a:off x="5673724" y="3533774"/>
              <a:ext cx="149225" cy="1460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Line 162"/>
            <p:cNvSpPr>
              <a:spLocks noChangeShapeType="1"/>
            </p:cNvSpPr>
            <p:nvPr/>
          </p:nvSpPr>
          <p:spPr bwMode="auto">
            <a:xfrm flipV="1">
              <a:off x="5748337" y="3192462"/>
              <a:ext cx="0" cy="341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Oval 163"/>
            <p:cNvSpPr>
              <a:spLocks noChangeArrowheads="1"/>
            </p:cNvSpPr>
            <p:nvPr/>
          </p:nvSpPr>
          <p:spPr bwMode="auto">
            <a:xfrm>
              <a:off x="5673724" y="3533774"/>
              <a:ext cx="149225" cy="1460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Line 164"/>
            <p:cNvSpPr>
              <a:spLocks noChangeShapeType="1"/>
            </p:cNvSpPr>
            <p:nvPr/>
          </p:nvSpPr>
          <p:spPr bwMode="auto">
            <a:xfrm flipV="1">
              <a:off x="5748337" y="3192462"/>
              <a:ext cx="0" cy="341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Rectangle 165"/>
            <p:cNvSpPr>
              <a:spLocks noChangeArrowheads="1"/>
            </p:cNvSpPr>
            <p:nvPr/>
          </p:nvSpPr>
          <p:spPr bwMode="auto">
            <a:xfrm>
              <a:off x="5699124" y="3776662"/>
              <a:ext cx="1746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166"/>
            <p:cNvSpPr>
              <a:spLocks noChangeArrowheads="1"/>
            </p:cNvSpPr>
            <p:nvPr/>
          </p:nvSpPr>
          <p:spPr bwMode="auto">
            <a:xfrm>
              <a:off x="7316787" y="3679824"/>
              <a:ext cx="996950" cy="9747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Line 167"/>
            <p:cNvSpPr>
              <a:spLocks noChangeShapeType="1"/>
            </p:cNvSpPr>
            <p:nvPr/>
          </p:nvSpPr>
          <p:spPr bwMode="auto">
            <a:xfrm flipH="1">
              <a:off x="6745287" y="3922712"/>
              <a:ext cx="571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Line 168"/>
            <p:cNvSpPr>
              <a:spLocks noChangeShapeType="1"/>
            </p:cNvSpPr>
            <p:nvPr/>
          </p:nvSpPr>
          <p:spPr bwMode="auto">
            <a:xfrm>
              <a:off x="8313737" y="3922712"/>
              <a:ext cx="498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Rectangle 169"/>
            <p:cNvSpPr>
              <a:spLocks noChangeArrowheads="1"/>
            </p:cNvSpPr>
            <p:nvPr/>
          </p:nvSpPr>
          <p:spPr bwMode="auto">
            <a:xfrm>
              <a:off x="7840662" y="3800474"/>
              <a:ext cx="3238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Line 170"/>
            <p:cNvSpPr>
              <a:spLocks noChangeShapeType="1"/>
            </p:cNvSpPr>
            <p:nvPr/>
          </p:nvSpPr>
          <p:spPr bwMode="auto">
            <a:xfrm>
              <a:off x="8313737" y="4411662"/>
              <a:ext cx="3730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Rectangle 171"/>
            <p:cNvSpPr>
              <a:spLocks noChangeArrowheads="1"/>
            </p:cNvSpPr>
            <p:nvPr/>
          </p:nvSpPr>
          <p:spPr bwMode="auto">
            <a:xfrm>
              <a:off x="7866062" y="4287837"/>
              <a:ext cx="2984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Oval 172"/>
            <p:cNvSpPr>
              <a:spLocks noChangeArrowheads="1"/>
            </p:cNvSpPr>
            <p:nvPr/>
          </p:nvSpPr>
          <p:spPr bwMode="auto">
            <a:xfrm>
              <a:off x="7167562" y="4337049"/>
              <a:ext cx="149225" cy="147637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Line 173"/>
            <p:cNvSpPr>
              <a:spLocks noChangeShapeType="1"/>
            </p:cNvSpPr>
            <p:nvPr/>
          </p:nvSpPr>
          <p:spPr bwMode="auto">
            <a:xfrm flipH="1">
              <a:off x="6943724" y="4411662"/>
              <a:ext cx="2238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174"/>
            <p:cNvSpPr/>
            <p:nvPr/>
          </p:nvSpPr>
          <p:spPr bwMode="auto">
            <a:xfrm>
              <a:off x="8189912" y="4313237"/>
              <a:ext cx="98425" cy="195262"/>
            </a:xfrm>
            <a:custGeom>
              <a:avLst/>
              <a:gdLst>
                <a:gd name="T0" fmla="*/ 62 w 62"/>
                <a:gd name="T1" fmla="*/ 0 h 123"/>
                <a:gd name="T2" fmla="*/ 0 w 62"/>
                <a:gd name="T3" fmla="*/ 62 h 123"/>
                <a:gd name="T4" fmla="*/ 62 w 62"/>
                <a:gd name="T5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123">
                  <a:moveTo>
                    <a:pt x="62" y="0"/>
                  </a:moveTo>
                  <a:lnTo>
                    <a:pt x="0" y="62"/>
                  </a:lnTo>
                  <a:lnTo>
                    <a:pt x="62" y="123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Oval 175"/>
            <p:cNvSpPr>
              <a:spLocks noChangeArrowheads="1"/>
            </p:cNvSpPr>
            <p:nvPr/>
          </p:nvSpPr>
          <p:spPr bwMode="auto">
            <a:xfrm>
              <a:off x="7566024" y="3533774"/>
              <a:ext cx="149225" cy="1460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Line 176"/>
            <p:cNvSpPr>
              <a:spLocks noChangeShapeType="1"/>
            </p:cNvSpPr>
            <p:nvPr/>
          </p:nvSpPr>
          <p:spPr bwMode="auto">
            <a:xfrm flipV="1">
              <a:off x="7640637" y="3192462"/>
              <a:ext cx="0" cy="341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Oval 177"/>
            <p:cNvSpPr>
              <a:spLocks noChangeArrowheads="1"/>
            </p:cNvSpPr>
            <p:nvPr/>
          </p:nvSpPr>
          <p:spPr bwMode="auto">
            <a:xfrm>
              <a:off x="7566024" y="3533774"/>
              <a:ext cx="149225" cy="146050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Line 178"/>
            <p:cNvSpPr>
              <a:spLocks noChangeShapeType="1"/>
            </p:cNvSpPr>
            <p:nvPr/>
          </p:nvSpPr>
          <p:spPr bwMode="auto">
            <a:xfrm flipV="1">
              <a:off x="7640637" y="3192462"/>
              <a:ext cx="0" cy="341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Rectangle 179"/>
            <p:cNvSpPr>
              <a:spLocks noChangeArrowheads="1"/>
            </p:cNvSpPr>
            <p:nvPr/>
          </p:nvSpPr>
          <p:spPr bwMode="auto">
            <a:xfrm>
              <a:off x="7591424" y="3776662"/>
              <a:ext cx="1746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Line 180"/>
            <p:cNvSpPr>
              <a:spLocks noChangeShapeType="1"/>
            </p:cNvSpPr>
            <p:nvPr/>
          </p:nvSpPr>
          <p:spPr bwMode="auto">
            <a:xfrm>
              <a:off x="8686799" y="4411662"/>
              <a:ext cx="0" cy="38893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181"/>
            <p:cNvSpPr/>
            <p:nvPr/>
          </p:nvSpPr>
          <p:spPr bwMode="auto">
            <a:xfrm>
              <a:off x="4902199" y="4411662"/>
              <a:ext cx="4332288" cy="438150"/>
            </a:xfrm>
            <a:custGeom>
              <a:avLst/>
              <a:gdLst>
                <a:gd name="T0" fmla="*/ 0 w 2729"/>
                <a:gd name="T1" fmla="*/ 0 h 276"/>
                <a:gd name="T2" fmla="*/ 0 w 2729"/>
                <a:gd name="T3" fmla="*/ 276 h 276"/>
                <a:gd name="T4" fmla="*/ 2729 w 2729"/>
                <a:gd name="T5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9" h="276">
                  <a:moveTo>
                    <a:pt x="0" y="0"/>
                  </a:moveTo>
                  <a:lnTo>
                    <a:pt x="0" y="276"/>
                  </a:lnTo>
                  <a:lnTo>
                    <a:pt x="2729" y="276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Line 182"/>
            <p:cNvSpPr>
              <a:spLocks noChangeShapeType="1"/>
            </p:cNvSpPr>
            <p:nvPr/>
          </p:nvSpPr>
          <p:spPr bwMode="auto">
            <a:xfrm>
              <a:off x="6794499" y="4411662"/>
              <a:ext cx="0" cy="4381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Line 183"/>
            <p:cNvSpPr>
              <a:spLocks noChangeShapeType="1"/>
            </p:cNvSpPr>
            <p:nvPr/>
          </p:nvSpPr>
          <p:spPr bwMode="auto">
            <a:xfrm flipH="1">
              <a:off x="2460624" y="3192462"/>
              <a:ext cx="51800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Oval 184"/>
            <p:cNvSpPr>
              <a:spLocks noChangeArrowheads="1"/>
            </p:cNvSpPr>
            <p:nvPr/>
          </p:nvSpPr>
          <p:spPr bwMode="auto">
            <a:xfrm>
              <a:off x="6745287" y="4800599"/>
              <a:ext cx="98425" cy="98425"/>
            </a:xfrm>
            <a:prstGeom prst="ellipse">
              <a:avLst/>
            </a:prstGeom>
            <a:solidFill>
              <a:srgbClr val="800000"/>
            </a:solidFill>
            <a:ln w="0">
              <a:solidFill>
                <a:srgbClr val="8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Oval 185"/>
            <p:cNvSpPr>
              <a:spLocks noChangeArrowheads="1"/>
            </p:cNvSpPr>
            <p:nvPr/>
          </p:nvSpPr>
          <p:spPr bwMode="auto">
            <a:xfrm>
              <a:off x="8637587" y="4776787"/>
              <a:ext cx="100013" cy="96837"/>
            </a:xfrm>
            <a:prstGeom prst="ellipse">
              <a:avLst/>
            </a:prstGeom>
            <a:solidFill>
              <a:srgbClr val="800000"/>
            </a:solidFill>
            <a:ln w="0">
              <a:solidFill>
                <a:srgbClr val="8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Oval 186"/>
            <p:cNvSpPr>
              <a:spLocks noChangeArrowheads="1"/>
            </p:cNvSpPr>
            <p:nvPr/>
          </p:nvSpPr>
          <p:spPr bwMode="auto">
            <a:xfrm>
              <a:off x="5699124" y="3143250"/>
              <a:ext cx="100013" cy="98425"/>
            </a:xfrm>
            <a:prstGeom prst="ellipse">
              <a:avLst/>
            </a:prstGeom>
            <a:solidFill>
              <a:srgbClr val="800000"/>
            </a:solidFill>
            <a:ln w="0">
              <a:solidFill>
                <a:srgbClr val="8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187"/>
            <p:cNvSpPr/>
            <p:nvPr/>
          </p:nvSpPr>
          <p:spPr bwMode="auto">
            <a:xfrm>
              <a:off x="2012949" y="3046412"/>
              <a:ext cx="498475" cy="268287"/>
            </a:xfrm>
            <a:custGeom>
              <a:avLst/>
              <a:gdLst>
                <a:gd name="T0" fmla="*/ 0 w 314"/>
                <a:gd name="T1" fmla="*/ 0 h 169"/>
                <a:gd name="T2" fmla="*/ 110 w 314"/>
                <a:gd name="T3" fmla="*/ 0 h 169"/>
                <a:gd name="T4" fmla="*/ 110 w 314"/>
                <a:gd name="T5" fmla="*/ 169 h 169"/>
                <a:gd name="T6" fmla="*/ 220 w 314"/>
                <a:gd name="T7" fmla="*/ 169 h 169"/>
                <a:gd name="T8" fmla="*/ 220 w 314"/>
                <a:gd name="T9" fmla="*/ 0 h 169"/>
                <a:gd name="T10" fmla="*/ 314 w 314"/>
                <a:gd name="T1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4" h="169">
                  <a:moveTo>
                    <a:pt x="0" y="0"/>
                  </a:moveTo>
                  <a:lnTo>
                    <a:pt x="110" y="0"/>
                  </a:lnTo>
                  <a:lnTo>
                    <a:pt x="110" y="169"/>
                  </a:lnTo>
                  <a:lnTo>
                    <a:pt x="220" y="169"/>
                  </a:lnTo>
                  <a:lnTo>
                    <a:pt x="220" y="0"/>
                  </a:lnTo>
                  <a:lnTo>
                    <a:pt x="31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Rectangle 188"/>
            <p:cNvSpPr>
              <a:spLocks noChangeArrowheads="1"/>
            </p:cNvSpPr>
            <p:nvPr/>
          </p:nvSpPr>
          <p:spPr bwMode="auto">
            <a:xfrm>
              <a:off x="9110662" y="4556124"/>
              <a:ext cx="3238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Rectangle 189"/>
            <p:cNvSpPr>
              <a:spLocks noChangeArrowheads="1"/>
            </p:cNvSpPr>
            <p:nvPr/>
          </p:nvSpPr>
          <p:spPr bwMode="auto">
            <a:xfrm>
              <a:off x="3133724" y="3654424"/>
              <a:ext cx="3238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Q3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" name="Rectangle 190"/>
            <p:cNvSpPr>
              <a:spLocks noChangeArrowheads="1"/>
            </p:cNvSpPr>
            <p:nvPr/>
          </p:nvSpPr>
          <p:spPr bwMode="auto">
            <a:xfrm>
              <a:off x="5126037" y="3654424"/>
              <a:ext cx="3238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Q2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" name="Rectangle 191"/>
            <p:cNvSpPr>
              <a:spLocks noChangeArrowheads="1"/>
            </p:cNvSpPr>
            <p:nvPr/>
          </p:nvSpPr>
          <p:spPr bwMode="auto">
            <a:xfrm>
              <a:off x="6969124" y="3654424"/>
              <a:ext cx="323850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Q1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" name="Line 192"/>
            <p:cNvSpPr>
              <a:spLocks noChangeShapeType="1"/>
            </p:cNvSpPr>
            <p:nvPr/>
          </p:nvSpPr>
          <p:spPr bwMode="auto">
            <a:xfrm flipH="1">
              <a:off x="3806824" y="3192462"/>
              <a:ext cx="492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Oval 193"/>
            <p:cNvSpPr>
              <a:spLocks noChangeArrowheads="1"/>
            </p:cNvSpPr>
            <p:nvPr/>
          </p:nvSpPr>
          <p:spPr bwMode="auto">
            <a:xfrm>
              <a:off x="3781424" y="3143250"/>
              <a:ext cx="100013" cy="98425"/>
            </a:xfrm>
            <a:prstGeom prst="ellipse">
              <a:avLst/>
            </a:prstGeom>
            <a:solidFill>
              <a:srgbClr val="800000"/>
            </a:solidFill>
            <a:ln w="0">
              <a:solidFill>
                <a:srgbClr val="8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Rectangle 194"/>
            <p:cNvSpPr>
              <a:spLocks noChangeArrowheads="1"/>
            </p:cNvSpPr>
            <p:nvPr/>
          </p:nvSpPr>
          <p:spPr bwMode="auto">
            <a:xfrm>
              <a:off x="7889874" y="2606675"/>
              <a:ext cx="498475" cy="512762"/>
            </a:xfrm>
            <a:prstGeom prst="rect">
              <a:avLst/>
            </a:prstGeom>
            <a:noFill/>
            <a:ln w="25400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Line 195"/>
            <p:cNvSpPr>
              <a:spLocks noChangeShapeType="1"/>
            </p:cNvSpPr>
            <p:nvPr/>
          </p:nvSpPr>
          <p:spPr bwMode="auto">
            <a:xfrm>
              <a:off x="8388349" y="2851150"/>
              <a:ext cx="498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Line 196"/>
            <p:cNvSpPr>
              <a:spLocks noChangeShapeType="1"/>
            </p:cNvSpPr>
            <p:nvPr/>
          </p:nvSpPr>
          <p:spPr bwMode="auto">
            <a:xfrm flipH="1">
              <a:off x="7392987" y="2728912"/>
              <a:ext cx="496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Line 197"/>
            <p:cNvSpPr>
              <a:spLocks noChangeShapeType="1"/>
            </p:cNvSpPr>
            <p:nvPr/>
          </p:nvSpPr>
          <p:spPr bwMode="auto">
            <a:xfrm flipH="1">
              <a:off x="7392987" y="2973387"/>
              <a:ext cx="496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Rectangle 198"/>
            <p:cNvSpPr>
              <a:spLocks noChangeArrowheads="1"/>
            </p:cNvSpPr>
            <p:nvPr/>
          </p:nvSpPr>
          <p:spPr bwMode="auto">
            <a:xfrm>
              <a:off x="7964487" y="2679700"/>
              <a:ext cx="4476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9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=1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Freeform 199"/>
            <p:cNvSpPr/>
            <p:nvPr/>
          </p:nvSpPr>
          <p:spPr bwMode="auto">
            <a:xfrm>
              <a:off x="2909887" y="2728912"/>
              <a:ext cx="4581525" cy="1193800"/>
            </a:xfrm>
            <a:custGeom>
              <a:avLst/>
              <a:gdLst>
                <a:gd name="T0" fmla="*/ 0 w 2886"/>
                <a:gd name="T1" fmla="*/ 752 h 752"/>
                <a:gd name="T2" fmla="*/ 0 w 2886"/>
                <a:gd name="T3" fmla="*/ 0 h 752"/>
                <a:gd name="T4" fmla="*/ 2886 w 2886"/>
                <a:gd name="T5" fmla="*/ 0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6" h="752">
                  <a:moveTo>
                    <a:pt x="0" y="752"/>
                  </a:moveTo>
                  <a:lnTo>
                    <a:pt x="0" y="0"/>
                  </a:lnTo>
                  <a:lnTo>
                    <a:pt x="2886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00"/>
            <p:cNvSpPr/>
            <p:nvPr/>
          </p:nvSpPr>
          <p:spPr bwMode="auto">
            <a:xfrm>
              <a:off x="6843712" y="2973387"/>
              <a:ext cx="549275" cy="949325"/>
            </a:xfrm>
            <a:custGeom>
              <a:avLst/>
              <a:gdLst>
                <a:gd name="T0" fmla="*/ 0 w 346"/>
                <a:gd name="T1" fmla="*/ 598 h 598"/>
                <a:gd name="T2" fmla="*/ 0 w 346"/>
                <a:gd name="T3" fmla="*/ 0 h 598"/>
                <a:gd name="T4" fmla="*/ 346 w 346"/>
                <a:gd name="T5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6" h="598">
                  <a:moveTo>
                    <a:pt x="0" y="598"/>
                  </a:moveTo>
                  <a:lnTo>
                    <a:pt x="0" y="0"/>
                  </a:lnTo>
                  <a:lnTo>
                    <a:pt x="346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Oval 201"/>
            <p:cNvSpPr>
              <a:spLocks noChangeArrowheads="1"/>
            </p:cNvSpPr>
            <p:nvPr/>
          </p:nvSpPr>
          <p:spPr bwMode="auto">
            <a:xfrm>
              <a:off x="6794499" y="3875087"/>
              <a:ext cx="100013" cy="96837"/>
            </a:xfrm>
            <a:prstGeom prst="ellipse">
              <a:avLst/>
            </a:prstGeom>
            <a:solidFill>
              <a:srgbClr val="800000"/>
            </a:solidFill>
            <a:ln w="0">
              <a:solidFill>
                <a:srgbClr val="8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02"/>
            <p:cNvSpPr/>
            <p:nvPr/>
          </p:nvSpPr>
          <p:spPr bwMode="auto">
            <a:xfrm>
              <a:off x="8712199" y="2851150"/>
              <a:ext cx="174625" cy="1071562"/>
            </a:xfrm>
            <a:custGeom>
              <a:avLst/>
              <a:gdLst>
                <a:gd name="T0" fmla="*/ 110 w 110"/>
                <a:gd name="T1" fmla="*/ 0 h 675"/>
                <a:gd name="T2" fmla="*/ 110 w 110"/>
                <a:gd name="T3" fmla="*/ 675 h 675"/>
                <a:gd name="T4" fmla="*/ 0 w 110"/>
                <a:gd name="T5" fmla="*/ 675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0" h="675">
                  <a:moveTo>
                    <a:pt x="110" y="0"/>
                  </a:moveTo>
                  <a:lnTo>
                    <a:pt x="110" y="675"/>
                  </a:lnTo>
                  <a:lnTo>
                    <a:pt x="0" y="675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60388" y="573088"/>
            <a:ext cx="78819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5.28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分析图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P5.16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电路，试写出其编码表及模长。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526" y="1576648"/>
            <a:ext cx="11124795" cy="377327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18839" y="274138"/>
            <a:ext cx="11222701" cy="177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解：两个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74194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级联成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位右移寄存器。取第二个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74194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反馈给第一片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74194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SR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=01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，所以始终处于右移工作状态。其状态编码表如下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其中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为第二个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74194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4" name="Group 2"/>
          <p:cNvGraphicFramePr>
            <a:graphicFrameLocks noGrp="1"/>
          </p:cNvGraphicFramePr>
          <p:nvPr/>
        </p:nvGraphicFramePr>
        <p:xfrm>
          <a:off x="1305209" y="2172862"/>
          <a:ext cx="5922963" cy="4281583"/>
        </p:xfrm>
        <a:graphic>
          <a:graphicData uri="http://schemas.openxmlformats.org/drawingml/2006/table">
            <a:tbl>
              <a:tblPr/>
              <a:tblGrid>
                <a:gridCol w="1414012"/>
                <a:gridCol w="3536397"/>
                <a:gridCol w="972554"/>
              </a:tblGrid>
              <a:tr h="532531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↓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个数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6388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kumimoji="0" lang="en-US" altLang="zh-CN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8956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11000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11100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11110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11111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01111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7749702" y="2001612"/>
            <a:ext cx="17892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模长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=10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237972" y="2887237"/>
            <a:ext cx="245453" cy="3367087"/>
            <a:chOff x="6237972" y="2887237"/>
            <a:chExt cx="245453" cy="3367087"/>
          </a:xfrm>
        </p:grpSpPr>
        <p:sp>
          <p:nvSpPr>
            <p:cNvPr id="6" name="Line 17"/>
            <p:cNvSpPr>
              <a:spLocks noChangeShapeType="1"/>
            </p:cNvSpPr>
            <p:nvPr/>
          </p:nvSpPr>
          <p:spPr bwMode="auto">
            <a:xfrm>
              <a:off x="6463953" y="2887237"/>
              <a:ext cx="0" cy="335756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 flipH="1">
              <a:off x="6237972" y="2887237"/>
              <a:ext cx="2160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>
              <a:off x="6267425" y="6254324"/>
              <a:ext cx="2160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2"/>
          <p:cNvGraphicFramePr>
            <a:graphicFrameLocks noGrp="1"/>
          </p:cNvGraphicFramePr>
          <p:nvPr/>
        </p:nvGraphicFramePr>
        <p:xfrm>
          <a:off x="607277" y="565532"/>
          <a:ext cx="6201960" cy="5653171"/>
        </p:xfrm>
        <a:graphic>
          <a:graphicData uri="http://schemas.openxmlformats.org/drawingml/2006/table">
            <a:tbl>
              <a:tblPr/>
              <a:tblGrid>
                <a:gridCol w="1575727"/>
                <a:gridCol w="3388276"/>
                <a:gridCol w="1237957"/>
              </a:tblGrid>
              <a:tr h="532531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↓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个数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6388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kumimoji="0" lang="en-US" altLang="zh-CN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2" marR="91442"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0    0   0   0   0   0   0   0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1    0   0   0   0   0   0   0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1    1   0   0   0   0   0   0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1    1   1   0   0   0   0   0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1    1   1   1   0   0   0   0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1    1   1   1   1   0   0   0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0    1   1   1   1   1   0   0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0    0   1   1   1   1   1   0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0    0   0   1   1   1   1   1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0    0   0   0   1   1   1   1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0    0   0   0   0   1   1   1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1    0   0   0   0   0   1   1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1    1   0   0   0   0   0   1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5720" marR="4572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1    1   1   0   0   0   0   0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7506263" y="3223402"/>
            <a:ext cx="17892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模长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=10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Line 17"/>
          <p:cNvSpPr>
            <a:spLocks noChangeShapeType="1"/>
          </p:cNvSpPr>
          <p:nvPr/>
        </p:nvSpPr>
        <p:spPr bwMode="auto">
          <a:xfrm>
            <a:off x="5820255" y="2347406"/>
            <a:ext cx="0" cy="331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 flipH="1">
            <a:off x="5594274" y="2342356"/>
            <a:ext cx="216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Line 19"/>
          <p:cNvSpPr>
            <a:spLocks noChangeShapeType="1"/>
          </p:cNvSpPr>
          <p:nvPr/>
        </p:nvSpPr>
        <p:spPr bwMode="auto">
          <a:xfrm>
            <a:off x="5623727" y="5655656"/>
            <a:ext cx="216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7025703" y="472074"/>
            <a:ext cx="4715537" cy="233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若考虑第二片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74194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的全部输出端，则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状态编码表如下（其中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为第二个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74194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8" y="1153029"/>
            <a:ext cx="5331769" cy="4828923"/>
          </a:xfrm>
          <a:prstGeom prst="rect">
            <a:avLst/>
          </a:prstGeom>
        </p:spPr>
      </p:pic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318989" y="328613"/>
            <a:ext cx="11557059" cy="520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5.29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写出图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P5.17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74194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输出端的编码表及数据选择器输出端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处的序列信号。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459839" y="1219932"/>
          <a:ext cx="39766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46024800" imgH="6400800" progId="Equation.DSMT4">
                  <p:embed/>
                </p:oleObj>
              </mc:Choice>
              <mc:Fallback>
                <p:oleObj name="Equation" r:id="rId2" imgW="46024800" imgH="64008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59839" y="1219932"/>
                        <a:ext cx="3976688" cy="554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459839" y="1894410"/>
          <a:ext cx="18446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21336000" imgH="5791200" progId="Equation.DSMT4">
                  <p:embed/>
                </p:oleObj>
              </mc:Choice>
              <mc:Fallback>
                <p:oleObj name="Equation" r:id="rId4" imgW="21336000" imgH="57912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9839" y="1894410"/>
                        <a:ext cx="1844675" cy="50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8"/>
          <p:cNvSpPr>
            <a:spLocks noChangeArrowheads="1"/>
          </p:cNvSpPr>
          <p:nvPr/>
        </p:nvSpPr>
        <p:spPr bwMode="auto">
          <a:xfrm>
            <a:off x="7492472" y="2822554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40"/>
          <p:cNvSpPr>
            <a:spLocks noChangeArrowheads="1"/>
          </p:cNvSpPr>
          <p:nvPr/>
        </p:nvSpPr>
        <p:spPr bwMode="auto">
          <a:xfrm>
            <a:off x="7492472" y="3122991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2"/>
          <p:cNvSpPr>
            <a:spLocks noChangeArrowheads="1"/>
          </p:cNvSpPr>
          <p:nvPr/>
        </p:nvSpPr>
        <p:spPr bwMode="auto">
          <a:xfrm>
            <a:off x="7492472" y="3423428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44"/>
          <p:cNvSpPr>
            <a:spLocks noChangeArrowheads="1"/>
          </p:cNvSpPr>
          <p:nvPr/>
        </p:nvSpPr>
        <p:spPr bwMode="auto">
          <a:xfrm>
            <a:off x="7492472" y="3723865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46"/>
          <p:cNvSpPr>
            <a:spLocks noChangeArrowheads="1"/>
          </p:cNvSpPr>
          <p:nvPr/>
        </p:nvSpPr>
        <p:spPr bwMode="auto">
          <a:xfrm>
            <a:off x="7492472" y="4024302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48"/>
          <p:cNvSpPr>
            <a:spLocks noChangeArrowheads="1"/>
          </p:cNvSpPr>
          <p:nvPr/>
        </p:nvSpPr>
        <p:spPr bwMode="auto">
          <a:xfrm>
            <a:off x="7492472" y="43247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50"/>
          <p:cNvSpPr>
            <a:spLocks noChangeArrowheads="1"/>
          </p:cNvSpPr>
          <p:nvPr/>
        </p:nvSpPr>
        <p:spPr bwMode="auto">
          <a:xfrm>
            <a:off x="8525933" y="2822554"/>
            <a:ext cx="11144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52"/>
          <p:cNvSpPr>
            <a:spLocks noChangeArrowheads="1"/>
          </p:cNvSpPr>
          <p:nvPr/>
        </p:nvSpPr>
        <p:spPr bwMode="auto">
          <a:xfrm>
            <a:off x="8525933" y="3122991"/>
            <a:ext cx="1116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54"/>
          <p:cNvSpPr>
            <a:spLocks noChangeArrowheads="1"/>
          </p:cNvSpPr>
          <p:nvPr/>
        </p:nvSpPr>
        <p:spPr bwMode="auto">
          <a:xfrm>
            <a:off x="8525933" y="3423428"/>
            <a:ext cx="1116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56"/>
          <p:cNvSpPr>
            <a:spLocks noChangeArrowheads="1"/>
          </p:cNvSpPr>
          <p:nvPr/>
        </p:nvSpPr>
        <p:spPr bwMode="auto">
          <a:xfrm>
            <a:off x="8525933" y="3723865"/>
            <a:ext cx="1116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58"/>
          <p:cNvSpPr>
            <a:spLocks noChangeArrowheads="1"/>
          </p:cNvSpPr>
          <p:nvPr/>
        </p:nvSpPr>
        <p:spPr bwMode="auto">
          <a:xfrm>
            <a:off x="8525933" y="4024302"/>
            <a:ext cx="1116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60"/>
          <p:cNvSpPr>
            <a:spLocks noChangeArrowheads="1"/>
          </p:cNvSpPr>
          <p:nvPr/>
        </p:nvSpPr>
        <p:spPr bwMode="auto">
          <a:xfrm>
            <a:off x="8525933" y="4324739"/>
            <a:ext cx="1116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60"/>
          <p:cNvSpPr>
            <a:spLocks noChangeArrowheads="1"/>
          </p:cNvSpPr>
          <p:nvPr/>
        </p:nvSpPr>
        <p:spPr bwMode="auto">
          <a:xfrm>
            <a:off x="8525933" y="4625176"/>
            <a:ext cx="1116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60"/>
          <p:cNvSpPr>
            <a:spLocks noChangeArrowheads="1"/>
          </p:cNvSpPr>
          <p:nvPr/>
        </p:nvSpPr>
        <p:spPr bwMode="auto">
          <a:xfrm>
            <a:off x="8525933" y="4925613"/>
            <a:ext cx="1116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60"/>
          <p:cNvSpPr>
            <a:spLocks noChangeArrowheads="1"/>
          </p:cNvSpPr>
          <p:nvPr/>
        </p:nvSpPr>
        <p:spPr bwMode="auto">
          <a:xfrm>
            <a:off x="8525933" y="5226050"/>
            <a:ext cx="1116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60"/>
          <p:cNvSpPr>
            <a:spLocks noChangeArrowheads="1"/>
          </p:cNvSpPr>
          <p:nvPr/>
        </p:nvSpPr>
        <p:spPr bwMode="auto">
          <a:xfrm>
            <a:off x="8551481" y="5526486"/>
            <a:ext cx="1116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48"/>
          <p:cNvSpPr>
            <a:spLocks noChangeArrowheads="1"/>
          </p:cNvSpPr>
          <p:nvPr/>
        </p:nvSpPr>
        <p:spPr bwMode="auto">
          <a:xfrm>
            <a:off x="7492472" y="4625176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48"/>
          <p:cNvSpPr>
            <a:spLocks noChangeArrowheads="1"/>
          </p:cNvSpPr>
          <p:nvPr/>
        </p:nvSpPr>
        <p:spPr bwMode="auto">
          <a:xfrm>
            <a:off x="7492472" y="4925613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48"/>
          <p:cNvSpPr>
            <a:spLocks noChangeArrowheads="1"/>
          </p:cNvSpPr>
          <p:nvPr/>
        </p:nvSpPr>
        <p:spPr bwMode="auto">
          <a:xfrm>
            <a:off x="7492472" y="5226050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8"/>
          <p:cNvSpPr>
            <a:spLocks noChangeArrowheads="1"/>
          </p:cNvSpPr>
          <p:nvPr/>
        </p:nvSpPr>
        <p:spPr bwMode="auto">
          <a:xfrm>
            <a:off x="7492472" y="5526486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38"/>
          <p:cNvSpPr>
            <a:spLocks noChangeArrowheads="1"/>
          </p:cNvSpPr>
          <p:nvPr/>
        </p:nvSpPr>
        <p:spPr bwMode="auto">
          <a:xfrm>
            <a:off x="10084882" y="2822554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0"/>
          <p:cNvSpPr>
            <a:spLocks noChangeArrowheads="1"/>
          </p:cNvSpPr>
          <p:nvPr/>
        </p:nvSpPr>
        <p:spPr bwMode="auto">
          <a:xfrm>
            <a:off x="10084882" y="3122991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2"/>
          <p:cNvSpPr>
            <a:spLocks noChangeArrowheads="1"/>
          </p:cNvSpPr>
          <p:nvPr/>
        </p:nvSpPr>
        <p:spPr bwMode="auto">
          <a:xfrm>
            <a:off x="10084882" y="3423428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44"/>
          <p:cNvSpPr>
            <a:spLocks noChangeArrowheads="1"/>
          </p:cNvSpPr>
          <p:nvPr/>
        </p:nvSpPr>
        <p:spPr bwMode="auto">
          <a:xfrm>
            <a:off x="10084882" y="3723865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46"/>
          <p:cNvSpPr>
            <a:spLocks noChangeArrowheads="1"/>
          </p:cNvSpPr>
          <p:nvPr/>
        </p:nvSpPr>
        <p:spPr bwMode="auto">
          <a:xfrm>
            <a:off x="10084882" y="4024302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48"/>
          <p:cNvSpPr>
            <a:spLocks noChangeArrowheads="1"/>
          </p:cNvSpPr>
          <p:nvPr/>
        </p:nvSpPr>
        <p:spPr bwMode="auto">
          <a:xfrm>
            <a:off x="10084882" y="43247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48"/>
          <p:cNvSpPr>
            <a:spLocks noChangeArrowheads="1"/>
          </p:cNvSpPr>
          <p:nvPr/>
        </p:nvSpPr>
        <p:spPr bwMode="auto">
          <a:xfrm>
            <a:off x="10084882" y="4625176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48"/>
          <p:cNvSpPr>
            <a:spLocks noChangeArrowheads="1"/>
          </p:cNvSpPr>
          <p:nvPr/>
        </p:nvSpPr>
        <p:spPr bwMode="auto">
          <a:xfrm>
            <a:off x="10094407" y="4925613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48"/>
          <p:cNvSpPr>
            <a:spLocks noChangeArrowheads="1"/>
          </p:cNvSpPr>
          <p:nvPr/>
        </p:nvSpPr>
        <p:spPr bwMode="auto">
          <a:xfrm>
            <a:off x="10084882" y="5226050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48"/>
          <p:cNvSpPr>
            <a:spLocks noChangeArrowheads="1"/>
          </p:cNvSpPr>
          <p:nvPr/>
        </p:nvSpPr>
        <p:spPr bwMode="auto">
          <a:xfrm>
            <a:off x="10084882" y="5526486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 38"/>
          <p:cNvSpPr>
            <a:spLocks noChangeArrowheads="1"/>
          </p:cNvSpPr>
          <p:nvPr/>
        </p:nvSpPr>
        <p:spPr bwMode="auto">
          <a:xfrm>
            <a:off x="10611925" y="2822554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40"/>
          <p:cNvSpPr>
            <a:spLocks noChangeArrowheads="1"/>
          </p:cNvSpPr>
          <p:nvPr/>
        </p:nvSpPr>
        <p:spPr bwMode="auto">
          <a:xfrm>
            <a:off x="10611925" y="3122991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42"/>
          <p:cNvSpPr>
            <a:spLocks noChangeArrowheads="1"/>
          </p:cNvSpPr>
          <p:nvPr/>
        </p:nvSpPr>
        <p:spPr bwMode="auto">
          <a:xfrm>
            <a:off x="10611925" y="3423428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44"/>
          <p:cNvSpPr>
            <a:spLocks noChangeArrowheads="1"/>
          </p:cNvSpPr>
          <p:nvPr/>
        </p:nvSpPr>
        <p:spPr bwMode="auto">
          <a:xfrm>
            <a:off x="10611925" y="3723865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46"/>
          <p:cNvSpPr>
            <a:spLocks noChangeArrowheads="1"/>
          </p:cNvSpPr>
          <p:nvPr/>
        </p:nvSpPr>
        <p:spPr bwMode="auto">
          <a:xfrm>
            <a:off x="10611925" y="4024302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48"/>
          <p:cNvSpPr>
            <a:spLocks noChangeArrowheads="1"/>
          </p:cNvSpPr>
          <p:nvPr/>
        </p:nvSpPr>
        <p:spPr bwMode="auto">
          <a:xfrm>
            <a:off x="10611925" y="43247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48"/>
          <p:cNvSpPr>
            <a:spLocks noChangeArrowheads="1"/>
          </p:cNvSpPr>
          <p:nvPr/>
        </p:nvSpPr>
        <p:spPr bwMode="auto">
          <a:xfrm>
            <a:off x="10611925" y="4625176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48"/>
          <p:cNvSpPr>
            <a:spLocks noChangeArrowheads="1"/>
          </p:cNvSpPr>
          <p:nvPr/>
        </p:nvSpPr>
        <p:spPr bwMode="auto">
          <a:xfrm>
            <a:off x="10621450" y="4925613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48"/>
          <p:cNvSpPr>
            <a:spLocks noChangeArrowheads="1"/>
          </p:cNvSpPr>
          <p:nvPr/>
        </p:nvSpPr>
        <p:spPr bwMode="auto">
          <a:xfrm>
            <a:off x="10611925" y="5226050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48"/>
          <p:cNvSpPr>
            <a:spLocks noChangeArrowheads="1"/>
          </p:cNvSpPr>
          <p:nvPr/>
        </p:nvSpPr>
        <p:spPr bwMode="auto">
          <a:xfrm>
            <a:off x="10611925" y="5526486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38"/>
          <p:cNvSpPr>
            <a:spLocks noChangeArrowheads="1"/>
          </p:cNvSpPr>
          <p:nvPr/>
        </p:nvSpPr>
        <p:spPr bwMode="auto">
          <a:xfrm>
            <a:off x="7971703" y="2822554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40"/>
          <p:cNvSpPr>
            <a:spLocks noChangeArrowheads="1"/>
          </p:cNvSpPr>
          <p:nvPr/>
        </p:nvSpPr>
        <p:spPr bwMode="auto">
          <a:xfrm>
            <a:off x="7971703" y="3122991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42"/>
          <p:cNvSpPr>
            <a:spLocks noChangeArrowheads="1"/>
          </p:cNvSpPr>
          <p:nvPr/>
        </p:nvSpPr>
        <p:spPr bwMode="auto">
          <a:xfrm>
            <a:off x="7971703" y="3423428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44"/>
          <p:cNvSpPr>
            <a:spLocks noChangeArrowheads="1"/>
          </p:cNvSpPr>
          <p:nvPr/>
        </p:nvSpPr>
        <p:spPr bwMode="auto">
          <a:xfrm>
            <a:off x="7971703" y="3723865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46"/>
          <p:cNvSpPr>
            <a:spLocks noChangeArrowheads="1"/>
          </p:cNvSpPr>
          <p:nvPr/>
        </p:nvSpPr>
        <p:spPr bwMode="auto">
          <a:xfrm>
            <a:off x="7971703" y="4024302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48"/>
          <p:cNvSpPr>
            <a:spLocks noChangeArrowheads="1"/>
          </p:cNvSpPr>
          <p:nvPr/>
        </p:nvSpPr>
        <p:spPr bwMode="auto">
          <a:xfrm>
            <a:off x="7971703" y="43247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Rectangle 48"/>
          <p:cNvSpPr>
            <a:spLocks noChangeArrowheads="1"/>
          </p:cNvSpPr>
          <p:nvPr/>
        </p:nvSpPr>
        <p:spPr bwMode="auto">
          <a:xfrm>
            <a:off x="7971703" y="4625176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48"/>
          <p:cNvSpPr>
            <a:spLocks noChangeArrowheads="1"/>
          </p:cNvSpPr>
          <p:nvPr/>
        </p:nvSpPr>
        <p:spPr bwMode="auto">
          <a:xfrm>
            <a:off x="7971703" y="4925613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48"/>
          <p:cNvSpPr>
            <a:spLocks noChangeArrowheads="1"/>
          </p:cNvSpPr>
          <p:nvPr/>
        </p:nvSpPr>
        <p:spPr bwMode="auto">
          <a:xfrm>
            <a:off x="7971703" y="5226050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48"/>
          <p:cNvSpPr>
            <a:spLocks noChangeArrowheads="1"/>
          </p:cNvSpPr>
          <p:nvPr/>
        </p:nvSpPr>
        <p:spPr bwMode="auto">
          <a:xfrm>
            <a:off x="7971703" y="5526486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9686396" y="5665528"/>
            <a:ext cx="252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9929125" y="3003281"/>
            <a:ext cx="9523" cy="266224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690364" y="2992973"/>
            <a:ext cx="252000" cy="0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7115174" y="2413522"/>
            <a:ext cx="3852000" cy="3481400"/>
            <a:chOff x="7115174" y="2413522"/>
            <a:chExt cx="3852000" cy="3481400"/>
          </a:xfrm>
        </p:grpSpPr>
        <p:sp>
          <p:nvSpPr>
            <p:cNvPr id="9" name="Rectangle 19"/>
            <p:cNvSpPr>
              <a:spLocks noChangeArrowheads="1"/>
            </p:cNvSpPr>
            <p:nvPr/>
          </p:nvSpPr>
          <p:spPr bwMode="auto">
            <a:xfrm>
              <a:off x="7203547" y="2438922"/>
              <a:ext cx="46166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序号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21"/>
            <p:cNvSpPr>
              <a:spLocks noChangeArrowheads="1"/>
            </p:cNvSpPr>
            <p:nvPr/>
          </p:nvSpPr>
          <p:spPr bwMode="auto">
            <a:xfrm>
              <a:off x="8516409" y="2413522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22"/>
            <p:cNvSpPr>
              <a:spLocks noChangeArrowheads="1"/>
            </p:cNvSpPr>
            <p:nvPr/>
          </p:nvSpPr>
          <p:spPr bwMode="auto">
            <a:xfrm>
              <a:off x="8687860" y="2548459"/>
              <a:ext cx="16797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23"/>
            <p:cNvSpPr>
              <a:spLocks noChangeArrowheads="1"/>
            </p:cNvSpPr>
            <p:nvPr/>
          </p:nvSpPr>
          <p:spPr bwMode="auto">
            <a:xfrm>
              <a:off x="8840259" y="2413522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24"/>
            <p:cNvSpPr>
              <a:spLocks noChangeArrowheads="1"/>
            </p:cNvSpPr>
            <p:nvPr/>
          </p:nvSpPr>
          <p:spPr bwMode="auto">
            <a:xfrm>
              <a:off x="8978372" y="2548459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25"/>
            <p:cNvSpPr>
              <a:spLocks noChangeArrowheads="1"/>
            </p:cNvSpPr>
            <p:nvPr/>
          </p:nvSpPr>
          <p:spPr bwMode="auto">
            <a:xfrm>
              <a:off x="9130772" y="2413522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9308572" y="2548459"/>
              <a:ext cx="8976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156"/>
            <p:cNvSpPr>
              <a:spLocks noChangeShapeType="1"/>
            </p:cNvSpPr>
            <p:nvPr/>
          </p:nvSpPr>
          <p:spPr bwMode="auto">
            <a:xfrm>
              <a:off x="7115174" y="2415109"/>
              <a:ext cx="3852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157"/>
            <p:cNvSpPr>
              <a:spLocks noChangeShapeType="1"/>
            </p:cNvSpPr>
            <p:nvPr/>
          </p:nvSpPr>
          <p:spPr bwMode="auto">
            <a:xfrm>
              <a:off x="7115174" y="2750072"/>
              <a:ext cx="3852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159"/>
            <p:cNvSpPr>
              <a:spLocks noChangeShapeType="1"/>
            </p:cNvSpPr>
            <p:nvPr/>
          </p:nvSpPr>
          <p:spPr bwMode="auto">
            <a:xfrm>
              <a:off x="7115174" y="5886972"/>
              <a:ext cx="3852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160"/>
            <p:cNvSpPr>
              <a:spLocks noChangeShapeType="1"/>
            </p:cNvSpPr>
            <p:nvPr/>
          </p:nvSpPr>
          <p:spPr bwMode="auto">
            <a:xfrm>
              <a:off x="7802034" y="2423047"/>
              <a:ext cx="0" cy="3456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23"/>
            <p:cNvSpPr>
              <a:spLocks noChangeArrowheads="1"/>
            </p:cNvSpPr>
            <p:nvPr/>
          </p:nvSpPr>
          <p:spPr bwMode="auto">
            <a:xfrm>
              <a:off x="9422077" y="2413522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24"/>
            <p:cNvSpPr>
              <a:spLocks noChangeArrowheads="1"/>
            </p:cNvSpPr>
            <p:nvPr/>
          </p:nvSpPr>
          <p:spPr bwMode="auto">
            <a:xfrm>
              <a:off x="9585590" y="2548459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23"/>
            <p:cNvSpPr>
              <a:spLocks noChangeArrowheads="1"/>
            </p:cNvSpPr>
            <p:nvPr/>
          </p:nvSpPr>
          <p:spPr bwMode="auto">
            <a:xfrm>
              <a:off x="10516203" y="2413522"/>
              <a:ext cx="19236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Rectangle 24"/>
            <p:cNvSpPr>
              <a:spLocks noChangeArrowheads="1"/>
            </p:cNvSpPr>
            <p:nvPr/>
          </p:nvSpPr>
          <p:spPr bwMode="auto">
            <a:xfrm>
              <a:off x="10727341" y="2529409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23"/>
            <p:cNvSpPr>
              <a:spLocks noChangeArrowheads="1"/>
            </p:cNvSpPr>
            <p:nvPr/>
          </p:nvSpPr>
          <p:spPr bwMode="auto">
            <a:xfrm>
              <a:off x="7875981" y="244143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24"/>
            <p:cNvSpPr>
              <a:spLocks noChangeArrowheads="1"/>
            </p:cNvSpPr>
            <p:nvPr/>
          </p:nvSpPr>
          <p:spPr bwMode="auto">
            <a:xfrm>
              <a:off x="8058543" y="2557318"/>
              <a:ext cx="30469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SR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23"/>
            <p:cNvSpPr>
              <a:spLocks noChangeArrowheads="1"/>
            </p:cNvSpPr>
            <p:nvPr/>
          </p:nvSpPr>
          <p:spPr bwMode="auto">
            <a:xfrm>
              <a:off x="10041202" y="2432572"/>
              <a:ext cx="14106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Line 160"/>
            <p:cNvSpPr>
              <a:spLocks noChangeShapeType="1"/>
            </p:cNvSpPr>
            <p:nvPr/>
          </p:nvSpPr>
          <p:spPr bwMode="auto">
            <a:xfrm>
              <a:off x="8373824" y="2438922"/>
              <a:ext cx="0" cy="3456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Line 160"/>
            <p:cNvSpPr>
              <a:spLocks noChangeShapeType="1"/>
            </p:cNvSpPr>
            <p:nvPr/>
          </p:nvSpPr>
          <p:spPr bwMode="auto">
            <a:xfrm>
              <a:off x="10335974" y="2423047"/>
              <a:ext cx="0" cy="3456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68269" y="1755089"/>
          <a:ext cx="5240337" cy="3657600"/>
        </p:xfrm>
        <a:graphic>
          <a:graphicData uri="http://schemas.openxmlformats.org/drawingml/2006/table">
            <a:tbl>
              <a:tblPr/>
              <a:tblGrid>
                <a:gridCol w="1698392"/>
                <a:gridCol w="638711"/>
                <a:gridCol w="783874"/>
                <a:gridCol w="1451616"/>
                <a:gridCol w="667744"/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74151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选择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的数据端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000" i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0    0    0    0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1    0    0    0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1    1    0    0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1    1    1    0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0    1    1    1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1    0    1    1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1    1    0    1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0    1    1    0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0    0    1    1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1    0    0    1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52381" y="5695264"/>
            <a:ext cx="54689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处的序列为：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0110010011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752381" y="1056589"/>
            <a:ext cx="3251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状态编码表为：</a:t>
            </a: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2730552" y="2512454"/>
            <a:ext cx="0" cy="277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 flipH="1">
            <a:off x="2548092" y="2512448"/>
            <a:ext cx="180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2562160" y="5274627"/>
            <a:ext cx="180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98" y="1624777"/>
            <a:ext cx="3646165" cy="3602315"/>
          </a:xfrm>
          <a:prstGeom prst="rect">
            <a:avLst/>
          </a:prstGeom>
        </p:spPr>
      </p:pic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278093" y="264426"/>
          <a:ext cx="39766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46024800" imgH="6400800" progId="Equation.DSMT4">
                  <p:embed/>
                </p:oleObj>
              </mc:Choice>
              <mc:Fallback>
                <p:oleObj name="Equation" r:id="rId2" imgW="46024800" imgH="64008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78093" y="264426"/>
                        <a:ext cx="3976688" cy="554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68269" y="336544"/>
          <a:ext cx="18446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" imgW="21336000" imgH="5791200" progId="Equation.DSMT4">
                  <p:embed/>
                </p:oleObj>
              </mc:Choice>
              <mc:Fallback>
                <p:oleObj name="Equation" r:id="rId4" imgW="21336000" imgH="57912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8269" y="336544"/>
                        <a:ext cx="1844675" cy="50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dirty="0"/>
              <a:t>第</a:t>
            </a:r>
            <a:r>
              <a:rPr lang="en-US" altLang="zh-CN" sz="6000" dirty="0"/>
              <a:t>6</a:t>
            </a:r>
            <a:r>
              <a:rPr lang="zh-CN" altLang="en-US" sz="6000" dirty="0"/>
              <a:t>章 习题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/>
          <p:cNvSpPr>
            <a:spLocks noChangeArrowheads="1"/>
          </p:cNvSpPr>
          <p:nvPr/>
        </p:nvSpPr>
        <p:spPr bwMode="auto">
          <a:xfrm>
            <a:off x="701224" y="1255927"/>
            <a:ext cx="1127961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b="1" dirty="0"/>
              <a:t>6.4 </a:t>
            </a:r>
            <a:r>
              <a:rPr lang="zh-CN" altLang="en-US" sz="2800" b="1" dirty="0"/>
              <a:t>请选用最小容量的</a:t>
            </a:r>
            <a:r>
              <a:rPr lang="en-US" altLang="zh-CN" sz="2800" b="1" dirty="0"/>
              <a:t>PROM</a:t>
            </a:r>
            <a:r>
              <a:rPr lang="zh-CN" altLang="en-US" sz="2800" b="1" dirty="0"/>
              <a:t>设计一个</a:t>
            </a:r>
            <a:r>
              <a:rPr lang="en-US" altLang="zh-CN" sz="2800" b="1" dirty="0"/>
              <a:t>3-8</a:t>
            </a:r>
            <a:r>
              <a:rPr lang="zh-CN" altLang="en-US" sz="2800" b="1" dirty="0"/>
              <a:t>线译码器，并画出内部与、或门阵列结构示意图。</a:t>
            </a:r>
            <a:endParaRPr lang="zh-CN" altLang="en-US" sz="2800" b="1" dirty="0"/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866324" y="2757702"/>
          <a:ext cx="50514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49072800" imgH="5791200" progId="Equation.DSMT4">
                  <p:embed/>
                </p:oleObj>
              </mc:Choice>
              <mc:Fallback>
                <p:oleObj name="Equation" r:id="rId1" imgW="49072800" imgH="579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324" y="2757702"/>
                        <a:ext cx="50514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01224" y="3472077"/>
            <a:ext cx="8689975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采用有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位地址、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8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位数据输出的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8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字节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×8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位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PROM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。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/>
          <p:nvPr/>
        </p:nvGrpSpPr>
        <p:grpSpPr bwMode="auto">
          <a:xfrm>
            <a:off x="2747038" y="3548630"/>
            <a:ext cx="4638675" cy="2887662"/>
            <a:chOff x="864" y="2112"/>
            <a:chExt cx="2400" cy="1344"/>
          </a:xfrm>
        </p:grpSpPr>
        <p:sp>
          <p:nvSpPr>
            <p:cNvPr id="3" name="Line 11"/>
            <p:cNvSpPr>
              <a:spLocks noChangeShapeType="1"/>
            </p:cNvSpPr>
            <p:nvPr/>
          </p:nvSpPr>
          <p:spPr bwMode="auto">
            <a:xfrm>
              <a:off x="864" y="2112"/>
              <a:ext cx="0" cy="13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Line 12"/>
            <p:cNvSpPr>
              <a:spLocks noChangeShapeType="1"/>
            </p:cNvSpPr>
            <p:nvPr/>
          </p:nvSpPr>
          <p:spPr bwMode="auto">
            <a:xfrm>
              <a:off x="864" y="3456"/>
              <a:ext cx="24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Line 13"/>
            <p:cNvSpPr>
              <a:spLocks noChangeShapeType="1"/>
            </p:cNvSpPr>
            <p:nvPr/>
          </p:nvSpPr>
          <p:spPr bwMode="auto">
            <a:xfrm>
              <a:off x="3264" y="2112"/>
              <a:ext cx="0" cy="13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14"/>
            <p:cNvSpPr>
              <a:spLocks noChangeShapeType="1"/>
            </p:cNvSpPr>
            <p:nvPr/>
          </p:nvSpPr>
          <p:spPr bwMode="auto">
            <a:xfrm>
              <a:off x="864" y="2112"/>
              <a:ext cx="24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5"/>
          <p:cNvGrpSpPr/>
          <p:nvPr/>
        </p:nvGrpSpPr>
        <p:grpSpPr bwMode="auto">
          <a:xfrm>
            <a:off x="2747038" y="398119"/>
            <a:ext cx="4638675" cy="2953886"/>
            <a:chOff x="864" y="432"/>
            <a:chExt cx="2400" cy="1344"/>
          </a:xfrm>
        </p:grpSpPr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864" y="432"/>
              <a:ext cx="0" cy="134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864" y="1776"/>
              <a:ext cx="240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3264" y="432"/>
              <a:ext cx="0" cy="134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864" y="432"/>
              <a:ext cx="240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Line 23"/>
          <p:cNvSpPr>
            <a:spLocks noChangeShapeType="1"/>
          </p:cNvSpPr>
          <p:nvPr/>
        </p:nvSpPr>
        <p:spPr bwMode="auto">
          <a:xfrm flipH="1">
            <a:off x="3967826" y="489976"/>
            <a:ext cx="0" cy="583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45651" y="489976"/>
            <a:ext cx="0" cy="583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Line 25"/>
          <p:cNvSpPr>
            <a:spLocks noChangeShapeType="1"/>
          </p:cNvSpPr>
          <p:nvPr/>
        </p:nvSpPr>
        <p:spPr bwMode="auto">
          <a:xfrm>
            <a:off x="3270913" y="3853430"/>
            <a:ext cx="374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Line 26"/>
          <p:cNvSpPr>
            <a:spLocks noChangeShapeType="1"/>
          </p:cNvSpPr>
          <p:nvPr/>
        </p:nvSpPr>
        <p:spPr bwMode="auto">
          <a:xfrm>
            <a:off x="3270913" y="4174105"/>
            <a:ext cx="374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Line 27"/>
          <p:cNvSpPr>
            <a:spLocks noChangeShapeType="1"/>
          </p:cNvSpPr>
          <p:nvPr/>
        </p:nvSpPr>
        <p:spPr bwMode="auto">
          <a:xfrm flipH="1">
            <a:off x="4726651" y="489976"/>
            <a:ext cx="0" cy="583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Line 28"/>
          <p:cNvSpPr>
            <a:spLocks noChangeShapeType="1"/>
          </p:cNvSpPr>
          <p:nvPr/>
        </p:nvSpPr>
        <p:spPr bwMode="auto">
          <a:xfrm>
            <a:off x="5109238" y="489976"/>
            <a:ext cx="0" cy="583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Line 29"/>
          <p:cNvSpPr>
            <a:spLocks noChangeShapeType="1"/>
          </p:cNvSpPr>
          <p:nvPr/>
        </p:nvSpPr>
        <p:spPr bwMode="auto">
          <a:xfrm>
            <a:off x="5495001" y="489976"/>
            <a:ext cx="0" cy="583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Line 30"/>
          <p:cNvSpPr>
            <a:spLocks noChangeShapeType="1"/>
          </p:cNvSpPr>
          <p:nvPr/>
        </p:nvSpPr>
        <p:spPr bwMode="auto">
          <a:xfrm>
            <a:off x="5874413" y="489976"/>
            <a:ext cx="0" cy="583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Line 31"/>
          <p:cNvSpPr>
            <a:spLocks noChangeShapeType="1"/>
          </p:cNvSpPr>
          <p:nvPr/>
        </p:nvSpPr>
        <p:spPr bwMode="auto">
          <a:xfrm>
            <a:off x="6226838" y="489976"/>
            <a:ext cx="0" cy="583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Line 32"/>
          <p:cNvSpPr>
            <a:spLocks noChangeShapeType="1"/>
          </p:cNvSpPr>
          <p:nvPr/>
        </p:nvSpPr>
        <p:spPr bwMode="auto">
          <a:xfrm>
            <a:off x="6638001" y="489976"/>
            <a:ext cx="0" cy="583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Line 33"/>
          <p:cNvSpPr>
            <a:spLocks noChangeShapeType="1"/>
          </p:cNvSpPr>
          <p:nvPr/>
        </p:nvSpPr>
        <p:spPr bwMode="auto">
          <a:xfrm>
            <a:off x="3347199" y="1456793"/>
            <a:ext cx="3708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Line 34"/>
          <p:cNvSpPr>
            <a:spLocks noChangeShapeType="1"/>
          </p:cNvSpPr>
          <p:nvPr/>
        </p:nvSpPr>
        <p:spPr bwMode="auto">
          <a:xfrm>
            <a:off x="3324707" y="628306"/>
            <a:ext cx="3708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Line 35"/>
          <p:cNvSpPr>
            <a:spLocks noChangeShapeType="1"/>
          </p:cNvSpPr>
          <p:nvPr/>
        </p:nvSpPr>
        <p:spPr bwMode="auto">
          <a:xfrm>
            <a:off x="3414352" y="1012481"/>
            <a:ext cx="3600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Line 36"/>
          <p:cNvSpPr>
            <a:spLocks noChangeShapeType="1"/>
          </p:cNvSpPr>
          <p:nvPr/>
        </p:nvSpPr>
        <p:spPr bwMode="auto">
          <a:xfrm>
            <a:off x="3446569" y="1837981"/>
            <a:ext cx="3636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Line 41"/>
          <p:cNvSpPr>
            <a:spLocks noChangeShapeType="1"/>
          </p:cNvSpPr>
          <p:nvPr/>
        </p:nvSpPr>
        <p:spPr bwMode="auto">
          <a:xfrm>
            <a:off x="3329269" y="2216273"/>
            <a:ext cx="374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Line 42"/>
          <p:cNvSpPr>
            <a:spLocks noChangeShapeType="1"/>
          </p:cNvSpPr>
          <p:nvPr/>
        </p:nvSpPr>
        <p:spPr bwMode="auto">
          <a:xfrm>
            <a:off x="3450210" y="2606986"/>
            <a:ext cx="3636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Box 48"/>
              <p:cNvSpPr txBox="1">
                <a:spLocks noChangeArrowheads="1"/>
              </p:cNvSpPr>
              <p:nvPr/>
            </p:nvSpPr>
            <p:spPr bwMode="auto">
              <a:xfrm>
                <a:off x="8328688" y="3913755"/>
                <a:ext cx="609600" cy="459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28688" y="3913755"/>
                <a:ext cx="609600" cy="459998"/>
              </a:xfrm>
              <a:prstGeom prst="rect">
                <a:avLst/>
              </a:prstGeom>
              <a:blipFill rotWithShape="1">
                <a:blip r:embed="rId1"/>
                <a:stretch>
                  <a:fillRect l="-5" t="-54" r="5" b="-36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Box 49"/>
              <p:cNvSpPr txBox="1">
                <a:spLocks noChangeArrowheads="1"/>
              </p:cNvSpPr>
              <p:nvPr/>
            </p:nvSpPr>
            <p:spPr bwMode="auto">
              <a:xfrm>
                <a:off x="7846088" y="3612130"/>
                <a:ext cx="609600" cy="459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6088" y="3612130"/>
                <a:ext cx="609600" cy="459998"/>
              </a:xfrm>
              <a:prstGeom prst="rect">
                <a:avLst/>
              </a:prstGeom>
              <a:blipFill rotWithShape="1">
                <a:blip r:embed="rId2"/>
                <a:stretch>
                  <a:fillRect l="-5" t="-54" r="5" b="-36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55"/>
          <p:cNvSpPr>
            <a:spLocks noChangeArrowheads="1"/>
          </p:cNvSpPr>
          <p:nvPr/>
        </p:nvSpPr>
        <p:spPr bwMode="auto">
          <a:xfrm>
            <a:off x="3921788" y="974381"/>
            <a:ext cx="90488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Oval 56"/>
          <p:cNvSpPr>
            <a:spLocks noChangeArrowheads="1"/>
          </p:cNvSpPr>
          <p:nvPr/>
        </p:nvSpPr>
        <p:spPr bwMode="auto">
          <a:xfrm>
            <a:off x="4299613" y="974381"/>
            <a:ext cx="90488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Oval 57"/>
          <p:cNvSpPr>
            <a:spLocks noChangeArrowheads="1"/>
          </p:cNvSpPr>
          <p:nvPr/>
        </p:nvSpPr>
        <p:spPr bwMode="auto">
          <a:xfrm>
            <a:off x="4682201" y="974381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Oval 58"/>
          <p:cNvSpPr>
            <a:spLocks noChangeArrowheads="1"/>
          </p:cNvSpPr>
          <p:nvPr/>
        </p:nvSpPr>
        <p:spPr bwMode="auto">
          <a:xfrm>
            <a:off x="5063201" y="974381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Oval 59"/>
          <p:cNvSpPr>
            <a:spLocks noChangeArrowheads="1"/>
          </p:cNvSpPr>
          <p:nvPr/>
        </p:nvSpPr>
        <p:spPr bwMode="auto">
          <a:xfrm>
            <a:off x="5450551" y="583856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Oval 60"/>
          <p:cNvSpPr>
            <a:spLocks noChangeArrowheads="1"/>
          </p:cNvSpPr>
          <p:nvPr/>
        </p:nvSpPr>
        <p:spPr bwMode="auto">
          <a:xfrm>
            <a:off x="5828376" y="583856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Oval 61"/>
          <p:cNvSpPr>
            <a:spLocks noChangeArrowheads="1"/>
          </p:cNvSpPr>
          <p:nvPr/>
        </p:nvSpPr>
        <p:spPr bwMode="auto">
          <a:xfrm>
            <a:off x="6180801" y="583856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Oval 62"/>
          <p:cNvSpPr>
            <a:spLocks noChangeArrowheads="1"/>
          </p:cNvSpPr>
          <p:nvPr/>
        </p:nvSpPr>
        <p:spPr bwMode="auto">
          <a:xfrm>
            <a:off x="6593551" y="583856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Oval 63"/>
          <p:cNvSpPr>
            <a:spLocks noChangeArrowheads="1"/>
          </p:cNvSpPr>
          <p:nvPr/>
        </p:nvSpPr>
        <p:spPr bwMode="auto">
          <a:xfrm>
            <a:off x="4682201" y="1428685"/>
            <a:ext cx="90487" cy="90487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Oval 64"/>
          <p:cNvSpPr>
            <a:spLocks noChangeArrowheads="1"/>
          </p:cNvSpPr>
          <p:nvPr/>
        </p:nvSpPr>
        <p:spPr bwMode="auto">
          <a:xfrm>
            <a:off x="5063201" y="1428685"/>
            <a:ext cx="90487" cy="90487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Oval 65"/>
          <p:cNvSpPr>
            <a:spLocks noChangeArrowheads="1"/>
          </p:cNvSpPr>
          <p:nvPr/>
        </p:nvSpPr>
        <p:spPr bwMode="auto">
          <a:xfrm>
            <a:off x="6180801" y="1428685"/>
            <a:ext cx="90487" cy="90487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Oval 66"/>
          <p:cNvSpPr>
            <a:spLocks noChangeArrowheads="1"/>
          </p:cNvSpPr>
          <p:nvPr/>
        </p:nvSpPr>
        <p:spPr bwMode="auto">
          <a:xfrm>
            <a:off x="6593551" y="1428685"/>
            <a:ext cx="90487" cy="90487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Oval 67"/>
          <p:cNvSpPr>
            <a:spLocks noChangeArrowheads="1"/>
          </p:cNvSpPr>
          <p:nvPr/>
        </p:nvSpPr>
        <p:spPr bwMode="auto">
          <a:xfrm>
            <a:off x="5450551" y="1793531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Oval 68"/>
          <p:cNvSpPr>
            <a:spLocks noChangeArrowheads="1"/>
          </p:cNvSpPr>
          <p:nvPr/>
        </p:nvSpPr>
        <p:spPr bwMode="auto">
          <a:xfrm>
            <a:off x="5828376" y="1793531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Oval 69"/>
          <p:cNvSpPr>
            <a:spLocks noChangeArrowheads="1"/>
          </p:cNvSpPr>
          <p:nvPr/>
        </p:nvSpPr>
        <p:spPr bwMode="auto">
          <a:xfrm>
            <a:off x="3921788" y="1793531"/>
            <a:ext cx="90488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Oval 70"/>
          <p:cNvSpPr>
            <a:spLocks noChangeArrowheads="1"/>
          </p:cNvSpPr>
          <p:nvPr/>
        </p:nvSpPr>
        <p:spPr bwMode="auto">
          <a:xfrm>
            <a:off x="4299613" y="1793531"/>
            <a:ext cx="90488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Oval 71"/>
          <p:cNvSpPr>
            <a:spLocks noChangeArrowheads="1"/>
          </p:cNvSpPr>
          <p:nvPr/>
        </p:nvSpPr>
        <p:spPr bwMode="auto">
          <a:xfrm>
            <a:off x="4299613" y="2170235"/>
            <a:ext cx="90488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" name="Oval 72"/>
          <p:cNvSpPr>
            <a:spLocks noChangeArrowheads="1"/>
          </p:cNvSpPr>
          <p:nvPr/>
        </p:nvSpPr>
        <p:spPr bwMode="auto">
          <a:xfrm>
            <a:off x="5063201" y="2170235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Oval 73"/>
          <p:cNvSpPr>
            <a:spLocks noChangeArrowheads="1"/>
          </p:cNvSpPr>
          <p:nvPr/>
        </p:nvSpPr>
        <p:spPr bwMode="auto">
          <a:xfrm>
            <a:off x="5450551" y="2562536"/>
            <a:ext cx="90487" cy="90487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Oval 74"/>
          <p:cNvSpPr>
            <a:spLocks noChangeArrowheads="1"/>
          </p:cNvSpPr>
          <p:nvPr/>
        </p:nvSpPr>
        <p:spPr bwMode="auto">
          <a:xfrm>
            <a:off x="6180801" y="2562536"/>
            <a:ext cx="90487" cy="90487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Oval 75"/>
          <p:cNvSpPr>
            <a:spLocks noChangeArrowheads="1"/>
          </p:cNvSpPr>
          <p:nvPr/>
        </p:nvSpPr>
        <p:spPr bwMode="auto">
          <a:xfrm>
            <a:off x="3921788" y="2562536"/>
            <a:ext cx="90488" cy="90487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Oval 76"/>
          <p:cNvSpPr>
            <a:spLocks noChangeArrowheads="1"/>
          </p:cNvSpPr>
          <p:nvPr/>
        </p:nvSpPr>
        <p:spPr bwMode="auto">
          <a:xfrm>
            <a:off x="4682201" y="2562536"/>
            <a:ext cx="90487" cy="90487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Oval 85"/>
          <p:cNvSpPr>
            <a:spLocks noChangeArrowheads="1"/>
          </p:cNvSpPr>
          <p:nvPr/>
        </p:nvSpPr>
        <p:spPr bwMode="auto">
          <a:xfrm>
            <a:off x="5828376" y="2170235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Oval 89"/>
          <p:cNvSpPr>
            <a:spLocks noChangeArrowheads="1"/>
          </p:cNvSpPr>
          <p:nvPr/>
        </p:nvSpPr>
        <p:spPr bwMode="auto">
          <a:xfrm>
            <a:off x="6593551" y="2170235"/>
            <a:ext cx="90487" cy="9048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Text Box 90"/>
          <p:cNvSpPr txBox="1">
            <a:spLocks noChangeArrowheads="1"/>
          </p:cNvSpPr>
          <p:nvPr/>
        </p:nvSpPr>
        <p:spPr bwMode="auto">
          <a:xfrm>
            <a:off x="1832638" y="398119"/>
            <a:ext cx="5730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4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Line 94"/>
          <p:cNvSpPr>
            <a:spLocks noChangeShapeType="1"/>
          </p:cNvSpPr>
          <p:nvPr/>
        </p:nvSpPr>
        <p:spPr bwMode="auto">
          <a:xfrm>
            <a:off x="3270913" y="4494780"/>
            <a:ext cx="374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 Box 96"/>
              <p:cNvSpPr txBox="1">
                <a:spLocks noChangeArrowheads="1"/>
              </p:cNvSpPr>
              <p:nvPr/>
            </p:nvSpPr>
            <p:spPr bwMode="auto">
              <a:xfrm>
                <a:off x="7846088" y="4255067"/>
                <a:ext cx="609600" cy="459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6" name="Text 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6088" y="4255067"/>
                <a:ext cx="609600" cy="459998"/>
              </a:xfrm>
              <a:prstGeom prst="rect">
                <a:avLst/>
              </a:prstGeom>
              <a:blipFill rotWithShape="1">
                <a:blip r:embed="rId3"/>
                <a:stretch>
                  <a:fillRect l="-5" t="-123" r="5" b="-35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 Box 90"/>
          <p:cNvSpPr txBox="1">
            <a:spLocks noChangeArrowheads="1"/>
          </p:cNvSpPr>
          <p:nvPr/>
        </p:nvSpPr>
        <p:spPr bwMode="auto">
          <a:xfrm>
            <a:off x="1832638" y="1147419"/>
            <a:ext cx="5730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="1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" name="Text Box 90"/>
          <p:cNvSpPr txBox="1">
            <a:spLocks noChangeArrowheads="1"/>
          </p:cNvSpPr>
          <p:nvPr/>
        </p:nvSpPr>
        <p:spPr bwMode="auto">
          <a:xfrm>
            <a:off x="1832638" y="1871319"/>
            <a:ext cx="5730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="1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Line 25"/>
          <p:cNvSpPr>
            <a:spLocks noChangeShapeType="1"/>
          </p:cNvSpPr>
          <p:nvPr/>
        </p:nvSpPr>
        <p:spPr bwMode="auto">
          <a:xfrm>
            <a:off x="3270913" y="4817042"/>
            <a:ext cx="374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Line 26"/>
          <p:cNvSpPr>
            <a:spLocks noChangeShapeType="1"/>
          </p:cNvSpPr>
          <p:nvPr/>
        </p:nvSpPr>
        <p:spPr bwMode="auto">
          <a:xfrm>
            <a:off x="3270913" y="5137717"/>
            <a:ext cx="374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Line 94"/>
          <p:cNvSpPr>
            <a:spLocks noChangeShapeType="1"/>
          </p:cNvSpPr>
          <p:nvPr/>
        </p:nvSpPr>
        <p:spPr bwMode="auto">
          <a:xfrm>
            <a:off x="3270913" y="5458392"/>
            <a:ext cx="374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Line 26"/>
          <p:cNvSpPr>
            <a:spLocks noChangeShapeType="1"/>
          </p:cNvSpPr>
          <p:nvPr/>
        </p:nvSpPr>
        <p:spPr bwMode="auto">
          <a:xfrm>
            <a:off x="3270913" y="5780655"/>
            <a:ext cx="374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Line 94"/>
          <p:cNvSpPr>
            <a:spLocks noChangeShapeType="1"/>
          </p:cNvSpPr>
          <p:nvPr/>
        </p:nvSpPr>
        <p:spPr bwMode="auto">
          <a:xfrm>
            <a:off x="3270913" y="6101330"/>
            <a:ext cx="374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 Box 96"/>
              <p:cNvSpPr txBox="1">
                <a:spLocks noChangeArrowheads="1"/>
              </p:cNvSpPr>
              <p:nvPr/>
            </p:nvSpPr>
            <p:spPr bwMode="auto">
              <a:xfrm>
                <a:off x="8346617" y="4558280"/>
                <a:ext cx="609600" cy="459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4" name="Text 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46617" y="4558280"/>
                <a:ext cx="609600" cy="459998"/>
              </a:xfrm>
              <a:prstGeom prst="rect">
                <a:avLst/>
              </a:prstGeom>
              <a:blipFill rotWithShape="1">
                <a:blip r:embed="rId4"/>
                <a:stretch>
                  <a:fillRect l="-29" t="-54" r="29" b="-36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 Box 96"/>
              <p:cNvSpPr txBox="1">
                <a:spLocks noChangeArrowheads="1"/>
              </p:cNvSpPr>
              <p:nvPr/>
            </p:nvSpPr>
            <p:spPr bwMode="auto">
              <a:xfrm>
                <a:off x="7846088" y="4899592"/>
                <a:ext cx="609600" cy="459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5" name="Text 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6088" y="4899592"/>
                <a:ext cx="609600" cy="459998"/>
              </a:xfrm>
              <a:prstGeom prst="rect">
                <a:avLst/>
              </a:prstGeom>
              <a:blipFill rotWithShape="1">
                <a:blip r:embed="rId5"/>
                <a:stretch>
                  <a:fillRect l="-5" t="-123" r="5" b="-35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 Box 96"/>
              <p:cNvSpPr txBox="1">
                <a:spLocks noChangeArrowheads="1"/>
              </p:cNvSpPr>
              <p:nvPr/>
            </p:nvSpPr>
            <p:spPr bwMode="auto">
              <a:xfrm>
                <a:off x="8328688" y="5204392"/>
                <a:ext cx="609600" cy="459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6" name="Text 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28688" y="5204392"/>
                <a:ext cx="609600" cy="459998"/>
              </a:xfrm>
              <a:prstGeom prst="rect">
                <a:avLst/>
              </a:prstGeom>
              <a:blipFill rotWithShape="1">
                <a:blip r:embed="rId6"/>
                <a:stretch>
                  <a:fillRect l="-5" t="-123" r="5" b="-35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 Box 96"/>
              <p:cNvSpPr txBox="1">
                <a:spLocks noChangeArrowheads="1"/>
              </p:cNvSpPr>
              <p:nvPr/>
            </p:nvSpPr>
            <p:spPr bwMode="auto">
              <a:xfrm>
                <a:off x="7846088" y="5542530"/>
                <a:ext cx="609600" cy="459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7" name="Text 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6088" y="5542530"/>
                <a:ext cx="609600" cy="459998"/>
              </a:xfrm>
              <a:prstGeom prst="rect">
                <a:avLst/>
              </a:prstGeom>
              <a:blipFill rotWithShape="1">
                <a:blip r:embed="rId7"/>
                <a:stretch>
                  <a:fillRect l="-5" t="-54" r="5" b="-36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 Box 96"/>
              <p:cNvSpPr txBox="1">
                <a:spLocks noChangeArrowheads="1"/>
              </p:cNvSpPr>
              <p:nvPr/>
            </p:nvSpPr>
            <p:spPr bwMode="auto">
              <a:xfrm>
                <a:off x="8328688" y="5848917"/>
                <a:ext cx="609600" cy="459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  <a:endPara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8" name="Text 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28688" y="5848917"/>
                <a:ext cx="609600" cy="459998"/>
              </a:xfrm>
              <a:prstGeom prst="rect">
                <a:avLst/>
              </a:prstGeom>
              <a:blipFill rotWithShape="1">
                <a:blip r:embed="rId8"/>
                <a:stretch>
                  <a:fillRect l="-5" t="-123" r="5" b="-35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接连接符 68"/>
          <p:cNvCxnSpPr/>
          <p:nvPr/>
        </p:nvCxnSpPr>
        <p:spPr bwMode="auto">
          <a:xfrm flipV="1">
            <a:off x="6957352" y="3734001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直接连接符 69"/>
          <p:cNvCxnSpPr/>
          <p:nvPr/>
        </p:nvCxnSpPr>
        <p:spPr bwMode="auto">
          <a:xfrm flipV="1">
            <a:off x="6957352" y="3968678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" name="任意多边形 70"/>
          <p:cNvSpPr/>
          <p:nvPr/>
        </p:nvSpPr>
        <p:spPr bwMode="auto">
          <a:xfrm>
            <a:off x="7111015" y="3730801"/>
            <a:ext cx="169018" cy="237526"/>
          </a:xfrm>
          <a:custGeom>
            <a:avLst/>
            <a:gdLst>
              <a:gd name="connsiteX0" fmla="*/ 138551 w 673487"/>
              <a:gd name="connsiteY0" fmla="*/ 0 h 613855"/>
              <a:gd name="connsiteX1" fmla="*/ 673123 w 673487"/>
              <a:gd name="connsiteY1" fmla="*/ 351693 h 613855"/>
              <a:gd name="connsiteX2" fmla="*/ 68212 w 673487"/>
              <a:gd name="connsiteY2" fmla="*/ 590843 h 613855"/>
              <a:gd name="connsiteX3" fmla="*/ 40077 w 673487"/>
              <a:gd name="connsiteY3" fmla="*/ 590843 h 613855"/>
              <a:gd name="connsiteX0-1" fmla="*/ 54144 w 673131"/>
              <a:gd name="connsiteY0-2" fmla="*/ 0 h 585719"/>
              <a:gd name="connsiteX1-3" fmla="*/ 673123 w 673131"/>
              <a:gd name="connsiteY1-4" fmla="*/ 323557 h 585719"/>
              <a:gd name="connsiteX2-5" fmla="*/ 68212 w 673131"/>
              <a:gd name="connsiteY2-6" fmla="*/ 562707 h 585719"/>
              <a:gd name="connsiteX3-7" fmla="*/ 40077 w 673131"/>
              <a:gd name="connsiteY3-8" fmla="*/ 562707 h 585719"/>
              <a:gd name="connsiteX0-9" fmla="*/ 54144 w 673131"/>
              <a:gd name="connsiteY0-10" fmla="*/ 0 h 627922"/>
              <a:gd name="connsiteX1-11" fmla="*/ 673123 w 673131"/>
              <a:gd name="connsiteY1-12" fmla="*/ 365760 h 627922"/>
              <a:gd name="connsiteX2-13" fmla="*/ 68212 w 673131"/>
              <a:gd name="connsiteY2-14" fmla="*/ 604910 h 627922"/>
              <a:gd name="connsiteX3-15" fmla="*/ 40077 w 673131"/>
              <a:gd name="connsiteY3-16" fmla="*/ 604910 h 627922"/>
              <a:gd name="connsiteX0-17" fmla="*/ 40077 w 673155"/>
              <a:gd name="connsiteY0-18" fmla="*/ 0 h 613855"/>
              <a:gd name="connsiteX1-19" fmla="*/ 673123 w 673155"/>
              <a:gd name="connsiteY1-20" fmla="*/ 351693 h 613855"/>
              <a:gd name="connsiteX2-21" fmla="*/ 68212 w 673155"/>
              <a:gd name="connsiteY2-22" fmla="*/ 590843 h 613855"/>
              <a:gd name="connsiteX3-23" fmla="*/ 40077 w 673155"/>
              <a:gd name="connsiteY3-24" fmla="*/ 590843 h 613855"/>
              <a:gd name="connsiteX0-25" fmla="*/ 0 w 633078"/>
              <a:gd name="connsiteY0-26" fmla="*/ 0 h 590843"/>
              <a:gd name="connsiteX1-27" fmla="*/ 633046 w 633078"/>
              <a:gd name="connsiteY1-28" fmla="*/ 351693 h 590843"/>
              <a:gd name="connsiteX2-29" fmla="*/ 28135 w 633078"/>
              <a:gd name="connsiteY2-30" fmla="*/ 590843 h 590843"/>
              <a:gd name="connsiteX0-31" fmla="*/ 0 w 633049"/>
              <a:gd name="connsiteY0-32" fmla="*/ 0 h 581318"/>
              <a:gd name="connsiteX1-33" fmla="*/ 633046 w 633049"/>
              <a:gd name="connsiteY1-34" fmla="*/ 351693 h 581318"/>
              <a:gd name="connsiteX2-35" fmla="*/ 9085 w 633049"/>
              <a:gd name="connsiteY2-36" fmla="*/ 581318 h 581318"/>
              <a:gd name="connsiteX0-37" fmla="*/ 440 w 633486"/>
              <a:gd name="connsiteY0-38" fmla="*/ 0 h 586081"/>
              <a:gd name="connsiteX1-39" fmla="*/ 633486 w 633486"/>
              <a:gd name="connsiteY1-40" fmla="*/ 351693 h 586081"/>
              <a:gd name="connsiteX2-41" fmla="*/ 0 w 633486"/>
              <a:gd name="connsiteY2-42" fmla="*/ 586081 h 586081"/>
              <a:gd name="connsiteX0-43" fmla="*/ 440 w 633486"/>
              <a:gd name="connsiteY0-44" fmla="*/ 0 h 586128"/>
              <a:gd name="connsiteX1-45" fmla="*/ 633486 w 633486"/>
              <a:gd name="connsiteY1-46" fmla="*/ 351693 h 586128"/>
              <a:gd name="connsiteX2-47" fmla="*/ 0 w 633486"/>
              <a:gd name="connsiteY2-48" fmla="*/ 586081 h 586128"/>
              <a:gd name="connsiteX0-49" fmla="*/ 9965 w 633491"/>
              <a:gd name="connsiteY0-50" fmla="*/ 0 h 590891"/>
              <a:gd name="connsiteX1-51" fmla="*/ 633486 w 633491"/>
              <a:gd name="connsiteY1-52" fmla="*/ 356456 h 590891"/>
              <a:gd name="connsiteX2-53" fmla="*/ 0 w 633491"/>
              <a:gd name="connsiteY2-54" fmla="*/ 590844 h 590891"/>
              <a:gd name="connsiteX0-55" fmla="*/ 9965 w 633492"/>
              <a:gd name="connsiteY0-56" fmla="*/ 0 h 590891"/>
              <a:gd name="connsiteX1-57" fmla="*/ 633486 w 633492"/>
              <a:gd name="connsiteY1-58" fmla="*/ 356456 h 590891"/>
              <a:gd name="connsiteX2-59" fmla="*/ 0 w 633492"/>
              <a:gd name="connsiteY2-60" fmla="*/ 590844 h 590891"/>
              <a:gd name="connsiteX0-61" fmla="*/ 9965 w 633493"/>
              <a:gd name="connsiteY0-62" fmla="*/ 0 h 590891"/>
              <a:gd name="connsiteX1-63" fmla="*/ 633486 w 633493"/>
              <a:gd name="connsiteY1-64" fmla="*/ 356456 h 590891"/>
              <a:gd name="connsiteX2-65" fmla="*/ 0 w 633493"/>
              <a:gd name="connsiteY2-66" fmla="*/ 590844 h 590891"/>
              <a:gd name="connsiteX0-67" fmla="*/ 9965 w 638201"/>
              <a:gd name="connsiteY0-68" fmla="*/ 0 h 590844"/>
              <a:gd name="connsiteX1-69" fmla="*/ 633486 w 638201"/>
              <a:gd name="connsiteY1-70" fmla="*/ 356456 h 590844"/>
              <a:gd name="connsiteX2-71" fmla="*/ 281134 w 638201"/>
              <a:gd name="connsiteY2-72" fmla="*/ 535086 h 590844"/>
              <a:gd name="connsiteX3-73" fmla="*/ 0 w 638201"/>
              <a:gd name="connsiteY3-74" fmla="*/ 590844 h 590844"/>
              <a:gd name="connsiteX0-75" fmla="*/ 9965 w 638800"/>
              <a:gd name="connsiteY0-76" fmla="*/ 0 h 590844"/>
              <a:gd name="connsiteX1-77" fmla="*/ 633486 w 638800"/>
              <a:gd name="connsiteY1-78" fmla="*/ 356456 h 590844"/>
              <a:gd name="connsiteX2-79" fmla="*/ 281134 w 638800"/>
              <a:gd name="connsiteY2-80" fmla="*/ 535086 h 590844"/>
              <a:gd name="connsiteX3-81" fmla="*/ 0 w 638800"/>
              <a:gd name="connsiteY3-82" fmla="*/ 590844 h 590844"/>
              <a:gd name="connsiteX0-83" fmla="*/ 9965 w 640456"/>
              <a:gd name="connsiteY0-84" fmla="*/ 0 h 590844"/>
              <a:gd name="connsiteX1-85" fmla="*/ 633486 w 640456"/>
              <a:gd name="connsiteY1-86" fmla="*/ 356456 h 590844"/>
              <a:gd name="connsiteX2-87" fmla="*/ 309709 w 640456"/>
              <a:gd name="connsiteY2-88" fmla="*/ 558898 h 590844"/>
              <a:gd name="connsiteX3-89" fmla="*/ 0 w 640456"/>
              <a:gd name="connsiteY3-90" fmla="*/ 590844 h 590844"/>
              <a:gd name="connsiteX0-91" fmla="*/ 9965 w 634445"/>
              <a:gd name="connsiteY0-92" fmla="*/ 0 h 590844"/>
              <a:gd name="connsiteX1-93" fmla="*/ 395433 w 634445"/>
              <a:gd name="connsiteY1-94" fmla="*/ 101699 h 590844"/>
              <a:gd name="connsiteX2-95" fmla="*/ 633486 w 634445"/>
              <a:gd name="connsiteY2-96" fmla="*/ 356456 h 590844"/>
              <a:gd name="connsiteX3-97" fmla="*/ 309709 w 634445"/>
              <a:gd name="connsiteY3-98" fmla="*/ 558898 h 590844"/>
              <a:gd name="connsiteX4" fmla="*/ 0 w 634445"/>
              <a:gd name="connsiteY4" fmla="*/ 590844 h 590844"/>
              <a:gd name="connsiteX0-99" fmla="*/ 9965 w 634113"/>
              <a:gd name="connsiteY0-100" fmla="*/ 0 h 590844"/>
              <a:gd name="connsiteX1-101" fmla="*/ 381145 w 634113"/>
              <a:gd name="connsiteY1-102" fmla="*/ 68362 h 590844"/>
              <a:gd name="connsiteX2-103" fmla="*/ 633486 w 634113"/>
              <a:gd name="connsiteY2-104" fmla="*/ 356456 h 590844"/>
              <a:gd name="connsiteX3-105" fmla="*/ 309709 w 634113"/>
              <a:gd name="connsiteY3-106" fmla="*/ 558898 h 590844"/>
              <a:gd name="connsiteX4-107" fmla="*/ 0 w 634113"/>
              <a:gd name="connsiteY4-108" fmla="*/ 590844 h 590844"/>
              <a:gd name="connsiteX0-109" fmla="*/ 9965 w 634113"/>
              <a:gd name="connsiteY0-110" fmla="*/ 0 h 590844"/>
              <a:gd name="connsiteX1-111" fmla="*/ 381145 w 634113"/>
              <a:gd name="connsiteY1-112" fmla="*/ 92174 h 590844"/>
              <a:gd name="connsiteX2-113" fmla="*/ 633486 w 634113"/>
              <a:gd name="connsiteY2-114" fmla="*/ 356456 h 590844"/>
              <a:gd name="connsiteX3-115" fmla="*/ 309709 w 634113"/>
              <a:gd name="connsiteY3-116" fmla="*/ 558898 h 590844"/>
              <a:gd name="connsiteX4-117" fmla="*/ 0 w 634113"/>
              <a:gd name="connsiteY4-118" fmla="*/ 590844 h 590844"/>
              <a:gd name="connsiteX0-119" fmla="*/ 9965 w 633964"/>
              <a:gd name="connsiteY0-120" fmla="*/ 0 h 593863"/>
              <a:gd name="connsiteX1-121" fmla="*/ 381145 w 633964"/>
              <a:gd name="connsiteY1-122" fmla="*/ 92174 h 593863"/>
              <a:gd name="connsiteX2-123" fmla="*/ 633486 w 633964"/>
              <a:gd name="connsiteY2-124" fmla="*/ 356456 h 593863"/>
              <a:gd name="connsiteX3-125" fmla="*/ 319234 w 633964"/>
              <a:gd name="connsiteY3-126" fmla="*/ 573186 h 593863"/>
              <a:gd name="connsiteX4-127" fmla="*/ 0 w 633964"/>
              <a:gd name="connsiteY4-128" fmla="*/ 590844 h 593863"/>
              <a:gd name="connsiteX0-129" fmla="*/ 9965 w 633964"/>
              <a:gd name="connsiteY0-130" fmla="*/ 0 h 593863"/>
              <a:gd name="connsiteX1-131" fmla="*/ 381145 w 633964"/>
              <a:gd name="connsiteY1-132" fmla="*/ 92174 h 593863"/>
              <a:gd name="connsiteX2-133" fmla="*/ 633486 w 633964"/>
              <a:gd name="connsiteY2-134" fmla="*/ 356456 h 593863"/>
              <a:gd name="connsiteX3-135" fmla="*/ 319234 w 633964"/>
              <a:gd name="connsiteY3-136" fmla="*/ 573186 h 593863"/>
              <a:gd name="connsiteX4-137" fmla="*/ 0 w 633964"/>
              <a:gd name="connsiteY4-138" fmla="*/ 590844 h 593863"/>
              <a:gd name="connsiteX0-139" fmla="*/ 9965 w 633964"/>
              <a:gd name="connsiteY0-140" fmla="*/ 0 h 590844"/>
              <a:gd name="connsiteX1-141" fmla="*/ 381145 w 633964"/>
              <a:gd name="connsiteY1-142" fmla="*/ 92174 h 590844"/>
              <a:gd name="connsiteX2-143" fmla="*/ 633486 w 633964"/>
              <a:gd name="connsiteY2-144" fmla="*/ 356456 h 590844"/>
              <a:gd name="connsiteX3-145" fmla="*/ 319234 w 633964"/>
              <a:gd name="connsiteY3-146" fmla="*/ 573186 h 590844"/>
              <a:gd name="connsiteX4-147" fmla="*/ 0 w 633964"/>
              <a:gd name="connsiteY4-148" fmla="*/ 590844 h 590844"/>
              <a:gd name="connsiteX0-149" fmla="*/ 9965 w 633964"/>
              <a:gd name="connsiteY0-150" fmla="*/ 0 h 590844"/>
              <a:gd name="connsiteX1-151" fmla="*/ 381145 w 633964"/>
              <a:gd name="connsiteY1-152" fmla="*/ 92174 h 590844"/>
              <a:gd name="connsiteX2-153" fmla="*/ 633486 w 633964"/>
              <a:gd name="connsiteY2-154" fmla="*/ 356456 h 590844"/>
              <a:gd name="connsiteX3-155" fmla="*/ 319234 w 633964"/>
              <a:gd name="connsiteY3-156" fmla="*/ 573186 h 590844"/>
              <a:gd name="connsiteX4-157" fmla="*/ 0 w 633964"/>
              <a:gd name="connsiteY4-158" fmla="*/ 590844 h 590844"/>
              <a:gd name="connsiteX0-159" fmla="*/ 9965 w 633594"/>
              <a:gd name="connsiteY0-160" fmla="*/ 0 h 590844"/>
              <a:gd name="connsiteX1-161" fmla="*/ 381145 w 633594"/>
              <a:gd name="connsiteY1-162" fmla="*/ 92174 h 590844"/>
              <a:gd name="connsiteX2-163" fmla="*/ 633486 w 633594"/>
              <a:gd name="connsiteY2-164" fmla="*/ 356456 h 590844"/>
              <a:gd name="connsiteX3-165" fmla="*/ 352571 w 633594"/>
              <a:gd name="connsiteY3-166" fmla="*/ 544611 h 590844"/>
              <a:gd name="connsiteX4-167" fmla="*/ 0 w 633594"/>
              <a:gd name="connsiteY4-168" fmla="*/ 590844 h 590844"/>
              <a:gd name="connsiteX0-169" fmla="*/ 9965 w 633594"/>
              <a:gd name="connsiteY0-170" fmla="*/ 0 h 590844"/>
              <a:gd name="connsiteX1-171" fmla="*/ 381145 w 633594"/>
              <a:gd name="connsiteY1-172" fmla="*/ 92174 h 590844"/>
              <a:gd name="connsiteX2-173" fmla="*/ 633486 w 633594"/>
              <a:gd name="connsiteY2-174" fmla="*/ 356456 h 590844"/>
              <a:gd name="connsiteX3-175" fmla="*/ 352571 w 633594"/>
              <a:gd name="connsiteY3-176" fmla="*/ 544611 h 590844"/>
              <a:gd name="connsiteX4-177" fmla="*/ 0 w 633594"/>
              <a:gd name="connsiteY4-178" fmla="*/ 590844 h 590844"/>
              <a:gd name="connsiteX0-179" fmla="*/ 9965 w 633594"/>
              <a:gd name="connsiteY0-180" fmla="*/ 0 h 590844"/>
              <a:gd name="connsiteX1-181" fmla="*/ 381145 w 633594"/>
              <a:gd name="connsiteY1-182" fmla="*/ 92174 h 590844"/>
              <a:gd name="connsiteX2-183" fmla="*/ 633486 w 633594"/>
              <a:gd name="connsiteY2-184" fmla="*/ 356456 h 590844"/>
              <a:gd name="connsiteX3-185" fmla="*/ 352571 w 633594"/>
              <a:gd name="connsiteY3-186" fmla="*/ 544611 h 590844"/>
              <a:gd name="connsiteX4-187" fmla="*/ 0 w 633594"/>
              <a:gd name="connsiteY4-188" fmla="*/ 590844 h 590844"/>
              <a:gd name="connsiteX0-189" fmla="*/ 9965 w 633594"/>
              <a:gd name="connsiteY0-190" fmla="*/ 0 h 590844"/>
              <a:gd name="connsiteX1-191" fmla="*/ 381145 w 633594"/>
              <a:gd name="connsiteY1-192" fmla="*/ 125512 h 590844"/>
              <a:gd name="connsiteX2-193" fmla="*/ 633486 w 633594"/>
              <a:gd name="connsiteY2-194" fmla="*/ 356456 h 590844"/>
              <a:gd name="connsiteX3-195" fmla="*/ 352571 w 633594"/>
              <a:gd name="connsiteY3-196" fmla="*/ 544611 h 590844"/>
              <a:gd name="connsiteX4-197" fmla="*/ 0 w 633594"/>
              <a:gd name="connsiteY4-198" fmla="*/ 590844 h 590844"/>
              <a:gd name="connsiteX0-199" fmla="*/ 9965 w 633687"/>
              <a:gd name="connsiteY0-200" fmla="*/ 0 h 590844"/>
              <a:gd name="connsiteX1-201" fmla="*/ 390670 w 633687"/>
              <a:gd name="connsiteY1-202" fmla="*/ 101699 h 590844"/>
              <a:gd name="connsiteX2-203" fmla="*/ 633486 w 633687"/>
              <a:gd name="connsiteY2-204" fmla="*/ 356456 h 590844"/>
              <a:gd name="connsiteX3-205" fmla="*/ 352571 w 633687"/>
              <a:gd name="connsiteY3-206" fmla="*/ 544611 h 590844"/>
              <a:gd name="connsiteX4-207" fmla="*/ 0 w 633687"/>
              <a:gd name="connsiteY4-208" fmla="*/ 590844 h 590844"/>
              <a:gd name="connsiteX0-209" fmla="*/ 9965 w 633687"/>
              <a:gd name="connsiteY0-210" fmla="*/ 0 h 590844"/>
              <a:gd name="connsiteX1-211" fmla="*/ 390670 w 633687"/>
              <a:gd name="connsiteY1-212" fmla="*/ 101699 h 590844"/>
              <a:gd name="connsiteX2-213" fmla="*/ 633486 w 633687"/>
              <a:gd name="connsiteY2-214" fmla="*/ 356456 h 590844"/>
              <a:gd name="connsiteX3-215" fmla="*/ 352571 w 633687"/>
              <a:gd name="connsiteY3-216" fmla="*/ 544611 h 590844"/>
              <a:gd name="connsiteX4-217" fmla="*/ 0 w 633687"/>
              <a:gd name="connsiteY4-218" fmla="*/ 590844 h 590844"/>
              <a:gd name="connsiteX0-219" fmla="*/ 9965 w 633687"/>
              <a:gd name="connsiteY0-220" fmla="*/ 0 h 590844"/>
              <a:gd name="connsiteX1-221" fmla="*/ 390670 w 633687"/>
              <a:gd name="connsiteY1-222" fmla="*/ 101699 h 590844"/>
              <a:gd name="connsiteX2-223" fmla="*/ 633486 w 633687"/>
              <a:gd name="connsiteY2-224" fmla="*/ 356456 h 590844"/>
              <a:gd name="connsiteX3-225" fmla="*/ 352571 w 633687"/>
              <a:gd name="connsiteY3-226" fmla="*/ 544611 h 590844"/>
              <a:gd name="connsiteX4-227" fmla="*/ 0 w 633687"/>
              <a:gd name="connsiteY4-228" fmla="*/ 590844 h 590844"/>
              <a:gd name="connsiteX0-229" fmla="*/ 9965 w 633488"/>
              <a:gd name="connsiteY0-230" fmla="*/ 0 h 590844"/>
              <a:gd name="connsiteX1-231" fmla="*/ 357332 w 633488"/>
              <a:gd name="connsiteY1-232" fmla="*/ 82649 h 590844"/>
              <a:gd name="connsiteX2-233" fmla="*/ 633486 w 633488"/>
              <a:gd name="connsiteY2-234" fmla="*/ 356456 h 590844"/>
              <a:gd name="connsiteX3-235" fmla="*/ 352571 w 633488"/>
              <a:gd name="connsiteY3-236" fmla="*/ 544611 h 590844"/>
              <a:gd name="connsiteX4-237" fmla="*/ 0 w 633488"/>
              <a:gd name="connsiteY4-238" fmla="*/ 590844 h 590844"/>
              <a:gd name="connsiteX0-239" fmla="*/ 9965 w 614439"/>
              <a:gd name="connsiteY0-240" fmla="*/ 0 h 590844"/>
              <a:gd name="connsiteX1-241" fmla="*/ 357332 w 614439"/>
              <a:gd name="connsiteY1-242" fmla="*/ 82649 h 590844"/>
              <a:gd name="connsiteX2-243" fmla="*/ 614436 w 614439"/>
              <a:gd name="connsiteY2-244" fmla="*/ 270731 h 590844"/>
              <a:gd name="connsiteX3-245" fmla="*/ 352571 w 614439"/>
              <a:gd name="connsiteY3-246" fmla="*/ 544611 h 590844"/>
              <a:gd name="connsiteX4-247" fmla="*/ 0 w 614439"/>
              <a:gd name="connsiteY4-248" fmla="*/ 590844 h 590844"/>
              <a:gd name="connsiteX0-249" fmla="*/ 9965 w 638251"/>
              <a:gd name="connsiteY0-250" fmla="*/ 0 h 590844"/>
              <a:gd name="connsiteX1-251" fmla="*/ 357332 w 638251"/>
              <a:gd name="connsiteY1-252" fmla="*/ 82649 h 590844"/>
              <a:gd name="connsiteX2-253" fmla="*/ 638249 w 638251"/>
              <a:gd name="connsiteY2-254" fmla="*/ 308831 h 590844"/>
              <a:gd name="connsiteX3-255" fmla="*/ 352571 w 638251"/>
              <a:gd name="connsiteY3-256" fmla="*/ 544611 h 590844"/>
              <a:gd name="connsiteX4-257" fmla="*/ 0 w 638251"/>
              <a:gd name="connsiteY4-258" fmla="*/ 590844 h 590844"/>
              <a:gd name="connsiteX0-259" fmla="*/ 9965 w 638251"/>
              <a:gd name="connsiteY0-260" fmla="*/ 0 h 595607"/>
              <a:gd name="connsiteX1-261" fmla="*/ 357332 w 638251"/>
              <a:gd name="connsiteY1-262" fmla="*/ 87412 h 595607"/>
              <a:gd name="connsiteX2-263" fmla="*/ 638249 w 638251"/>
              <a:gd name="connsiteY2-264" fmla="*/ 313594 h 595607"/>
              <a:gd name="connsiteX3-265" fmla="*/ 352571 w 638251"/>
              <a:gd name="connsiteY3-266" fmla="*/ 549374 h 595607"/>
              <a:gd name="connsiteX4-267" fmla="*/ 0 w 638251"/>
              <a:gd name="connsiteY4-268" fmla="*/ 595607 h 595607"/>
              <a:gd name="connsiteX0-269" fmla="*/ 9965 w 638251"/>
              <a:gd name="connsiteY0-270" fmla="*/ 0 h 581320"/>
              <a:gd name="connsiteX1-271" fmla="*/ 357332 w 638251"/>
              <a:gd name="connsiteY1-272" fmla="*/ 73125 h 581320"/>
              <a:gd name="connsiteX2-273" fmla="*/ 638249 w 638251"/>
              <a:gd name="connsiteY2-274" fmla="*/ 299307 h 581320"/>
              <a:gd name="connsiteX3-275" fmla="*/ 352571 w 638251"/>
              <a:gd name="connsiteY3-276" fmla="*/ 535087 h 581320"/>
              <a:gd name="connsiteX4-277" fmla="*/ 0 w 638251"/>
              <a:gd name="connsiteY4-278" fmla="*/ 581320 h 581320"/>
              <a:gd name="connsiteX0-279" fmla="*/ 440 w 638251"/>
              <a:gd name="connsiteY0-280" fmla="*/ 0 h 581320"/>
              <a:gd name="connsiteX1-281" fmla="*/ 357332 w 638251"/>
              <a:gd name="connsiteY1-282" fmla="*/ 73125 h 581320"/>
              <a:gd name="connsiteX2-283" fmla="*/ 638249 w 638251"/>
              <a:gd name="connsiteY2-284" fmla="*/ 299307 h 581320"/>
              <a:gd name="connsiteX3-285" fmla="*/ 352571 w 638251"/>
              <a:gd name="connsiteY3-286" fmla="*/ 535087 h 581320"/>
              <a:gd name="connsiteX4-287" fmla="*/ 0 w 638251"/>
              <a:gd name="connsiteY4-288" fmla="*/ 581320 h 581320"/>
              <a:gd name="connsiteX0-289" fmla="*/ 0 w 652098"/>
              <a:gd name="connsiteY0-290" fmla="*/ 0 h 590845"/>
              <a:gd name="connsiteX1-291" fmla="*/ 371179 w 652098"/>
              <a:gd name="connsiteY1-292" fmla="*/ 82650 h 590845"/>
              <a:gd name="connsiteX2-293" fmla="*/ 652096 w 652098"/>
              <a:gd name="connsiteY2-294" fmla="*/ 308832 h 590845"/>
              <a:gd name="connsiteX3-295" fmla="*/ 366418 w 652098"/>
              <a:gd name="connsiteY3-296" fmla="*/ 544612 h 590845"/>
              <a:gd name="connsiteX4-297" fmla="*/ 13847 w 652098"/>
              <a:gd name="connsiteY4-298" fmla="*/ 590845 h 590845"/>
              <a:gd name="connsiteX0-299" fmla="*/ 0 w 656860"/>
              <a:gd name="connsiteY0-300" fmla="*/ 0 h 595608"/>
              <a:gd name="connsiteX1-301" fmla="*/ 375941 w 656860"/>
              <a:gd name="connsiteY1-302" fmla="*/ 87413 h 595608"/>
              <a:gd name="connsiteX2-303" fmla="*/ 656858 w 656860"/>
              <a:gd name="connsiteY2-304" fmla="*/ 313595 h 595608"/>
              <a:gd name="connsiteX3-305" fmla="*/ 371180 w 656860"/>
              <a:gd name="connsiteY3-306" fmla="*/ 549375 h 595608"/>
              <a:gd name="connsiteX4-307" fmla="*/ 18609 w 656860"/>
              <a:gd name="connsiteY4-308" fmla="*/ 595608 h 595608"/>
              <a:gd name="connsiteX0-309" fmla="*/ 0 w 656860"/>
              <a:gd name="connsiteY0-310" fmla="*/ 0 h 586083"/>
              <a:gd name="connsiteX1-311" fmla="*/ 375941 w 656860"/>
              <a:gd name="connsiteY1-312" fmla="*/ 77888 h 586083"/>
              <a:gd name="connsiteX2-313" fmla="*/ 656858 w 656860"/>
              <a:gd name="connsiteY2-314" fmla="*/ 304070 h 586083"/>
              <a:gd name="connsiteX3-315" fmla="*/ 371180 w 656860"/>
              <a:gd name="connsiteY3-316" fmla="*/ 539850 h 586083"/>
              <a:gd name="connsiteX4-317" fmla="*/ 18609 w 656860"/>
              <a:gd name="connsiteY4-318" fmla="*/ 586083 h 586083"/>
              <a:gd name="connsiteX0-319" fmla="*/ 19491 w 638251"/>
              <a:gd name="connsiteY0-320" fmla="*/ 0 h 576558"/>
              <a:gd name="connsiteX1-321" fmla="*/ 357332 w 638251"/>
              <a:gd name="connsiteY1-322" fmla="*/ 68363 h 576558"/>
              <a:gd name="connsiteX2-323" fmla="*/ 638249 w 638251"/>
              <a:gd name="connsiteY2-324" fmla="*/ 294545 h 576558"/>
              <a:gd name="connsiteX3-325" fmla="*/ 352571 w 638251"/>
              <a:gd name="connsiteY3-326" fmla="*/ 530325 h 576558"/>
              <a:gd name="connsiteX4-327" fmla="*/ 0 w 638251"/>
              <a:gd name="connsiteY4-328" fmla="*/ 576558 h 576558"/>
              <a:gd name="connsiteX0-329" fmla="*/ 14729 w 638251"/>
              <a:gd name="connsiteY0-330" fmla="*/ 0 h 586083"/>
              <a:gd name="connsiteX1-331" fmla="*/ 357332 w 638251"/>
              <a:gd name="connsiteY1-332" fmla="*/ 77888 h 586083"/>
              <a:gd name="connsiteX2-333" fmla="*/ 638249 w 638251"/>
              <a:gd name="connsiteY2-334" fmla="*/ 304070 h 586083"/>
              <a:gd name="connsiteX3-335" fmla="*/ 352571 w 638251"/>
              <a:gd name="connsiteY3-336" fmla="*/ 539850 h 586083"/>
              <a:gd name="connsiteX4-337" fmla="*/ 0 w 638251"/>
              <a:gd name="connsiteY4-338" fmla="*/ 586083 h 586083"/>
              <a:gd name="connsiteX0-339" fmla="*/ 0 w 651039"/>
              <a:gd name="connsiteY0-340" fmla="*/ 0 h 592017"/>
              <a:gd name="connsiteX1-341" fmla="*/ 370120 w 651039"/>
              <a:gd name="connsiteY1-342" fmla="*/ 83822 h 592017"/>
              <a:gd name="connsiteX2-343" fmla="*/ 651037 w 651039"/>
              <a:gd name="connsiteY2-344" fmla="*/ 310004 h 592017"/>
              <a:gd name="connsiteX3-345" fmla="*/ 365359 w 651039"/>
              <a:gd name="connsiteY3-346" fmla="*/ 545784 h 592017"/>
              <a:gd name="connsiteX4-347" fmla="*/ 12788 w 651039"/>
              <a:gd name="connsiteY4-348" fmla="*/ 592017 h 5920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07" y="connsiteY4-108"/>
              </a:cxn>
            </a:cxnLst>
            <a:rect l="l" t="t" r="r" b="b"/>
            <a:pathLst>
              <a:path w="651039" h="592017">
                <a:moveTo>
                  <a:pt x="0" y="0"/>
                </a:moveTo>
                <a:cubicBezTo>
                  <a:pt x="62657" y="19331"/>
                  <a:pt x="280488" y="38700"/>
                  <a:pt x="370120" y="83822"/>
                </a:cubicBezTo>
                <a:cubicBezTo>
                  <a:pt x="474040" y="143231"/>
                  <a:pt x="651831" y="233010"/>
                  <a:pt x="651037" y="310004"/>
                </a:cubicBezTo>
                <a:cubicBezTo>
                  <a:pt x="650244" y="386998"/>
                  <a:pt x="470941" y="511482"/>
                  <a:pt x="365359" y="545784"/>
                </a:cubicBezTo>
                <a:cubicBezTo>
                  <a:pt x="321691" y="570562"/>
                  <a:pt x="51706" y="583518"/>
                  <a:pt x="12788" y="592017"/>
                </a:cubicBezTo>
              </a:path>
            </a:pathLst>
          </a:cu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任意多边形 71"/>
          <p:cNvSpPr/>
          <p:nvPr/>
        </p:nvSpPr>
        <p:spPr bwMode="auto">
          <a:xfrm>
            <a:off x="6941629" y="3734858"/>
            <a:ext cx="71439" cy="233469"/>
          </a:xfrm>
          <a:custGeom>
            <a:avLst/>
            <a:gdLst>
              <a:gd name="connsiteX0" fmla="*/ 0 w 71571"/>
              <a:gd name="connsiteY0" fmla="*/ 0 h 223837"/>
              <a:gd name="connsiteX1" fmla="*/ 71438 w 71571"/>
              <a:gd name="connsiteY1" fmla="*/ 119062 h 223837"/>
              <a:gd name="connsiteX2" fmla="*/ 14288 w 71571"/>
              <a:gd name="connsiteY2" fmla="*/ 223837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71" h="223837">
                <a:moveTo>
                  <a:pt x="0" y="0"/>
                </a:moveTo>
                <a:cubicBezTo>
                  <a:pt x="34528" y="40878"/>
                  <a:pt x="69057" y="81756"/>
                  <a:pt x="71438" y="119062"/>
                </a:cubicBezTo>
                <a:cubicBezTo>
                  <a:pt x="73819" y="156368"/>
                  <a:pt x="44053" y="190102"/>
                  <a:pt x="14288" y="223837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Line 25"/>
          <p:cNvSpPr>
            <a:spLocks noChangeShapeType="1"/>
          </p:cNvSpPr>
          <p:nvPr/>
        </p:nvSpPr>
        <p:spPr bwMode="auto">
          <a:xfrm>
            <a:off x="7254626" y="3855457"/>
            <a:ext cx="50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74" name="直接连接符 73"/>
          <p:cNvCxnSpPr/>
          <p:nvPr/>
        </p:nvCxnSpPr>
        <p:spPr bwMode="auto">
          <a:xfrm flipV="1">
            <a:off x="6957352" y="4058910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直接连接符 74"/>
          <p:cNvCxnSpPr/>
          <p:nvPr/>
        </p:nvCxnSpPr>
        <p:spPr bwMode="auto">
          <a:xfrm flipV="1">
            <a:off x="6957352" y="4299447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任意多边形 75"/>
          <p:cNvSpPr/>
          <p:nvPr/>
        </p:nvSpPr>
        <p:spPr bwMode="auto">
          <a:xfrm>
            <a:off x="7111015" y="4061570"/>
            <a:ext cx="169018" cy="237526"/>
          </a:xfrm>
          <a:custGeom>
            <a:avLst/>
            <a:gdLst>
              <a:gd name="connsiteX0" fmla="*/ 138551 w 673487"/>
              <a:gd name="connsiteY0" fmla="*/ 0 h 613855"/>
              <a:gd name="connsiteX1" fmla="*/ 673123 w 673487"/>
              <a:gd name="connsiteY1" fmla="*/ 351693 h 613855"/>
              <a:gd name="connsiteX2" fmla="*/ 68212 w 673487"/>
              <a:gd name="connsiteY2" fmla="*/ 590843 h 613855"/>
              <a:gd name="connsiteX3" fmla="*/ 40077 w 673487"/>
              <a:gd name="connsiteY3" fmla="*/ 590843 h 613855"/>
              <a:gd name="connsiteX0-1" fmla="*/ 54144 w 673131"/>
              <a:gd name="connsiteY0-2" fmla="*/ 0 h 585719"/>
              <a:gd name="connsiteX1-3" fmla="*/ 673123 w 673131"/>
              <a:gd name="connsiteY1-4" fmla="*/ 323557 h 585719"/>
              <a:gd name="connsiteX2-5" fmla="*/ 68212 w 673131"/>
              <a:gd name="connsiteY2-6" fmla="*/ 562707 h 585719"/>
              <a:gd name="connsiteX3-7" fmla="*/ 40077 w 673131"/>
              <a:gd name="connsiteY3-8" fmla="*/ 562707 h 585719"/>
              <a:gd name="connsiteX0-9" fmla="*/ 54144 w 673131"/>
              <a:gd name="connsiteY0-10" fmla="*/ 0 h 627922"/>
              <a:gd name="connsiteX1-11" fmla="*/ 673123 w 673131"/>
              <a:gd name="connsiteY1-12" fmla="*/ 365760 h 627922"/>
              <a:gd name="connsiteX2-13" fmla="*/ 68212 w 673131"/>
              <a:gd name="connsiteY2-14" fmla="*/ 604910 h 627922"/>
              <a:gd name="connsiteX3-15" fmla="*/ 40077 w 673131"/>
              <a:gd name="connsiteY3-16" fmla="*/ 604910 h 627922"/>
              <a:gd name="connsiteX0-17" fmla="*/ 40077 w 673155"/>
              <a:gd name="connsiteY0-18" fmla="*/ 0 h 613855"/>
              <a:gd name="connsiteX1-19" fmla="*/ 673123 w 673155"/>
              <a:gd name="connsiteY1-20" fmla="*/ 351693 h 613855"/>
              <a:gd name="connsiteX2-21" fmla="*/ 68212 w 673155"/>
              <a:gd name="connsiteY2-22" fmla="*/ 590843 h 613855"/>
              <a:gd name="connsiteX3-23" fmla="*/ 40077 w 673155"/>
              <a:gd name="connsiteY3-24" fmla="*/ 590843 h 613855"/>
              <a:gd name="connsiteX0-25" fmla="*/ 0 w 633078"/>
              <a:gd name="connsiteY0-26" fmla="*/ 0 h 590843"/>
              <a:gd name="connsiteX1-27" fmla="*/ 633046 w 633078"/>
              <a:gd name="connsiteY1-28" fmla="*/ 351693 h 590843"/>
              <a:gd name="connsiteX2-29" fmla="*/ 28135 w 633078"/>
              <a:gd name="connsiteY2-30" fmla="*/ 590843 h 590843"/>
              <a:gd name="connsiteX0-31" fmla="*/ 0 w 633049"/>
              <a:gd name="connsiteY0-32" fmla="*/ 0 h 581318"/>
              <a:gd name="connsiteX1-33" fmla="*/ 633046 w 633049"/>
              <a:gd name="connsiteY1-34" fmla="*/ 351693 h 581318"/>
              <a:gd name="connsiteX2-35" fmla="*/ 9085 w 633049"/>
              <a:gd name="connsiteY2-36" fmla="*/ 581318 h 581318"/>
              <a:gd name="connsiteX0-37" fmla="*/ 440 w 633486"/>
              <a:gd name="connsiteY0-38" fmla="*/ 0 h 586081"/>
              <a:gd name="connsiteX1-39" fmla="*/ 633486 w 633486"/>
              <a:gd name="connsiteY1-40" fmla="*/ 351693 h 586081"/>
              <a:gd name="connsiteX2-41" fmla="*/ 0 w 633486"/>
              <a:gd name="connsiteY2-42" fmla="*/ 586081 h 586081"/>
              <a:gd name="connsiteX0-43" fmla="*/ 440 w 633486"/>
              <a:gd name="connsiteY0-44" fmla="*/ 0 h 586128"/>
              <a:gd name="connsiteX1-45" fmla="*/ 633486 w 633486"/>
              <a:gd name="connsiteY1-46" fmla="*/ 351693 h 586128"/>
              <a:gd name="connsiteX2-47" fmla="*/ 0 w 633486"/>
              <a:gd name="connsiteY2-48" fmla="*/ 586081 h 586128"/>
              <a:gd name="connsiteX0-49" fmla="*/ 9965 w 633491"/>
              <a:gd name="connsiteY0-50" fmla="*/ 0 h 590891"/>
              <a:gd name="connsiteX1-51" fmla="*/ 633486 w 633491"/>
              <a:gd name="connsiteY1-52" fmla="*/ 356456 h 590891"/>
              <a:gd name="connsiteX2-53" fmla="*/ 0 w 633491"/>
              <a:gd name="connsiteY2-54" fmla="*/ 590844 h 590891"/>
              <a:gd name="connsiteX0-55" fmla="*/ 9965 w 633492"/>
              <a:gd name="connsiteY0-56" fmla="*/ 0 h 590891"/>
              <a:gd name="connsiteX1-57" fmla="*/ 633486 w 633492"/>
              <a:gd name="connsiteY1-58" fmla="*/ 356456 h 590891"/>
              <a:gd name="connsiteX2-59" fmla="*/ 0 w 633492"/>
              <a:gd name="connsiteY2-60" fmla="*/ 590844 h 590891"/>
              <a:gd name="connsiteX0-61" fmla="*/ 9965 w 633493"/>
              <a:gd name="connsiteY0-62" fmla="*/ 0 h 590891"/>
              <a:gd name="connsiteX1-63" fmla="*/ 633486 w 633493"/>
              <a:gd name="connsiteY1-64" fmla="*/ 356456 h 590891"/>
              <a:gd name="connsiteX2-65" fmla="*/ 0 w 633493"/>
              <a:gd name="connsiteY2-66" fmla="*/ 590844 h 590891"/>
              <a:gd name="connsiteX0-67" fmla="*/ 9965 w 638201"/>
              <a:gd name="connsiteY0-68" fmla="*/ 0 h 590844"/>
              <a:gd name="connsiteX1-69" fmla="*/ 633486 w 638201"/>
              <a:gd name="connsiteY1-70" fmla="*/ 356456 h 590844"/>
              <a:gd name="connsiteX2-71" fmla="*/ 281134 w 638201"/>
              <a:gd name="connsiteY2-72" fmla="*/ 535086 h 590844"/>
              <a:gd name="connsiteX3-73" fmla="*/ 0 w 638201"/>
              <a:gd name="connsiteY3-74" fmla="*/ 590844 h 590844"/>
              <a:gd name="connsiteX0-75" fmla="*/ 9965 w 638800"/>
              <a:gd name="connsiteY0-76" fmla="*/ 0 h 590844"/>
              <a:gd name="connsiteX1-77" fmla="*/ 633486 w 638800"/>
              <a:gd name="connsiteY1-78" fmla="*/ 356456 h 590844"/>
              <a:gd name="connsiteX2-79" fmla="*/ 281134 w 638800"/>
              <a:gd name="connsiteY2-80" fmla="*/ 535086 h 590844"/>
              <a:gd name="connsiteX3-81" fmla="*/ 0 w 638800"/>
              <a:gd name="connsiteY3-82" fmla="*/ 590844 h 590844"/>
              <a:gd name="connsiteX0-83" fmla="*/ 9965 w 640456"/>
              <a:gd name="connsiteY0-84" fmla="*/ 0 h 590844"/>
              <a:gd name="connsiteX1-85" fmla="*/ 633486 w 640456"/>
              <a:gd name="connsiteY1-86" fmla="*/ 356456 h 590844"/>
              <a:gd name="connsiteX2-87" fmla="*/ 309709 w 640456"/>
              <a:gd name="connsiteY2-88" fmla="*/ 558898 h 590844"/>
              <a:gd name="connsiteX3-89" fmla="*/ 0 w 640456"/>
              <a:gd name="connsiteY3-90" fmla="*/ 590844 h 590844"/>
              <a:gd name="connsiteX0-91" fmla="*/ 9965 w 634445"/>
              <a:gd name="connsiteY0-92" fmla="*/ 0 h 590844"/>
              <a:gd name="connsiteX1-93" fmla="*/ 395433 w 634445"/>
              <a:gd name="connsiteY1-94" fmla="*/ 101699 h 590844"/>
              <a:gd name="connsiteX2-95" fmla="*/ 633486 w 634445"/>
              <a:gd name="connsiteY2-96" fmla="*/ 356456 h 590844"/>
              <a:gd name="connsiteX3-97" fmla="*/ 309709 w 634445"/>
              <a:gd name="connsiteY3-98" fmla="*/ 558898 h 590844"/>
              <a:gd name="connsiteX4" fmla="*/ 0 w 634445"/>
              <a:gd name="connsiteY4" fmla="*/ 590844 h 590844"/>
              <a:gd name="connsiteX0-99" fmla="*/ 9965 w 634113"/>
              <a:gd name="connsiteY0-100" fmla="*/ 0 h 590844"/>
              <a:gd name="connsiteX1-101" fmla="*/ 381145 w 634113"/>
              <a:gd name="connsiteY1-102" fmla="*/ 68362 h 590844"/>
              <a:gd name="connsiteX2-103" fmla="*/ 633486 w 634113"/>
              <a:gd name="connsiteY2-104" fmla="*/ 356456 h 590844"/>
              <a:gd name="connsiteX3-105" fmla="*/ 309709 w 634113"/>
              <a:gd name="connsiteY3-106" fmla="*/ 558898 h 590844"/>
              <a:gd name="connsiteX4-107" fmla="*/ 0 w 634113"/>
              <a:gd name="connsiteY4-108" fmla="*/ 590844 h 590844"/>
              <a:gd name="connsiteX0-109" fmla="*/ 9965 w 634113"/>
              <a:gd name="connsiteY0-110" fmla="*/ 0 h 590844"/>
              <a:gd name="connsiteX1-111" fmla="*/ 381145 w 634113"/>
              <a:gd name="connsiteY1-112" fmla="*/ 92174 h 590844"/>
              <a:gd name="connsiteX2-113" fmla="*/ 633486 w 634113"/>
              <a:gd name="connsiteY2-114" fmla="*/ 356456 h 590844"/>
              <a:gd name="connsiteX3-115" fmla="*/ 309709 w 634113"/>
              <a:gd name="connsiteY3-116" fmla="*/ 558898 h 590844"/>
              <a:gd name="connsiteX4-117" fmla="*/ 0 w 634113"/>
              <a:gd name="connsiteY4-118" fmla="*/ 590844 h 590844"/>
              <a:gd name="connsiteX0-119" fmla="*/ 9965 w 633964"/>
              <a:gd name="connsiteY0-120" fmla="*/ 0 h 593863"/>
              <a:gd name="connsiteX1-121" fmla="*/ 381145 w 633964"/>
              <a:gd name="connsiteY1-122" fmla="*/ 92174 h 593863"/>
              <a:gd name="connsiteX2-123" fmla="*/ 633486 w 633964"/>
              <a:gd name="connsiteY2-124" fmla="*/ 356456 h 593863"/>
              <a:gd name="connsiteX3-125" fmla="*/ 319234 w 633964"/>
              <a:gd name="connsiteY3-126" fmla="*/ 573186 h 593863"/>
              <a:gd name="connsiteX4-127" fmla="*/ 0 w 633964"/>
              <a:gd name="connsiteY4-128" fmla="*/ 590844 h 593863"/>
              <a:gd name="connsiteX0-129" fmla="*/ 9965 w 633964"/>
              <a:gd name="connsiteY0-130" fmla="*/ 0 h 593863"/>
              <a:gd name="connsiteX1-131" fmla="*/ 381145 w 633964"/>
              <a:gd name="connsiteY1-132" fmla="*/ 92174 h 593863"/>
              <a:gd name="connsiteX2-133" fmla="*/ 633486 w 633964"/>
              <a:gd name="connsiteY2-134" fmla="*/ 356456 h 593863"/>
              <a:gd name="connsiteX3-135" fmla="*/ 319234 w 633964"/>
              <a:gd name="connsiteY3-136" fmla="*/ 573186 h 593863"/>
              <a:gd name="connsiteX4-137" fmla="*/ 0 w 633964"/>
              <a:gd name="connsiteY4-138" fmla="*/ 590844 h 593863"/>
              <a:gd name="connsiteX0-139" fmla="*/ 9965 w 633964"/>
              <a:gd name="connsiteY0-140" fmla="*/ 0 h 590844"/>
              <a:gd name="connsiteX1-141" fmla="*/ 381145 w 633964"/>
              <a:gd name="connsiteY1-142" fmla="*/ 92174 h 590844"/>
              <a:gd name="connsiteX2-143" fmla="*/ 633486 w 633964"/>
              <a:gd name="connsiteY2-144" fmla="*/ 356456 h 590844"/>
              <a:gd name="connsiteX3-145" fmla="*/ 319234 w 633964"/>
              <a:gd name="connsiteY3-146" fmla="*/ 573186 h 590844"/>
              <a:gd name="connsiteX4-147" fmla="*/ 0 w 633964"/>
              <a:gd name="connsiteY4-148" fmla="*/ 590844 h 590844"/>
              <a:gd name="connsiteX0-149" fmla="*/ 9965 w 633964"/>
              <a:gd name="connsiteY0-150" fmla="*/ 0 h 590844"/>
              <a:gd name="connsiteX1-151" fmla="*/ 381145 w 633964"/>
              <a:gd name="connsiteY1-152" fmla="*/ 92174 h 590844"/>
              <a:gd name="connsiteX2-153" fmla="*/ 633486 w 633964"/>
              <a:gd name="connsiteY2-154" fmla="*/ 356456 h 590844"/>
              <a:gd name="connsiteX3-155" fmla="*/ 319234 w 633964"/>
              <a:gd name="connsiteY3-156" fmla="*/ 573186 h 590844"/>
              <a:gd name="connsiteX4-157" fmla="*/ 0 w 633964"/>
              <a:gd name="connsiteY4-158" fmla="*/ 590844 h 590844"/>
              <a:gd name="connsiteX0-159" fmla="*/ 9965 w 633594"/>
              <a:gd name="connsiteY0-160" fmla="*/ 0 h 590844"/>
              <a:gd name="connsiteX1-161" fmla="*/ 381145 w 633594"/>
              <a:gd name="connsiteY1-162" fmla="*/ 92174 h 590844"/>
              <a:gd name="connsiteX2-163" fmla="*/ 633486 w 633594"/>
              <a:gd name="connsiteY2-164" fmla="*/ 356456 h 590844"/>
              <a:gd name="connsiteX3-165" fmla="*/ 352571 w 633594"/>
              <a:gd name="connsiteY3-166" fmla="*/ 544611 h 590844"/>
              <a:gd name="connsiteX4-167" fmla="*/ 0 w 633594"/>
              <a:gd name="connsiteY4-168" fmla="*/ 590844 h 590844"/>
              <a:gd name="connsiteX0-169" fmla="*/ 9965 w 633594"/>
              <a:gd name="connsiteY0-170" fmla="*/ 0 h 590844"/>
              <a:gd name="connsiteX1-171" fmla="*/ 381145 w 633594"/>
              <a:gd name="connsiteY1-172" fmla="*/ 92174 h 590844"/>
              <a:gd name="connsiteX2-173" fmla="*/ 633486 w 633594"/>
              <a:gd name="connsiteY2-174" fmla="*/ 356456 h 590844"/>
              <a:gd name="connsiteX3-175" fmla="*/ 352571 w 633594"/>
              <a:gd name="connsiteY3-176" fmla="*/ 544611 h 590844"/>
              <a:gd name="connsiteX4-177" fmla="*/ 0 w 633594"/>
              <a:gd name="connsiteY4-178" fmla="*/ 590844 h 590844"/>
              <a:gd name="connsiteX0-179" fmla="*/ 9965 w 633594"/>
              <a:gd name="connsiteY0-180" fmla="*/ 0 h 590844"/>
              <a:gd name="connsiteX1-181" fmla="*/ 381145 w 633594"/>
              <a:gd name="connsiteY1-182" fmla="*/ 92174 h 590844"/>
              <a:gd name="connsiteX2-183" fmla="*/ 633486 w 633594"/>
              <a:gd name="connsiteY2-184" fmla="*/ 356456 h 590844"/>
              <a:gd name="connsiteX3-185" fmla="*/ 352571 w 633594"/>
              <a:gd name="connsiteY3-186" fmla="*/ 544611 h 590844"/>
              <a:gd name="connsiteX4-187" fmla="*/ 0 w 633594"/>
              <a:gd name="connsiteY4-188" fmla="*/ 590844 h 590844"/>
              <a:gd name="connsiteX0-189" fmla="*/ 9965 w 633594"/>
              <a:gd name="connsiteY0-190" fmla="*/ 0 h 590844"/>
              <a:gd name="connsiteX1-191" fmla="*/ 381145 w 633594"/>
              <a:gd name="connsiteY1-192" fmla="*/ 125512 h 590844"/>
              <a:gd name="connsiteX2-193" fmla="*/ 633486 w 633594"/>
              <a:gd name="connsiteY2-194" fmla="*/ 356456 h 590844"/>
              <a:gd name="connsiteX3-195" fmla="*/ 352571 w 633594"/>
              <a:gd name="connsiteY3-196" fmla="*/ 544611 h 590844"/>
              <a:gd name="connsiteX4-197" fmla="*/ 0 w 633594"/>
              <a:gd name="connsiteY4-198" fmla="*/ 590844 h 590844"/>
              <a:gd name="connsiteX0-199" fmla="*/ 9965 w 633687"/>
              <a:gd name="connsiteY0-200" fmla="*/ 0 h 590844"/>
              <a:gd name="connsiteX1-201" fmla="*/ 390670 w 633687"/>
              <a:gd name="connsiteY1-202" fmla="*/ 101699 h 590844"/>
              <a:gd name="connsiteX2-203" fmla="*/ 633486 w 633687"/>
              <a:gd name="connsiteY2-204" fmla="*/ 356456 h 590844"/>
              <a:gd name="connsiteX3-205" fmla="*/ 352571 w 633687"/>
              <a:gd name="connsiteY3-206" fmla="*/ 544611 h 590844"/>
              <a:gd name="connsiteX4-207" fmla="*/ 0 w 633687"/>
              <a:gd name="connsiteY4-208" fmla="*/ 590844 h 590844"/>
              <a:gd name="connsiteX0-209" fmla="*/ 9965 w 633687"/>
              <a:gd name="connsiteY0-210" fmla="*/ 0 h 590844"/>
              <a:gd name="connsiteX1-211" fmla="*/ 390670 w 633687"/>
              <a:gd name="connsiteY1-212" fmla="*/ 101699 h 590844"/>
              <a:gd name="connsiteX2-213" fmla="*/ 633486 w 633687"/>
              <a:gd name="connsiteY2-214" fmla="*/ 356456 h 590844"/>
              <a:gd name="connsiteX3-215" fmla="*/ 352571 w 633687"/>
              <a:gd name="connsiteY3-216" fmla="*/ 544611 h 590844"/>
              <a:gd name="connsiteX4-217" fmla="*/ 0 w 633687"/>
              <a:gd name="connsiteY4-218" fmla="*/ 590844 h 590844"/>
              <a:gd name="connsiteX0-219" fmla="*/ 9965 w 633687"/>
              <a:gd name="connsiteY0-220" fmla="*/ 0 h 590844"/>
              <a:gd name="connsiteX1-221" fmla="*/ 390670 w 633687"/>
              <a:gd name="connsiteY1-222" fmla="*/ 101699 h 590844"/>
              <a:gd name="connsiteX2-223" fmla="*/ 633486 w 633687"/>
              <a:gd name="connsiteY2-224" fmla="*/ 356456 h 590844"/>
              <a:gd name="connsiteX3-225" fmla="*/ 352571 w 633687"/>
              <a:gd name="connsiteY3-226" fmla="*/ 544611 h 590844"/>
              <a:gd name="connsiteX4-227" fmla="*/ 0 w 633687"/>
              <a:gd name="connsiteY4-228" fmla="*/ 590844 h 590844"/>
              <a:gd name="connsiteX0-229" fmla="*/ 9965 w 633488"/>
              <a:gd name="connsiteY0-230" fmla="*/ 0 h 590844"/>
              <a:gd name="connsiteX1-231" fmla="*/ 357332 w 633488"/>
              <a:gd name="connsiteY1-232" fmla="*/ 82649 h 590844"/>
              <a:gd name="connsiteX2-233" fmla="*/ 633486 w 633488"/>
              <a:gd name="connsiteY2-234" fmla="*/ 356456 h 590844"/>
              <a:gd name="connsiteX3-235" fmla="*/ 352571 w 633488"/>
              <a:gd name="connsiteY3-236" fmla="*/ 544611 h 590844"/>
              <a:gd name="connsiteX4-237" fmla="*/ 0 w 633488"/>
              <a:gd name="connsiteY4-238" fmla="*/ 590844 h 590844"/>
              <a:gd name="connsiteX0-239" fmla="*/ 9965 w 614439"/>
              <a:gd name="connsiteY0-240" fmla="*/ 0 h 590844"/>
              <a:gd name="connsiteX1-241" fmla="*/ 357332 w 614439"/>
              <a:gd name="connsiteY1-242" fmla="*/ 82649 h 590844"/>
              <a:gd name="connsiteX2-243" fmla="*/ 614436 w 614439"/>
              <a:gd name="connsiteY2-244" fmla="*/ 270731 h 590844"/>
              <a:gd name="connsiteX3-245" fmla="*/ 352571 w 614439"/>
              <a:gd name="connsiteY3-246" fmla="*/ 544611 h 590844"/>
              <a:gd name="connsiteX4-247" fmla="*/ 0 w 614439"/>
              <a:gd name="connsiteY4-248" fmla="*/ 590844 h 590844"/>
              <a:gd name="connsiteX0-249" fmla="*/ 9965 w 638251"/>
              <a:gd name="connsiteY0-250" fmla="*/ 0 h 590844"/>
              <a:gd name="connsiteX1-251" fmla="*/ 357332 w 638251"/>
              <a:gd name="connsiteY1-252" fmla="*/ 82649 h 590844"/>
              <a:gd name="connsiteX2-253" fmla="*/ 638249 w 638251"/>
              <a:gd name="connsiteY2-254" fmla="*/ 308831 h 590844"/>
              <a:gd name="connsiteX3-255" fmla="*/ 352571 w 638251"/>
              <a:gd name="connsiteY3-256" fmla="*/ 544611 h 590844"/>
              <a:gd name="connsiteX4-257" fmla="*/ 0 w 638251"/>
              <a:gd name="connsiteY4-258" fmla="*/ 590844 h 590844"/>
              <a:gd name="connsiteX0-259" fmla="*/ 9965 w 638251"/>
              <a:gd name="connsiteY0-260" fmla="*/ 0 h 595607"/>
              <a:gd name="connsiteX1-261" fmla="*/ 357332 w 638251"/>
              <a:gd name="connsiteY1-262" fmla="*/ 87412 h 595607"/>
              <a:gd name="connsiteX2-263" fmla="*/ 638249 w 638251"/>
              <a:gd name="connsiteY2-264" fmla="*/ 313594 h 595607"/>
              <a:gd name="connsiteX3-265" fmla="*/ 352571 w 638251"/>
              <a:gd name="connsiteY3-266" fmla="*/ 549374 h 595607"/>
              <a:gd name="connsiteX4-267" fmla="*/ 0 w 638251"/>
              <a:gd name="connsiteY4-268" fmla="*/ 595607 h 595607"/>
              <a:gd name="connsiteX0-269" fmla="*/ 9965 w 638251"/>
              <a:gd name="connsiteY0-270" fmla="*/ 0 h 581320"/>
              <a:gd name="connsiteX1-271" fmla="*/ 357332 w 638251"/>
              <a:gd name="connsiteY1-272" fmla="*/ 73125 h 581320"/>
              <a:gd name="connsiteX2-273" fmla="*/ 638249 w 638251"/>
              <a:gd name="connsiteY2-274" fmla="*/ 299307 h 581320"/>
              <a:gd name="connsiteX3-275" fmla="*/ 352571 w 638251"/>
              <a:gd name="connsiteY3-276" fmla="*/ 535087 h 581320"/>
              <a:gd name="connsiteX4-277" fmla="*/ 0 w 638251"/>
              <a:gd name="connsiteY4-278" fmla="*/ 581320 h 581320"/>
              <a:gd name="connsiteX0-279" fmla="*/ 440 w 638251"/>
              <a:gd name="connsiteY0-280" fmla="*/ 0 h 581320"/>
              <a:gd name="connsiteX1-281" fmla="*/ 357332 w 638251"/>
              <a:gd name="connsiteY1-282" fmla="*/ 73125 h 581320"/>
              <a:gd name="connsiteX2-283" fmla="*/ 638249 w 638251"/>
              <a:gd name="connsiteY2-284" fmla="*/ 299307 h 581320"/>
              <a:gd name="connsiteX3-285" fmla="*/ 352571 w 638251"/>
              <a:gd name="connsiteY3-286" fmla="*/ 535087 h 581320"/>
              <a:gd name="connsiteX4-287" fmla="*/ 0 w 638251"/>
              <a:gd name="connsiteY4-288" fmla="*/ 581320 h 581320"/>
              <a:gd name="connsiteX0-289" fmla="*/ 0 w 652098"/>
              <a:gd name="connsiteY0-290" fmla="*/ 0 h 590845"/>
              <a:gd name="connsiteX1-291" fmla="*/ 371179 w 652098"/>
              <a:gd name="connsiteY1-292" fmla="*/ 82650 h 590845"/>
              <a:gd name="connsiteX2-293" fmla="*/ 652096 w 652098"/>
              <a:gd name="connsiteY2-294" fmla="*/ 308832 h 590845"/>
              <a:gd name="connsiteX3-295" fmla="*/ 366418 w 652098"/>
              <a:gd name="connsiteY3-296" fmla="*/ 544612 h 590845"/>
              <a:gd name="connsiteX4-297" fmla="*/ 13847 w 652098"/>
              <a:gd name="connsiteY4-298" fmla="*/ 590845 h 590845"/>
              <a:gd name="connsiteX0-299" fmla="*/ 0 w 656860"/>
              <a:gd name="connsiteY0-300" fmla="*/ 0 h 595608"/>
              <a:gd name="connsiteX1-301" fmla="*/ 375941 w 656860"/>
              <a:gd name="connsiteY1-302" fmla="*/ 87413 h 595608"/>
              <a:gd name="connsiteX2-303" fmla="*/ 656858 w 656860"/>
              <a:gd name="connsiteY2-304" fmla="*/ 313595 h 595608"/>
              <a:gd name="connsiteX3-305" fmla="*/ 371180 w 656860"/>
              <a:gd name="connsiteY3-306" fmla="*/ 549375 h 595608"/>
              <a:gd name="connsiteX4-307" fmla="*/ 18609 w 656860"/>
              <a:gd name="connsiteY4-308" fmla="*/ 595608 h 595608"/>
              <a:gd name="connsiteX0-309" fmla="*/ 0 w 656860"/>
              <a:gd name="connsiteY0-310" fmla="*/ 0 h 586083"/>
              <a:gd name="connsiteX1-311" fmla="*/ 375941 w 656860"/>
              <a:gd name="connsiteY1-312" fmla="*/ 77888 h 586083"/>
              <a:gd name="connsiteX2-313" fmla="*/ 656858 w 656860"/>
              <a:gd name="connsiteY2-314" fmla="*/ 304070 h 586083"/>
              <a:gd name="connsiteX3-315" fmla="*/ 371180 w 656860"/>
              <a:gd name="connsiteY3-316" fmla="*/ 539850 h 586083"/>
              <a:gd name="connsiteX4-317" fmla="*/ 18609 w 656860"/>
              <a:gd name="connsiteY4-318" fmla="*/ 586083 h 586083"/>
              <a:gd name="connsiteX0-319" fmla="*/ 19491 w 638251"/>
              <a:gd name="connsiteY0-320" fmla="*/ 0 h 576558"/>
              <a:gd name="connsiteX1-321" fmla="*/ 357332 w 638251"/>
              <a:gd name="connsiteY1-322" fmla="*/ 68363 h 576558"/>
              <a:gd name="connsiteX2-323" fmla="*/ 638249 w 638251"/>
              <a:gd name="connsiteY2-324" fmla="*/ 294545 h 576558"/>
              <a:gd name="connsiteX3-325" fmla="*/ 352571 w 638251"/>
              <a:gd name="connsiteY3-326" fmla="*/ 530325 h 576558"/>
              <a:gd name="connsiteX4-327" fmla="*/ 0 w 638251"/>
              <a:gd name="connsiteY4-328" fmla="*/ 576558 h 576558"/>
              <a:gd name="connsiteX0-329" fmla="*/ 14729 w 638251"/>
              <a:gd name="connsiteY0-330" fmla="*/ 0 h 586083"/>
              <a:gd name="connsiteX1-331" fmla="*/ 357332 w 638251"/>
              <a:gd name="connsiteY1-332" fmla="*/ 77888 h 586083"/>
              <a:gd name="connsiteX2-333" fmla="*/ 638249 w 638251"/>
              <a:gd name="connsiteY2-334" fmla="*/ 304070 h 586083"/>
              <a:gd name="connsiteX3-335" fmla="*/ 352571 w 638251"/>
              <a:gd name="connsiteY3-336" fmla="*/ 539850 h 586083"/>
              <a:gd name="connsiteX4-337" fmla="*/ 0 w 638251"/>
              <a:gd name="connsiteY4-338" fmla="*/ 586083 h 586083"/>
              <a:gd name="connsiteX0-339" fmla="*/ 0 w 651039"/>
              <a:gd name="connsiteY0-340" fmla="*/ 0 h 592017"/>
              <a:gd name="connsiteX1-341" fmla="*/ 370120 w 651039"/>
              <a:gd name="connsiteY1-342" fmla="*/ 83822 h 592017"/>
              <a:gd name="connsiteX2-343" fmla="*/ 651037 w 651039"/>
              <a:gd name="connsiteY2-344" fmla="*/ 310004 h 592017"/>
              <a:gd name="connsiteX3-345" fmla="*/ 365359 w 651039"/>
              <a:gd name="connsiteY3-346" fmla="*/ 545784 h 592017"/>
              <a:gd name="connsiteX4-347" fmla="*/ 12788 w 651039"/>
              <a:gd name="connsiteY4-348" fmla="*/ 592017 h 5920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07" y="connsiteY4-108"/>
              </a:cxn>
            </a:cxnLst>
            <a:rect l="l" t="t" r="r" b="b"/>
            <a:pathLst>
              <a:path w="651039" h="592017">
                <a:moveTo>
                  <a:pt x="0" y="0"/>
                </a:moveTo>
                <a:cubicBezTo>
                  <a:pt x="62657" y="19331"/>
                  <a:pt x="280488" y="38700"/>
                  <a:pt x="370120" y="83822"/>
                </a:cubicBezTo>
                <a:cubicBezTo>
                  <a:pt x="474040" y="143231"/>
                  <a:pt x="651831" y="233010"/>
                  <a:pt x="651037" y="310004"/>
                </a:cubicBezTo>
                <a:cubicBezTo>
                  <a:pt x="650244" y="386998"/>
                  <a:pt x="470941" y="511482"/>
                  <a:pt x="365359" y="545784"/>
                </a:cubicBezTo>
                <a:cubicBezTo>
                  <a:pt x="321691" y="570562"/>
                  <a:pt x="51706" y="583518"/>
                  <a:pt x="12788" y="592017"/>
                </a:cubicBezTo>
              </a:path>
            </a:pathLst>
          </a:cu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" name="任意多边形 76"/>
          <p:cNvSpPr/>
          <p:nvPr/>
        </p:nvSpPr>
        <p:spPr bwMode="auto">
          <a:xfrm>
            <a:off x="6941629" y="4059767"/>
            <a:ext cx="71439" cy="233469"/>
          </a:xfrm>
          <a:custGeom>
            <a:avLst/>
            <a:gdLst>
              <a:gd name="connsiteX0" fmla="*/ 0 w 71571"/>
              <a:gd name="connsiteY0" fmla="*/ 0 h 223837"/>
              <a:gd name="connsiteX1" fmla="*/ 71438 w 71571"/>
              <a:gd name="connsiteY1" fmla="*/ 119062 h 223837"/>
              <a:gd name="connsiteX2" fmla="*/ 14288 w 71571"/>
              <a:gd name="connsiteY2" fmla="*/ 223837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71" h="223837">
                <a:moveTo>
                  <a:pt x="0" y="0"/>
                </a:moveTo>
                <a:cubicBezTo>
                  <a:pt x="34528" y="40878"/>
                  <a:pt x="69057" y="81756"/>
                  <a:pt x="71438" y="119062"/>
                </a:cubicBezTo>
                <a:cubicBezTo>
                  <a:pt x="73819" y="156368"/>
                  <a:pt x="44053" y="190102"/>
                  <a:pt x="14288" y="223837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" name="Line 25"/>
          <p:cNvSpPr>
            <a:spLocks noChangeShapeType="1"/>
          </p:cNvSpPr>
          <p:nvPr/>
        </p:nvSpPr>
        <p:spPr bwMode="auto">
          <a:xfrm>
            <a:off x="7264150" y="4186226"/>
            <a:ext cx="50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79" name="直接连接符 78"/>
          <p:cNvCxnSpPr/>
          <p:nvPr/>
        </p:nvCxnSpPr>
        <p:spPr bwMode="auto">
          <a:xfrm flipV="1">
            <a:off x="6957352" y="4378072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直接连接符 79"/>
          <p:cNvCxnSpPr/>
          <p:nvPr/>
        </p:nvCxnSpPr>
        <p:spPr bwMode="auto">
          <a:xfrm flipV="1">
            <a:off x="6957352" y="4612749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任意多边形 80"/>
          <p:cNvSpPr/>
          <p:nvPr/>
        </p:nvSpPr>
        <p:spPr bwMode="auto">
          <a:xfrm>
            <a:off x="7111015" y="4374872"/>
            <a:ext cx="169018" cy="237526"/>
          </a:xfrm>
          <a:custGeom>
            <a:avLst/>
            <a:gdLst>
              <a:gd name="connsiteX0" fmla="*/ 138551 w 673487"/>
              <a:gd name="connsiteY0" fmla="*/ 0 h 613855"/>
              <a:gd name="connsiteX1" fmla="*/ 673123 w 673487"/>
              <a:gd name="connsiteY1" fmla="*/ 351693 h 613855"/>
              <a:gd name="connsiteX2" fmla="*/ 68212 w 673487"/>
              <a:gd name="connsiteY2" fmla="*/ 590843 h 613855"/>
              <a:gd name="connsiteX3" fmla="*/ 40077 w 673487"/>
              <a:gd name="connsiteY3" fmla="*/ 590843 h 613855"/>
              <a:gd name="connsiteX0-1" fmla="*/ 54144 w 673131"/>
              <a:gd name="connsiteY0-2" fmla="*/ 0 h 585719"/>
              <a:gd name="connsiteX1-3" fmla="*/ 673123 w 673131"/>
              <a:gd name="connsiteY1-4" fmla="*/ 323557 h 585719"/>
              <a:gd name="connsiteX2-5" fmla="*/ 68212 w 673131"/>
              <a:gd name="connsiteY2-6" fmla="*/ 562707 h 585719"/>
              <a:gd name="connsiteX3-7" fmla="*/ 40077 w 673131"/>
              <a:gd name="connsiteY3-8" fmla="*/ 562707 h 585719"/>
              <a:gd name="connsiteX0-9" fmla="*/ 54144 w 673131"/>
              <a:gd name="connsiteY0-10" fmla="*/ 0 h 627922"/>
              <a:gd name="connsiteX1-11" fmla="*/ 673123 w 673131"/>
              <a:gd name="connsiteY1-12" fmla="*/ 365760 h 627922"/>
              <a:gd name="connsiteX2-13" fmla="*/ 68212 w 673131"/>
              <a:gd name="connsiteY2-14" fmla="*/ 604910 h 627922"/>
              <a:gd name="connsiteX3-15" fmla="*/ 40077 w 673131"/>
              <a:gd name="connsiteY3-16" fmla="*/ 604910 h 627922"/>
              <a:gd name="connsiteX0-17" fmla="*/ 40077 w 673155"/>
              <a:gd name="connsiteY0-18" fmla="*/ 0 h 613855"/>
              <a:gd name="connsiteX1-19" fmla="*/ 673123 w 673155"/>
              <a:gd name="connsiteY1-20" fmla="*/ 351693 h 613855"/>
              <a:gd name="connsiteX2-21" fmla="*/ 68212 w 673155"/>
              <a:gd name="connsiteY2-22" fmla="*/ 590843 h 613855"/>
              <a:gd name="connsiteX3-23" fmla="*/ 40077 w 673155"/>
              <a:gd name="connsiteY3-24" fmla="*/ 590843 h 613855"/>
              <a:gd name="connsiteX0-25" fmla="*/ 0 w 633078"/>
              <a:gd name="connsiteY0-26" fmla="*/ 0 h 590843"/>
              <a:gd name="connsiteX1-27" fmla="*/ 633046 w 633078"/>
              <a:gd name="connsiteY1-28" fmla="*/ 351693 h 590843"/>
              <a:gd name="connsiteX2-29" fmla="*/ 28135 w 633078"/>
              <a:gd name="connsiteY2-30" fmla="*/ 590843 h 590843"/>
              <a:gd name="connsiteX0-31" fmla="*/ 0 w 633049"/>
              <a:gd name="connsiteY0-32" fmla="*/ 0 h 581318"/>
              <a:gd name="connsiteX1-33" fmla="*/ 633046 w 633049"/>
              <a:gd name="connsiteY1-34" fmla="*/ 351693 h 581318"/>
              <a:gd name="connsiteX2-35" fmla="*/ 9085 w 633049"/>
              <a:gd name="connsiteY2-36" fmla="*/ 581318 h 581318"/>
              <a:gd name="connsiteX0-37" fmla="*/ 440 w 633486"/>
              <a:gd name="connsiteY0-38" fmla="*/ 0 h 586081"/>
              <a:gd name="connsiteX1-39" fmla="*/ 633486 w 633486"/>
              <a:gd name="connsiteY1-40" fmla="*/ 351693 h 586081"/>
              <a:gd name="connsiteX2-41" fmla="*/ 0 w 633486"/>
              <a:gd name="connsiteY2-42" fmla="*/ 586081 h 586081"/>
              <a:gd name="connsiteX0-43" fmla="*/ 440 w 633486"/>
              <a:gd name="connsiteY0-44" fmla="*/ 0 h 586128"/>
              <a:gd name="connsiteX1-45" fmla="*/ 633486 w 633486"/>
              <a:gd name="connsiteY1-46" fmla="*/ 351693 h 586128"/>
              <a:gd name="connsiteX2-47" fmla="*/ 0 w 633486"/>
              <a:gd name="connsiteY2-48" fmla="*/ 586081 h 586128"/>
              <a:gd name="connsiteX0-49" fmla="*/ 9965 w 633491"/>
              <a:gd name="connsiteY0-50" fmla="*/ 0 h 590891"/>
              <a:gd name="connsiteX1-51" fmla="*/ 633486 w 633491"/>
              <a:gd name="connsiteY1-52" fmla="*/ 356456 h 590891"/>
              <a:gd name="connsiteX2-53" fmla="*/ 0 w 633491"/>
              <a:gd name="connsiteY2-54" fmla="*/ 590844 h 590891"/>
              <a:gd name="connsiteX0-55" fmla="*/ 9965 w 633492"/>
              <a:gd name="connsiteY0-56" fmla="*/ 0 h 590891"/>
              <a:gd name="connsiteX1-57" fmla="*/ 633486 w 633492"/>
              <a:gd name="connsiteY1-58" fmla="*/ 356456 h 590891"/>
              <a:gd name="connsiteX2-59" fmla="*/ 0 w 633492"/>
              <a:gd name="connsiteY2-60" fmla="*/ 590844 h 590891"/>
              <a:gd name="connsiteX0-61" fmla="*/ 9965 w 633493"/>
              <a:gd name="connsiteY0-62" fmla="*/ 0 h 590891"/>
              <a:gd name="connsiteX1-63" fmla="*/ 633486 w 633493"/>
              <a:gd name="connsiteY1-64" fmla="*/ 356456 h 590891"/>
              <a:gd name="connsiteX2-65" fmla="*/ 0 w 633493"/>
              <a:gd name="connsiteY2-66" fmla="*/ 590844 h 590891"/>
              <a:gd name="connsiteX0-67" fmla="*/ 9965 w 638201"/>
              <a:gd name="connsiteY0-68" fmla="*/ 0 h 590844"/>
              <a:gd name="connsiteX1-69" fmla="*/ 633486 w 638201"/>
              <a:gd name="connsiteY1-70" fmla="*/ 356456 h 590844"/>
              <a:gd name="connsiteX2-71" fmla="*/ 281134 w 638201"/>
              <a:gd name="connsiteY2-72" fmla="*/ 535086 h 590844"/>
              <a:gd name="connsiteX3-73" fmla="*/ 0 w 638201"/>
              <a:gd name="connsiteY3-74" fmla="*/ 590844 h 590844"/>
              <a:gd name="connsiteX0-75" fmla="*/ 9965 w 638800"/>
              <a:gd name="connsiteY0-76" fmla="*/ 0 h 590844"/>
              <a:gd name="connsiteX1-77" fmla="*/ 633486 w 638800"/>
              <a:gd name="connsiteY1-78" fmla="*/ 356456 h 590844"/>
              <a:gd name="connsiteX2-79" fmla="*/ 281134 w 638800"/>
              <a:gd name="connsiteY2-80" fmla="*/ 535086 h 590844"/>
              <a:gd name="connsiteX3-81" fmla="*/ 0 w 638800"/>
              <a:gd name="connsiteY3-82" fmla="*/ 590844 h 590844"/>
              <a:gd name="connsiteX0-83" fmla="*/ 9965 w 640456"/>
              <a:gd name="connsiteY0-84" fmla="*/ 0 h 590844"/>
              <a:gd name="connsiteX1-85" fmla="*/ 633486 w 640456"/>
              <a:gd name="connsiteY1-86" fmla="*/ 356456 h 590844"/>
              <a:gd name="connsiteX2-87" fmla="*/ 309709 w 640456"/>
              <a:gd name="connsiteY2-88" fmla="*/ 558898 h 590844"/>
              <a:gd name="connsiteX3-89" fmla="*/ 0 w 640456"/>
              <a:gd name="connsiteY3-90" fmla="*/ 590844 h 590844"/>
              <a:gd name="connsiteX0-91" fmla="*/ 9965 w 634445"/>
              <a:gd name="connsiteY0-92" fmla="*/ 0 h 590844"/>
              <a:gd name="connsiteX1-93" fmla="*/ 395433 w 634445"/>
              <a:gd name="connsiteY1-94" fmla="*/ 101699 h 590844"/>
              <a:gd name="connsiteX2-95" fmla="*/ 633486 w 634445"/>
              <a:gd name="connsiteY2-96" fmla="*/ 356456 h 590844"/>
              <a:gd name="connsiteX3-97" fmla="*/ 309709 w 634445"/>
              <a:gd name="connsiteY3-98" fmla="*/ 558898 h 590844"/>
              <a:gd name="connsiteX4" fmla="*/ 0 w 634445"/>
              <a:gd name="connsiteY4" fmla="*/ 590844 h 590844"/>
              <a:gd name="connsiteX0-99" fmla="*/ 9965 w 634113"/>
              <a:gd name="connsiteY0-100" fmla="*/ 0 h 590844"/>
              <a:gd name="connsiteX1-101" fmla="*/ 381145 w 634113"/>
              <a:gd name="connsiteY1-102" fmla="*/ 68362 h 590844"/>
              <a:gd name="connsiteX2-103" fmla="*/ 633486 w 634113"/>
              <a:gd name="connsiteY2-104" fmla="*/ 356456 h 590844"/>
              <a:gd name="connsiteX3-105" fmla="*/ 309709 w 634113"/>
              <a:gd name="connsiteY3-106" fmla="*/ 558898 h 590844"/>
              <a:gd name="connsiteX4-107" fmla="*/ 0 w 634113"/>
              <a:gd name="connsiteY4-108" fmla="*/ 590844 h 590844"/>
              <a:gd name="connsiteX0-109" fmla="*/ 9965 w 634113"/>
              <a:gd name="connsiteY0-110" fmla="*/ 0 h 590844"/>
              <a:gd name="connsiteX1-111" fmla="*/ 381145 w 634113"/>
              <a:gd name="connsiteY1-112" fmla="*/ 92174 h 590844"/>
              <a:gd name="connsiteX2-113" fmla="*/ 633486 w 634113"/>
              <a:gd name="connsiteY2-114" fmla="*/ 356456 h 590844"/>
              <a:gd name="connsiteX3-115" fmla="*/ 309709 w 634113"/>
              <a:gd name="connsiteY3-116" fmla="*/ 558898 h 590844"/>
              <a:gd name="connsiteX4-117" fmla="*/ 0 w 634113"/>
              <a:gd name="connsiteY4-118" fmla="*/ 590844 h 590844"/>
              <a:gd name="connsiteX0-119" fmla="*/ 9965 w 633964"/>
              <a:gd name="connsiteY0-120" fmla="*/ 0 h 593863"/>
              <a:gd name="connsiteX1-121" fmla="*/ 381145 w 633964"/>
              <a:gd name="connsiteY1-122" fmla="*/ 92174 h 593863"/>
              <a:gd name="connsiteX2-123" fmla="*/ 633486 w 633964"/>
              <a:gd name="connsiteY2-124" fmla="*/ 356456 h 593863"/>
              <a:gd name="connsiteX3-125" fmla="*/ 319234 w 633964"/>
              <a:gd name="connsiteY3-126" fmla="*/ 573186 h 593863"/>
              <a:gd name="connsiteX4-127" fmla="*/ 0 w 633964"/>
              <a:gd name="connsiteY4-128" fmla="*/ 590844 h 593863"/>
              <a:gd name="connsiteX0-129" fmla="*/ 9965 w 633964"/>
              <a:gd name="connsiteY0-130" fmla="*/ 0 h 593863"/>
              <a:gd name="connsiteX1-131" fmla="*/ 381145 w 633964"/>
              <a:gd name="connsiteY1-132" fmla="*/ 92174 h 593863"/>
              <a:gd name="connsiteX2-133" fmla="*/ 633486 w 633964"/>
              <a:gd name="connsiteY2-134" fmla="*/ 356456 h 593863"/>
              <a:gd name="connsiteX3-135" fmla="*/ 319234 w 633964"/>
              <a:gd name="connsiteY3-136" fmla="*/ 573186 h 593863"/>
              <a:gd name="connsiteX4-137" fmla="*/ 0 w 633964"/>
              <a:gd name="connsiteY4-138" fmla="*/ 590844 h 593863"/>
              <a:gd name="connsiteX0-139" fmla="*/ 9965 w 633964"/>
              <a:gd name="connsiteY0-140" fmla="*/ 0 h 590844"/>
              <a:gd name="connsiteX1-141" fmla="*/ 381145 w 633964"/>
              <a:gd name="connsiteY1-142" fmla="*/ 92174 h 590844"/>
              <a:gd name="connsiteX2-143" fmla="*/ 633486 w 633964"/>
              <a:gd name="connsiteY2-144" fmla="*/ 356456 h 590844"/>
              <a:gd name="connsiteX3-145" fmla="*/ 319234 w 633964"/>
              <a:gd name="connsiteY3-146" fmla="*/ 573186 h 590844"/>
              <a:gd name="connsiteX4-147" fmla="*/ 0 w 633964"/>
              <a:gd name="connsiteY4-148" fmla="*/ 590844 h 590844"/>
              <a:gd name="connsiteX0-149" fmla="*/ 9965 w 633964"/>
              <a:gd name="connsiteY0-150" fmla="*/ 0 h 590844"/>
              <a:gd name="connsiteX1-151" fmla="*/ 381145 w 633964"/>
              <a:gd name="connsiteY1-152" fmla="*/ 92174 h 590844"/>
              <a:gd name="connsiteX2-153" fmla="*/ 633486 w 633964"/>
              <a:gd name="connsiteY2-154" fmla="*/ 356456 h 590844"/>
              <a:gd name="connsiteX3-155" fmla="*/ 319234 w 633964"/>
              <a:gd name="connsiteY3-156" fmla="*/ 573186 h 590844"/>
              <a:gd name="connsiteX4-157" fmla="*/ 0 w 633964"/>
              <a:gd name="connsiteY4-158" fmla="*/ 590844 h 590844"/>
              <a:gd name="connsiteX0-159" fmla="*/ 9965 w 633594"/>
              <a:gd name="connsiteY0-160" fmla="*/ 0 h 590844"/>
              <a:gd name="connsiteX1-161" fmla="*/ 381145 w 633594"/>
              <a:gd name="connsiteY1-162" fmla="*/ 92174 h 590844"/>
              <a:gd name="connsiteX2-163" fmla="*/ 633486 w 633594"/>
              <a:gd name="connsiteY2-164" fmla="*/ 356456 h 590844"/>
              <a:gd name="connsiteX3-165" fmla="*/ 352571 w 633594"/>
              <a:gd name="connsiteY3-166" fmla="*/ 544611 h 590844"/>
              <a:gd name="connsiteX4-167" fmla="*/ 0 w 633594"/>
              <a:gd name="connsiteY4-168" fmla="*/ 590844 h 590844"/>
              <a:gd name="connsiteX0-169" fmla="*/ 9965 w 633594"/>
              <a:gd name="connsiteY0-170" fmla="*/ 0 h 590844"/>
              <a:gd name="connsiteX1-171" fmla="*/ 381145 w 633594"/>
              <a:gd name="connsiteY1-172" fmla="*/ 92174 h 590844"/>
              <a:gd name="connsiteX2-173" fmla="*/ 633486 w 633594"/>
              <a:gd name="connsiteY2-174" fmla="*/ 356456 h 590844"/>
              <a:gd name="connsiteX3-175" fmla="*/ 352571 w 633594"/>
              <a:gd name="connsiteY3-176" fmla="*/ 544611 h 590844"/>
              <a:gd name="connsiteX4-177" fmla="*/ 0 w 633594"/>
              <a:gd name="connsiteY4-178" fmla="*/ 590844 h 590844"/>
              <a:gd name="connsiteX0-179" fmla="*/ 9965 w 633594"/>
              <a:gd name="connsiteY0-180" fmla="*/ 0 h 590844"/>
              <a:gd name="connsiteX1-181" fmla="*/ 381145 w 633594"/>
              <a:gd name="connsiteY1-182" fmla="*/ 92174 h 590844"/>
              <a:gd name="connsiteX2-183" fmla="*/ 633486 w 633594"/>
              <a:gd name="connsiteY2-184" fmla="*/ 356456 h 590844"/>
              <a:gd name="connsiteX3-185" fmla="*/ 352571 w 633594"/>
              <a:gd name="connsiteY3-186" fmla="*/ 544611 h 590844"/>
              <a:gd name="connsiteX4-187" fmla="*/ 0 w 633594"/>
              <a:gd name="connsiteY4-188" fmla="*/ 590844 h 590844"/>
              <a:gd name="connsiteX0-189" fmla="*/ 9965 w 633594"/>
              <a:gd name="connsiteY0-190" fmla="*/ 0 h 590844"/>
              <a:gd name="connsiteX1-191" fmla="*/ 381145 w 633594"/>
              <a:gd name="connsiteY1-192" fmla="*/ 125512 h 590844"/>
              <a:gd name="connsiteX2-193" fmla="*/ 633486 w 633594"/>
              <a:gd name="connsiteY2-194" fmla="*/ 356456 h 590844"/>
              <a:gd name="connsiteX3-195" fmla="*/ 352571 w 633594"/>
              <a:gd name="connsiteY3-196" fmla="*/ 544611 h 590844"/>
              <a:gd name="connsiteX4-197" fmla="*/ 0 w 633594"/>
              <a:gd name="connsiteY4-198" fmla="*/ 590844 h 590844"/>
              <a:gd name="connsiteX0-199" fmla="*/ 9965 w 633687"/>
              <a:gd name="connsiteY0-200" fmla="*/ 0 h 590844"/>
              <a:gd name="connsiteX1-201" fmla="*/ 390670 w 633687"/>
              <a:gd name="connsiteY1-202" fmla="*/ 101699 h 590844"/>
              <a:gd name="connsiteX2-203" fmla="*/ 633486 w 633687"/>
              <a:gd name="connsiteY2-204" fmla="*/ 356456 h 590844"/>
              <a:gd name="connsiteX3-205" fmla="*/ 352571 w 633687"/>
              <a:gd name="connsiteY3-206" fmla="*/ 544611 h 590844"/>
              <a:gd name="connsiteX4-207" fmla="*/ 0 w 633687"/>
              <a:gd name="connsiteY4-208" fmla="*/ 590844 h 590844"/>
              <a:gd name="connsiteX0-209" fmla="*/ 9965 w 633687"/>
              <a:gd name="connsiteY0-210" fmla="*/ 0 h 590844"/>
              <a:gd name="connsiteX1-211" fmla="*/ 390670 w 633687"/>
              <a:gd name="connsiteY1-212" fmla="*/ 101699 h 590844"/>
              <a:gd name="connsiteX2-213" fmla="*/ 633486 w 633687"/>
              <a:gd name="connsiteY2-214" fmla="*/ 356456 h 590844"/>
              <a:gd name="connsiteX3-215" fmla="*/ 352571 w 633687"/>
              <a:gd name="connsiteY3-216" fmla="*/ 544611 h 590844"/>
              <a:gd name="connsiteX4-217" fmla="*/ 0 w 633687"/>
              <a:gd name="connsiteY4-218" fmla="*/ 590844 h 590844"/>
              <a:gd name="connsiteX0-219" fmla="*/ 9965 w 633687"/>
              <a:gd name="connsiteY0-220" fmla="*/ 0 h 590844"/>
              <a:gd name="connsiteX1-221" fmla="*/ 390670 w 633687"/>
              <a:gd name="connsiteY1-222" fmla="*/ 101699 h 590844"/>
              <a:gd name="connsiteX2-223" fmla="*/ 633486 w 633687"/>
              <a:gd name="connsiteY2-224" fmla="*/ 356456 h 590844"/>
              <a:gd name="connsiteX3-225" fmla="*/ 352571 w 633687"/>
              <a:gd name="connsiteY3-226" fmla="*/ 544611 h 590844"/>
              <a:gd name="connsiteX4-227" fmla="*/ 0 w 633687"/>
              <a:gd name="connsiteY4-228" fmla="*/ 590844 h 590844"/>
              <a:gd name="connsiteX0-229" fmla="*/ 9965 w 633488"/>
              <a:gd name="connsiteY0-230" fmla="*/ 0 h 590844"/>
              <a:gd name="connsiteX1-231" fmla="*/ 357332 w 633488"/>
              <a:gd name="connsiteY1-232" fmla="*/ 82649 h 590844"/>
              <a:gd name="connsiteX2-233" fmla="*/ 633486 w 633488"/>
              <a:gd name="connsiteY2-234" fmla="*/ 356456 h 590844"/>
              <a:gd name="connsiteX3-235" fmla="*/ 352571 w 633488"/>
              <a:gd name="connsiteY3-236" fmla="*/ 544611 h 590844"/>
              <a:gd name="connsiteX4-237" fmla="*/ 0 w 633488"/>
              <a:gd name="connsiteY4-238" fmla="*/ 590844 h 590844"/>
              <a:gd name="connsiteX0-239" fmla="*/ 9965 w 614439"/>
              <a:gd name="connsiteY0-240" fmla="*/ 0 h 590844"/>
              <a:gd name="connsiteX1-241" fmla="*/ 357332 w 614439"/>
              <a:gd name="connsiteY1-242" fmla="*/ 82649 h 590844"/>
              <a:gd name="connsiteX2-243" fmla="*/ 614436 w 614439"/>
              <a:gd name="connsiteY2-244" fmla="*/ 270731 h 590844"/>
              <a:gd name="connsiteX3-245" fmla="*/ 352571 w 614439"/>
              <a:gd name="connsiteY3-246" fmla="*/ 544611 h 590844"/>
              <a:gd name="connsiteX4-247" fmla="*/ 0 w 614439"/>
              <a:gd name="connsiteY4-248" fmla="*/ 590844 h 590844"/>
              <a:gd name="connsiteX0-249" fmla="*/ 9965 w 638251"/>
              <a:gd name="connsiteY0-250" fmla="*/ 0 h 590844"/>
              <a:gd name="connsiteX1-251" fmla="*/ 357332 w 638251"/>
              <a:gd name="connsiteY1-252" fmla="*/ 82649 h 590844"/>
              <a:gd name="connsiteX2-253" fmla="*/ 638249 w 638251"/>
              <a:gd name="connsiteY2-254" fmla="*/ 308831 h 590844"/>
              <a:gd name="connsiteX3-255" fmla="*/ 352571 w 638251"/>
              <a:gd name="connsiteY3-256" fmla="*/ 544611 h 590844"/>
              <a:gd name="connsiteX4-257" fmla="*/ 0 w 638251"/>
              <a:gd name="connsiteY4-258" fmla="*/ 590844 h 590844"/>
              <a:gd name="connsiteX0-259" fmla="*/ 9965 w 638251"/>
              <a:gd name="connsiteY0-260" fmla="*/ 0 h 595607"/>
              <a:gd name="connsiteX1-261" fmla="*/ 357332 w 638251"/>
              <a:gd name="connsiteY1-262" fmla="*/ 87412 h 595607"/>
              <a:gd name="connsiteX2-263" fmla="*/ 638249 w 638251"/>
              <a:gd name="connsiteY2-264" fmla="*/ 313594 h 595607"/>
              <a:gd name="connsiteX3-265" fmla="*/ 352571 w 638251"/>
              <a:gd name="connsiteY3-266" fmla="*/ 549374 h 595607"/>
              <a:gd name="connsiteX4-267" fmla="*/ 0 w 638251"/>
              <a:gd name="connsiteY4-268" fmla="*/ 595607 h 595607"/>
              <a:gd name="connsiteX0-269" fmla="*/ 9965 w 638251"/>
              <a:gd name="connsiteY0-270" fmla="*/ 0 h 581320"/>
              <a:gd name="connsiteX1-271" fmla="*/ 357332 w 638251"/>
              <a:gd name="connsiteY1-272" fmla="*/ 73125 h 581320"/>
              <a:gd name="connsiteX2-273" fmla="*/ 638249 w 638251"/>
              <a:gd name="connsiteY2-274" fmla="*/ 299307 h 581320"/>
              <a:gd name="connsiteX3-275" fmla="*/ 352571 w 638251"/>
              <a:gd name="connsiteY3-276" fmla="*/ 535087 h 581320"/>
              <a:gd name="connsiteX4-277" fmla="*/ 0 w 638251"/>
              <a:gd name="connsiteY4-278" fmla="*/ 581320 h 581320"/>
              <a:gd name="connsiteX0-279" fmla="*/ 440 w 638251"/>
              <a:gd name="connsiteY0-280" fmla="*/ 0 h 581320"/>
              <a:gd name="connsiteX1-281" fmla="*/ 357332 w 638251"/>
              <a:gd name="connsiteY1-282" fmla="*/ 73125 h 581320"/>
              <a:gd name="connsiteX2-283" fmla="*/ 638249 w 638251"/>
              <a:gd name="connsiteY2-284" fmla="*/ 299307 h 581320"/>
              <a:gd name="connsiteX3-285" fmla="*/ 352571 w 638251"/>
              <a:gd name="connsiteY3-286" fmla="*/ 535087 h 581320"/>
              <a:gd name="connsiteX4-287" fmla="*/ 0 w 638251"/>
              <a:gd name="connsiteY4-288" fmla="*/ 581320 h 581320"/>
              <a:gd name="connsiteX0-289" fmla="*/ 0 w 652098"/>
              <a:gd name="connsiteY0-290" fmla="*/ 0 h 590845"/>
              <a:gd name="connsiteX1-291" fmla="*/ 371179 w 652098"/>
              <a:gd name="connsiteY1-292" fmla="*/ 82650 h 590845"/>
              <a:gd name="connsiteX2-293" fmla="*/ 652096 w 652098"/>
              <a:gd name="connsiteY2-294" fmla="*/ 308832 h 590845"/>
              <a:gd name="connsiteX3-295" fmla="*/ 366418 w 652098"/>
              <a:gd name="connsiteY3-296" fmla="*/ 544612 h 590845"/>
              <a:gd name="connsiteX4-297" fmla="*/ 13847 w 652098"/>
              <a:gd name="connsiteY4-298" fmla="*/ 590845 h 590845"/>
              <a:gd name="connsiteX0-299" fmla="*/ 0 w 656860"/>
              <a:gd name="connsiteY0-300" fmla="*/ 0 h 595608"/>
              <a:gd name="connsiteX1-301" fmla="*/ 375941 w 656860"/>
              <a:gd name="connsiteY1-302" fmla="*/ 87413 h 595608"/>
              <a:gd name="connsiteX2-303" fmla="*/ 656858 w 656860"/>
              <a:gd name="connsiteY2-304" fmla="*/ 313595 h 595608"/>
              <a:gd name="connsiteX3-305" fmla="*/ 371180 w 656860"/>
              <a:gd name="connsiteY3-306" fmla="*/ 549375 h 595608"/>
              <a:gd name="connsiteX4-307" fmla="*/ 18609 w 656860"/>
              <a:gd name="connsiteY4-308" fmla="*/ 595608 h 595608"/>
              <a:gd name="connsiteX0-309" fmla="*/ 0 w 656860"/>
              <a:gd name="connsiteY0-310" fmla="*/ 0 h 586083"/>
              <a:gd name="connsiteX1-311" fmla="*/ 375941 w 656860"/>
              <a:gd name="connsiteY1-312" fmla="*/ 77888 h 586083"/>
              <a:gd name="connsiteX2-313" fmla="*/ 656858 w 656860"/>
              <a:gd name="connsiteY2-314" fmla="*/ 304070 h 586083"/>
              <a:gd name="connsiteX3-315" fmla="*/ 371180 w 656860"/>
              <a:gd name="connsiteY3-316" fmla="*/ 539850 h 586083"/>
              <a:gd name="connsiteX4-317" fmla="*/ 18609 w 656860"/>
              <a:gd name="connsiteY4-318" fmla="*/ 586083 h 586083"/>
              <a:gd name="connsiteX0-319" fmla="*/ 19491 w 638251"/>
              <a:gd name="connsiteY0-320" fmla="*/ 0 h 576558"/>
              <a:gd name="connsiteX1-321" fmla="*/ 357332 w 638251"/>
              <a:gd name="connsiteY1-322" fmla="*/ 68363 h 576558"/>
              <a:gd name="connsiteX2-323" fmla="*/ 638249 w 638251"/>
              <a:gd name="connsiteY2-324" fmla="*/ 294545 h 576558"/>
              <a:gd name="connsiteX3-325" fmla="*/ 352571 w 638251"/>
              <a:gd name="connsiteY3-326" fmla="*/ 530325 h 576558"/>
              <a:gd name="connsiteX4-327" fmla="*/ 0 w 638251"/>
              <a:gd name="connsiteY4-328" fmla="*/ 576558 h 576558"/>
              <a:gd name="connsiteX0-329" fmla="*/ 14729 w 638251"/>
              <a:gd name="connsiteY0-330" fmla="*/ 0 h 586083"/>
              <a:gd name="connsiteX1-331" fmla="*/ 357332 w 638251"/>
              <a:gd name="connsiteY1-332" fmla="*/ 77888 h 586083"/>
              <a:gd name="connsiteX2-333" fmla="*/ 638249 w 638251"/>
              <a:gd name="connsiteY2-334" fmla="*/ 304070 h 586083"/>
              <a:gd name="connsiteX3-335" fmla="*/ 352571 w 638251"/>
              <a:gd name="connsiteY3-336" fmla="*/ 539850 h 586083"/>
              <a:gd name="connsiteX4-337" fmla="*/ 0 w 638251"/>
              <a:gd name="connsiteY4-338" fmla="*/ 586083 h 586083"/>
              <a:gd name="connsiteX0-339" fmla="*/ 0 w 651039"/>
              <a:gd name="connsiteY0-340" fmla="*/ 0 h 592017"/>
              <a:gd name="connsiteX1-341" fmla="*/ 370120 w 651039"/>
              <a:gd name="connsiteY1-342" fmla="*/ 83822 h 592017"/>
              <a:gd name="connsiteX2-343" fmla="*/ 651037 w 651039"/>
              <a:gd name="connsiteY2-344" fmla="*/ 310004 h 592017"/>
              <a:gd name="connsiteX3-345" fmla="*/ 365359 w 651039"/>
              <a:gd name="connsiteY3-346" fmla="*/ 545784 h 592017"/>
              <a:gd name="connsiteX4-347" fmla="*/ 12788 w 651039"/>
              <a:gd name="connsiteY4-348" fmla="*/ 592017 h 5920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07" y="connsiteY4-108"/>
              </a:cxn>
            </a:cxnLst>
            <a:rect l="l" t="t" r="r" b="b"/>
            <a:pathLst>
              <a:path w="651039" h="592017">
                <a:moveTo>
                  <a:pt x="0" y="0"/>
                </a:moveTo>
                <a:cubicBezTo>
                  <a:pt x="62657" y="19331"/>
                  <a:pt x="280488" y="38700"/>
                  <a:pt x="370120" y="83822"/>
                </a:cubicBezTo>
                <a:cubicBezTo>
                  <a:pt x="474040" y="143231"/>
                  <a:pt x="651831" y="233010"/>
                  <a:pt x="651037" y="310004"/>
                </a:cubicBezTo>
                <a:cubicBezTo>
                  <a:pt x="650244" y="386998"/>
                  <a:pt x="470941" y="511482"/>
                  <a:pt x="365359" y="545784"/>
                </a:cubicBezTo>
                <a:cubicBezTo>
                  <a:pt x="321691" y="570562"/>
                  <a:pt x="51706" y="583518"/>
                  <a:pt x="12788" y="592017"/>
                </a:cubicBezTo>
              </a:path>
            </a:pathLst>
          </a:cu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" name="任意多边形 81"/>
          <p:cNvSpPr/>
          <p:nvPr/>
        </p:nvSpPr>
        <p:spPr bwMode="auto">
          <a:xfrm>
            <a:off x="6941629" y="4378929"/>
            <a:ext cx="71439" cy="233469"/>
          </a:xfrm>
          <a:custGeom>
            <a:avLst/>
            <a:gdLst>
              <a:gd name="connsiteX0" fmla="*/ 0 w 71571"/>
              <a:gd name="connsiteY0" fmla="*/ 0 h 223837"/>
              <a:gd name="connsiteX1" fmla="*/ 71438 w 71571"/>
              <a:gd name="connsiteY1" fmla="*/ 119062 h 223837"/>
              <a:gd name="connsiteX2" fmla="*/ 14288 w 71571"/>
              <a:gd name="connsiteY2" fmla="*/ 223837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71" h="223837">
                <a:moveTo>
                  <a:pt x="0" y="0"/>
                </a:moveTo>
                <a:cubicBezTo>
                  <a:pt x="34528" y="40878"/>
                  <a:pt x="69057" y="81756"/>
                  <a:pt x="71438" y="119062"/>
                </a:cubicBezTo>
                <a:cubicBezTo>
                  <a:pt x="73819" y="156368"/>
                  <a:pt x="44053" y="190102"/>
                  <a:pt x="14288" y="223837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" name="Line 25"/>
          <p:cNvSpPr>
            <a:spLocks noChangeShapeType="1"/>
          </p:cNvSpPr>
          <p:nvPr/>
        </p:nvSpPr>
        <p:spPr bwMode="auto">
          <a:xfrm>
            <a:off x="7264150" y="4499528"/>
            <a:ext cx="50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4221292" y="3738934"/>
            <a:ext cx="252000" cy="252000"/>
            <a:chOff x="4070351" y="4917889"/>
            <a:chExt cx="252000" cy="252000"/>
          </a:xfrm>
        </p:grpSpPr>
        <p:cxnSp>
          <p:nvCxnSpPr>
            <p:cNvPr id="85" name="直接连接符 84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直接连接符 85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7" name="组合 86"/>
          <p:cNvGrpSpPr/>
          <p:nvPr/>
        </p:nvGrpSpPr>
        <p:grpSpPr>
          <a:xfrm>
            <a:off x="4592767" y="3738934"/>
            <a:ext cx="252000" cy="252000"/>
            <a:chOff x="4070351" y="4917889"/>
            <a:chExt cx="252000" cy="252000"/>
          </a:xfrm>
        </p:grpSpPr>
        <p:cxnSp>
          <p:nvCxnSpPr>
            <p:cNvPr id="88" name="直接连接符 87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直接连接符 88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0" name="组合 89"/>
          <p:cNvGrpSpPr/>
          <p:nvPr/>
        </p:nvGrpSpPr>
        <p:grpSpPr>
          <a:xfrm>
            <a:off x="4973767" y="3738934"/>
            <a:ext cx="252000" cy="252000"/>
            <a:chOff x="4070351" y="4917889"/>
            <a:chExt cx="252000" cy="252000"/>
          </a:xfrm>
        </p:grpSpPr>
        <p:cxnSp>
          <p:nvCxnSpPr>
            <p:cNvPr id="91" name="直接连接符 90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直接连接符 91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3" name="组合 92"/>
          <p:cNvGrpSpPr/>
          <p:nvPr/>
        </p:nvGrpSpPr>
        <p:grpSpPr>
          <a:xfrm>
            <a:off x="5368819" y="3738934"/>
            <a:ext cx="252000" cy="252000"/>
            <a:chOff x="4070351" y="4917889"/>
            <a:chExt cx="252000" cy="252000"/>
          </a:xfrm>
        </p:grpSpPr>
        <p:cxnSp>
          <p:nvCxnSpPr>
            <p:cNvPr id="94" name="直接连接符 93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直接连接符 94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6" name="组合 95"/>
          <p:cNvGrpSpPr/>
          <p:nvPr/>
        </p:nvGrpSpPr>
        <p:grpSpPr>
          <a:xfrm>
            <a:off x="6088918" y="3738934"/>
            <a:ext cx="252000" cy="252000"/>
            <a:chOff x="4070351" y="4917889"/>
            <a:chExt cx="252000" cy="252000"/>
          </a:xfrm>
        </p:grpSpPr>
        <p:cxnSp>
          <p:nvCxnSpPr>
            <p:cNvPr id="97" name="直接连接符 96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直接连接符 97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99" name="直接连接符 98"/>
          <p:cNvCxnSpPr/>
          <p:nvPr/>
        </p:nvCxnSpPr>
        <p:spPr bwMode="auto">
          <a:xfrm flipV="1">
            <a:off x="6957352" y="4695815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连接符 99"/>
          <p:cNvCxnSpPr/>
          <p:nvPr/>
        </p:nvCxnSpPr>
        <p:spPr bwMode="auto">
          <a:xfrm flipV="1">
            <a:off x="6957352" y="4930492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1" name="任意多边形 100"/>
          <p:cNvSpPr/>
          <p:nvPr/>
        </p:nvSpPr>
        <p:spPr bwMode="auto">
          <a:xfrm>
            <a:off x="7111015" y="4692615"/>
            <a:ext cx="169018" cy="237526"/>
          </a:xfrm>
          <a:custGeom>
            <a:avLst/>
            <a:gdLst>
              <a:gd name="connsiteX0" fmla="*/ 138551 w 673487"/>
              <a:gd name="connsiteY0" fmla="*/ 0 h 613855"/>
              <a:gd name="connsiteX1" fmla="*/ 673123 w 673487"/>
              <a:gd name="connsiteY1" fmla="*/ 351693 h 613855"/>
              <a:gd name="connsiteX2" fmla="*/ 68212 w 673487"/>
              <a:gd name="connsiteY2" fmla="*/ 590843 h 613855"/>
              <a:gd name="connsiteX3" fmla="*/ 40077 w 673487"/>
              <a:gd name="connsiteY3" fmla="*/ 590843 h 613855"/>
              <a:gd name="connsiteX0-1" fmla="*/ 54144 w 673131"/>
              <a:gd name="connsiteY0-2" fmla="*/ 0 h 585719"/>
              <a:gd name="connsiteX1-3" fmla="*/ 673123 w 673131"/>
              <a:gd name="connsiteY1-4" fmla="*/ 323557 h 585719"/>
              <a:gd name="connsiteX2-5" fmla="*/ 68212 w 673131"/>
              <a:gd name="connsiteY2-6" fmla="*/ 562707 h 585719"/>
              <a:gd name="connsiteX3-7" fmla="*/ 40077 w 673131"/>
              <a:gd name="connsiteY3-8" fmla="*/ 562707 h 585719"/>
              <a:gd name="connsiteX0-9" fmla="*/ 54144 w 673131"/>
              <a:gd name="connsiteY0-10" fmla="*/ 0 h 627922"/>
              <a:gd name="connsiteX1-11" fmla="*/ 673123 w 673131"/>
              <a:gd name="connsiteY1-12" fmla="*/ 365760 h 627922"/>
              <a:gd name="connsiteX2-13" fmla="*/ 68212 w 673131"/>
              <a:gd name="connsiteY2-14" fmla="*/ 604910 h 627922"/>
              <a:gd name="connsiteX3-15" fmla="*/ 40077 w 673131"/>
              <a:gd name="connsiteY3-16" fmla="*/ 604910 h 627922"/>
              <a:gd name="connsiteX0-17" fmla="*/ 40077 w 673155"/>
              <a:gd name="connsiteY0-18" fmla="*/ 0 h 613855"/>
              <a:gd name="connsiteX1-19" fmla="*/ 673123 w 673155"/>
              <a:gd name="connsiteY1-20" fmla="*/ 351693 h 613855"/>
              <a:gd name="connsiteX2-21" fmla="*/ 68212 w 673155"/>
              <a:gd name="connsiteY2-22" fmla="*/ 590843 h 613855"/>
              <a:gd name="connsiteX3-23" fmla="*/ 40077 w 673155"/>
              <a:gd name="connsiteY3-24" fmla="*/ 590843 h 613855"/>
              <a:gd name="connsiteX0-25" fmla="*/ 0 w 633078"/>
              <a:gd name="connsiteY0-26" fmla="*/ 0 h 590843"/>
              <a:gd name="connsiteX1-27" fmla="*/ 633046 w 633078"/>
              <a:gd name="connsiteY1-28" fmla="*/ 351693 h 590843"/>
              <a:gd name="connsiteX2-29" fmla="*/ 28135 w 633078"/>
              <a:gd name="connsiteY2-30" fmla="*/ 590843 h 590843"/>
              <a:gd name="connsiteX0-31" fmla="*/ 0 w 633049"/>
              <a:gd name="connsiteY0-32" fmla="*/ 0 h 581318"/>
              <a:gd name="connsiteX1-33" fmla="*/ 633046 w 633049"/>
              <a:gd name="connsiteY1-34" fmla="*/ 351693 h 581318"/>
              <a:gd name="connsiteX2-35" fmla="*/ 9085 w 633049"/>
              <a:gd name="connsiteY2-36" fmla="*/ 581318 h 581318"/>
              <a:gd name="connsiteX0-37" fmla="*/ 440 w 633486"/>
              <a:gd name="connsiteY0-38" fmla="*/ 0 h 586081"/>
              <a:gd name="connsiteX1-39" fmla="*/ 633486 w 633486"/>
              <a:gd name="connsiteY1-40" fmla="*/ 351693 h 586081"/>
              <a:gd name="connsiteX2-41" fmla="*/ 0 w 633486"/>
              <a:gd name="connsiteY2-42" fmla="*/ 586081 h 586081"/>
              <a:gd name="connsiteX0-43" fmla="*/ 440 w 633486"/>
              <a:gd name="connsiteY0-44" fmla="*/ 0 h 586128"/>
              <a:gd name="connsiteX1-45" fmla="*/ 633486 w 633486"/>
              <a:gd name="connsiteY1-46" fmla="*/ 351693 h 586128"/>
              <a:gd name="connsiteX2-47" fmla="*/ 0 w 633486"/>
              <a:gd name="connsiteY2-48" fmla="*/ 586081 h 586128"/>
              <a:gd name="connsiteX0-49" fmla="*/ 9965 w 633491"/>
              <a:gd name="connsiteY0-50" fmla="*/ 0 h 590891"/>
              <a:gd name="connsiteX1-51" fmla="*/ 633486 w 633491"/>
              <a:gd name="connsiteY1-52" fmla="*/ 356456 h 590891"/>
              <a:gd name="connsiteX2-53" fmla="*/ 0 w 633491"/>
              <a:gd name="connsiteY2-54" fmla="*/ 590844 h 590891"/>
              <a:gd name="connsiteX0-55" fmla="*/ 9965 w 633492"/>
              <a:gd name="connsiteY0-56" fmla="*/ 0 h 590891"/>
              <a:gd name="connsiteX1-57" fmla="*/ 633486 w 633492"/>
              <a:gd name="connsiteY1-58" fmla="*/ 356456 h 590891"/>
              <a:gd name="connsiteX2-59" fmla="*/ 0 w 633492"/>
              <a:gd name="connsiteY2-60" fmla="*/ 590844 h 590891"/>
              <a:gd name="connsiteX0-61" fmla="*/ 9965 w 633493"/>
              <a:gd name="connsiteY0-62" fmla="*/ 0 h 590891"/>
              <a:gd name="connsiteX1-63" fmla="*/ 633486 w 633493"/>
              <a:gd name="connsiteY1-64" fmla="*/ 356456 h 590891"/>
              <a:gd name="connsiteX2-65" fmla="*/ 0 w 633493"/>
              <a:gd name="connsiteY2-66" fmla="*/ 590844 h 590891"/>
              <a:gd name="connsiteX0-67" fmla="*/ 9965 w 638201"/>
              <a:gd name="connsiteY0-68" fmla="*/ 0 h 590844"/>
              <a:gd name="connsiteX1-69" fmla="*/ 633486 w 638201"/>
              <a:gd name="connsiteY1-70" fmla="*/ 356456 h 590844"/>
              <a:gd name="connsiteX2-71" fmla="*/ 281134 w 638201"/>
              <a:gd name="connsiteY2-72" fmla="*/ 535086 h 590844"/>
              <a:gd name="connsiteX3-73" fmla="*/ 0 w 638201"/>
              <a:gd name="connsiteY3-74" fmla="*/ 590844 h 590844"/>
              <a:gd name="connsiteX0-75" fmla="*/ 9965 w 638800"/>
              <a:gd name="connsiteY0-76" fmla="*/ 0 h 590844"/>
              <a:gd name="connsiteX1-77" fmla="*/ 633486 w 638800"/>
              <a:gd name="connsiteY1-78" fmla="*/ 356456 h 590844"/>
              <a:gd name="connsiteX2-79" fmla="*/ 281134 w 638800"/>
              <a:gd name="connsiteY2-80" fmla="*/ 535086 h 590844"/>
              <a:gd name="connsiteX3-81" fmla="*/ 0 w 638800"/>
              <a:gd name="connsiteY3-82" fmla="*/ 590844 h 590844"/>
              <a:gd name="connsiteX0-83" fmla="*/ 9965 w 640456"/>
              <a:gd name="connsiteY0-84" fmla="*/ 0 h 590844"/>
              <a:gd name="connsiteX1-85" fmla="*/ 633486 w 640456"/>
              <a:gd name="connsiteY1-86" fmla="*/ 356456 h 590844"/>
              <a:gd name="connsiteX2-87" fmla="*/ 309709 w 640456"/>
              <a:gd name="connsiteY2-88" fmla="*/ 558898 h 590844"/>
              <a:gd name="connsiteX3-89" fmla="*/ 0 w 640456"/>
              <a:gd name="connsiteY3-90" fmla="*/ 590844 h 590844"/>
              <a:gd name="connsiteX0-91" fmla="*/ 9965 w 634445"/>
              <a:gd name="connsiteY0-92" fmla="*/ 0 h 590844"/>
              <a:gd name="connsiteX1-93" fmla="*/ 395433 w 634445"/>
              <a:gd name="connsiteY1-94" fmla="*/ 101699 h 590844"/>
              <a:gd name="connsiteX2-95" fmla="*/ 633486 w 634445"/>
              <a:gd name="connsiteY2-96" fmla="*/ 356456 h 590844"/>
              <a:gd name="connsiteX3-97" fmla="*/ 309709 w 634445"/>
              <a:gd name="connsiteY3-98" fmla="*/ 558898 h 590844"/>
              <a:gd name="connsiteX4" fmla="*/ 0 w 634445"/>
              <a:gd name="connsiteY4" fmla="*/ 590844 h 590844"/>
              <a:gd name="connsiteX0-99" fmla="*/ 9965 w 634113"/>
              <a:gd name="connsiteY0-100" fmla="*/ 0 h 590844"/>
              <a:gd name="connsiteX1-101" fmla="*/ 381145 w 634113"/>
              <a:gd name="connsiteY1-102" fmla="*/ 68362 h 590844"/>
              <a:gd name="connsiteX2-103" fmla="*/ 633486 w 634113"/>
              <a:gd name="connsiteY2-104" fmla="*/ 356456 h 590844"/>
              <a:gd name="connsiteX3-105" fmla="*/ 309709 w 634113"/>
              <a:gd name="connsiteY3-106" fmla="*/ 558898 h 590844"/>
              <a:gd name="connsiteX4-107" fmla="*/ 0 w 634113"/>
              <a:gd name="connsiteY4-108" fmla="*/ 590844 h 590844"/>
              <a:gd name="connsiteX0-109" fmla="*/ 9965 w 634113"/>
              <a:gd name="connsiteY0-110" fmla="*/ 0 h 590844"/>
              <a:gd name="connsiteX1-111" fmla="*/ 381145 w 634113"/>
              <a:gd name="connsiteY1-112" fmla="*/ 92174 h 590844"/>
              <a:gd name="connsiteX2-113" fmla="*/ 633486 w 634113"/>
              <a:gd name="connsiteY2-114" fmla="*/ 356456 h 590844"/>
              <a:gd name="connsiteX3-115" fmla="*/ 309709 w 634113"/>
              <a:gd name="connsiteY3-116" fmla="*/ 558898 h 590844"/>
              <a:gd name="connsiteX4-117" fmla="*/ 0 w 634113"/>
              <a:gd name="connsiteY4-118" fmla="*/ 590844 h 590844"/>
              <a:gd name="connsiteX0-119" fmla="*/ 9965 w 633964"/>
              <a:gd name="connsiteY0-120" fmla="*/ 0 h 593863"/>
              <a:gd name="connsiteX1-121" fmla="*/ 381145 w 633964"/>
              <a:gd name="connsiteY1-122" fmla="*/ 92174 h 593863"/>
              <a:gd name="connsiteX2-123" fmla="*/ 633486 w 633964"/>
              <a:gd name="connsiteY2-124" fmla="*/ 356456 h 593863"/>
              <a:gd name="connsiteX3-125" fmla="*/ 319234 w 633964"/>
              <a:gd name="connsiteY3-126" fmla="*/ 573186 h 593863"/>
              <a:gd name="connsiteX4-127" fmla="*/ 0 w 633964"/>
              <a:gd name="connsiteY4-128" fmla="*/ 590844 h 593863"/>
              <a:gd name="connsiteX0-129" fmla="*/ 9965 w 633964"/>
              <a:gd name="connsiteY0-130" fmla="*/ 0 h 593863"/>
              <a:gd name="connsiteX1-131" fmla="*/ 381145 w 633964"/>
              <a:gd name="connsiteY1-132" fmla="*/ 92174 h 593863"/>
              <a:gd name="connsiteX2-133" fmla="*/ 633486 w 633964"/>
              <a:gd name="connsiteY2-134" fmla="*/ 356456 h 593863"/>
              <a:gd name="connsiteX3-135" fmla="*/ 319234 w 633964"/>
              <a:gd name="connsiteY3-136" fmla="*/ 573186 h 593863"/>
              <a:gd name="connsiteX4-137" fmla="*/ 0 w 633964"/>
              <a:gd name="connsiteY4-138" fmla="*/ 590844 h 593863"/>
              <a:gd name="connsiteX0-139" fmla="*/ 9965 w 633964"/>
              <a:gd name="connsiteY0-140" fmla="*/ 0 h 590844"/>
              <a:gd name="connsiteX1-141" fmla="*/ 381145 w 633964"/>
              <a:gd name="connsiteY1-142" fmla="*/ 92174 h 590844"/>
              <a:gd name="connsiteX2-143" fmla="*/ 633486 w 633964"/>
              <a:gd name="connsiteY2-144" fmla="*/ 356456 h 590844"/>
              <a:gd name="connsiteX3-145" fmla="*/ 319234 w 633964"/>
              <a:gd name="connsiteY3-146" fmla="*/ 573186 h 590844"/>
              <a:gd name="connsiteX4-147" fmla="*/ 0 w 633964"/>
              <a:gd name="connsiteY4-148" fmla="*/ 590844 h 590844"/>
              <a:gd name="connsiteX0-149" fmla="*/ 9965 w 633964"/>
              <a:gd name="connsiteY0-150" fmla="*/ 0 h 590844"/>
              <a:gd name="connsiteX1-151" fmla="*/ 381145 w 633964"/>
              <a:gd name="connsiteY1-152" fmla="*/ 92174 h 590844"/>
              <a:gd name="connsiteX2-153" fmla="*/ 633486 w 633964"/>
              <a:gd name="connsiteY2-154" fmla="*/ 356456 h 590844"/>
              <a:gd name="connsiteX3-155" fmla="*/ 319234 w 633964"/>
              <a:gd name="connsiteY3-156" fmla="*/ 573186 h 590844"/>
              <a:gd name="connsiteX4-157" fmla="*/ 0 w 633964"/>
              <a:gd name="connsiteY4-158" fmla="*/ 590844 h 590844"/>
              <a:gd name="connsiteX0-159" fmla="*/ 9965 w 633594"/>
              <a:gd name="connsiteY0-160" fmla="*/ 0 h 590844"/>
              <a:gd name="connsiteX1-161" fmla="*/ 381145 w 633594"/>
              <a:gd name="connsiteY1-162" fmla="*/ 92174 h 590844"/>
              <a:gd name="connsiteX2-163" fmla="*/ 633486 w 633594"/>
              <a:gd name="connsiteY2-164" fmla="*/ 356456 h 590844"/>
              <a:gd name="connsiteX3-165" fmla="*/ 352571 w 633594"/>
              <a:gd name="connsiteY3-166" fmla="*/ 544611 h 590844"/>
              <a:gd name="connsiteX4-167" fmla="*/ 0 w 633594"/>
              <a:gd name="connsiteY4-168" fmla="*/ 590844 h 590844"/>
              <a:gd name="connsiteX0-169" fmla="*/ 9965 w 633594"/>
              <a:gd name="connsiteY0-170" fmla="*/ 0 h 590844"/>
              <a:gd name="connsiteX1-171" fmla="*/ 381145 w 633594"/>
              <a:gd name="connsiteY1-172" fmla="*/ 92174 h 590844"/>
              <a:gd name="connsiteX2-173" fmla="*/ 633486 w 633594"/>
              <a:gd name="connsiteY2-174" fmla="*/ 356456 h 590844"/>
              <a:gd name="connsiteX3-175" fmla="*/ 352571 w 633594"/>
              <a:gd name="connsiteY3-176" fmla="*/ 544611 h 590844"/>
              <a:gd name="connsiteX4-177" fmla="*/ 0 w 633594"/>
              <a:gd name="connsiteY4-178" fmla="*/ 590844 h 590844"/>
              <a:gd name="connsiteX0-179" fmla="*/ 9965 w 633594"/>
              <a:gd name="connsiteY0-180" fmla="*/ 0 h 590844"/>
              <a:gd name="connsiteX1-181" fmla="*/ 381145 w 633594"/>
              <a:gd name="connsiteY1-182" fmla="*/ 92174 h 590844"/>
              <a:gd name="connsiteX2-183" fmla="*/ 633486 w 633594"/>
              <a:gd name="connsiteY2-184" fmla="*/ 356456 h 590844"/>
              <a:gd name="connsiteX3-185" fmla="*/ 352571 w 633594"/>
              <a:gd name="connsiteY3-186" fmla="*/ 544611 h 590844"/>
              <a:gd name="connsiteX4-187" fmla="*/ 0 w 633594"/>
              <a:gd name="connsiteY4-188" fmla="*/ 590844 h 590844"/>
              <a:gd name="connsiteX0-189" fmla="*/ 9965 w 633594"/>
              <a:gd name="connsiteY0-190" fmla="*/ 0 h 590844"/>
              <a:gd name="connsiteX1-191" fmla="*/ 381145 w 633594"/>
              <a:gd name="connsiteY1-192" fmla="*/ 125512 h 590844"/>
              <a:gd name="connsiteX2-193" fmla="*/ 633486 w 633594"/>
              <a:gd name="connsiteY2-194" fmla="*/ 356456 h 590844"/>
              <a:gd name="connsiteX3-195" fmla="*/ 352571 w 633594"/>
              <a:gd name="connsiteY3-196" fmla="*/ 544611 h 590844"/>
              <a:gd name="connsiteX4-197" fmla="*/ 0 w 633594"/>
              <a:gd name="connsiteY4-198" fmla="*/ 590844 h 590844"/>
              <a:gd name="connsiteX0-199" fmla="*/ 9965 w 633687"/>
              <a:gd name="connsiteY0-200" fmla="*/ 0 h 590844"/>
              <a:gd name="connsiteX1-201" fmla="*/ 390670 w 633687"/>
              <a:gd name="connsiteY1-202" fmla="*/ 101699 h 590844"/>
              <a:gd name="connsiteX2-203" fmla="*/ 633486 w 633687"/>
              <a:gd name="connsiteY2-204" fmla="*/ 356456 h 590844"/>
              <a:gd name="connsiteX3-205" fmla="*/ 352571 w 633687"/>
              <a:gd name="connsiteY3-206" fmla="*/ 544611 h 590844"/>
              <a:gd name="connsiteX4-207" fmla="*/ 0 w 633687"/>
              <a:gd name="connsiteY4-208" fmla="*/ 590844 h 590844"/>
              <a:gd name="connsiteX0-209" fmla="*/ 9965 w 633687"/>
              <a:gd name="connsiteY0-210" fmla="*/ 0 h 590844"/>
              <a:gd name="connsiteX1-211" fmla="*/ 390670 w 633687"/>
              <a:gd name="connsiteY1-212" fmla="*/ 101699 h 590844"/>
              <a:gd name="connsiteX2-213" fmla="*/ 633486 w 633687"/>
              <a:gd name="connsiteY2-214" fmla="*/ 356456 h 590844"/>
              <a:gd name="connsiteX3-215" fmla="*/ 352571 w 633687"/>
              <a:gd name="connsiteY3-216" fmla="*/ 544611 h 590844"/>
              <a:gd name="connsiteX4-217" fmla="*/ 0 w 633687"/>
              <a:gd name="connsiteY4-218" fmla="*/ 590844 h 590844"/>
              <a:gd name="connsiteX0-219" fmla="*/ 9965 w 633687"/>
              <a:gd name="connsiteY0-220" fmla="*/ 0 h 590844"/>
              <a:gd name="connsiteX1-221" fmla="*/ 390670 w 633687"/>
              <a:gd name="connsiteY1-222" fmla="*/ 101699 h 590844"/>
              <a:gd name="connsiteX2-223" fmla="*/ 633486 w 633687"/>
              <a:gd name="connsiteY2-224" fmla="*/ 356456 h 590844"/>
              <a:gd name="connsiteX3-225" fmla="*/ 352571 w 633687"/>
              <a:gd name="connsiteY3-226" fmla="*/ 544611 h 590844"/>
              <a:gd name="connsiteX4-227" fmla="*/ 0 w 633687"/>
              <a:gd name="connsiteY4-228" fmla="*/ 590844 h 590844"/>
              <a:gd name="connsiteX0-229" fmla="*/ 9965 w 633488"/>
              <a:gd name="connsiteY0-230" fmla="*/ 0 h 590844"/>
              <a:gd name="connsiteX1-231" fmla="*/ 357332 w 633488"/>
              <a:gd name="connsiteY1-232" fmla="*/ 82649 h 590844"/>
              <a:gd name="connsiteX2-233" fmla="*/ 633486 w 633488"/>
              <a:gd name="connsiteY2-234" fmla="*/ 356456 h 590844"/>
              <a:gd name="connsiteX3-235" fmla="*/ 352571 w 633488"/>
              <a:gd name="connsiteY3-236" fmla="*/ 544611 h 590844"/>
              <a:gd name="connsiteX4-237" fmla="*/ 0 w 633488"/>
              <a:gd name="connsiteY4-238" fmla="*/ 590844 h 590844"/>
              <a:gd name="connsiteX0-239" fmla="*/ 9965 w 614439"/>
              <a:gd name="connsiteY0-240" fmla="*/ 0 h 590844"/>
              <a:gd name="connsiteX1-241" fmla="*/ 357332 w 614439"/>
              <a:gd name="connsiteY1-242" fmla="*/ 82649 h 590844"/>
              <a:gd name="connsiteX2-243" fmla="*/ 614436 w 614439"/>
              <a:gd name="connsiteY2-244" fmla="*/ 270731 h 590844"/>
              <a:gd name="connsiteX3-245" fmla="*/ 352571 w 614439"/>
              <a:gd name="connsiteY3-246" fmla="*/ 544611 h 590844"/>
              <a:gd name="connsiteX4-247" fmla="*/ 0 w 614439"/>
              <a:gd name="connsiteY4-248" fmla="*/ 590844 h 590844"/>
              <a:gd name="connsiteX0-249" fmla="*/ 9965 w 638251"/>
              <a:gd name="connsiteY0-250" fmla="*/ 0 h 590844"/>
              <a:gd name="connsiteX1-251" fmla="*/ 357332 w 638251"/>
              <a:gd name="connsiteY1-252" fmla="*/ 82649 h 590844"/>
              <a:gd name="connsiteX2-253" fmla="*/ 638249 w 638251"/>
              <a:gd name="connsiteY2-254" fmla="*/ 308831 h 590844"/>
              <a:gd name="connsiteX3-255" fmla="*/ 352571 w 638251"/>
              <a:gd name="connsiteY3-256" fmla="*/ 544611 h 590844"/>
              <a:gd name="connsiteX4-257" fmla="*/ 0 w 638251"/>
              <a:gd name="connsiteY4-258" fmla="*/ 590844 h 590844"/>
              <a:gd name="connsiteX0-259" fmla="*/ 9965 w 638251"/>
              <a:gd name="connsiteY0-260" fmla="*/ 0 h 595607"/>
              <a:gd name="connsiteX1-261" fmla="*/ 357332 w 638251"/>
              <a:gd name="connsiteY1-262" fmla="*/ 87412 h 595607"/>
              <a:gd name="connsiteX2-263" fmla="*/ 638249 w 638251"/>
              <a:gd name="connsiteY2-264" fmla="*/ 313594 h 595607"/>
              <a:gd name="connsiteX3-265" fmla="*/ 352571 w 638251"/>
              <a:gd name="connsiteY3-266" fmla="*/ 549374 h 595607"/>
              <a:gd name="connsiteX4-267" fmla="*/ 0 w 638251"/>
              <a:gd name="connsiteY4-268" fmla="*/ 595607 h 595607"/>
              <a:gd name="connsiteX0-269" fmla="*/ 9965 w 638251"/>
              <a:gd name="connsiteY0-270" fmla="*/ 0 h 581320"/>
              <a:gd name="connsiteX1-271" fmla="*/ 357332 w 638251"/>
              <a:gd name="connsiteY1-272" fmla="*/ 73125 h 581320"/>
              <a:gd name="connsiteX2-273" fmla="*/ 638249 w 638251"/>
              <a:gd name="connsiteY2-274" fmla="*/ 299307 h 581320"/>
              <a:gd name="connsiteX3-275" fmla="*/ 352571 w 638251"/>
              <a:gd name="connsiteY3-276" fmla="*/ 535087 h 581320"/>
              <a:gd name="connsiteX4-277" fmla="*/ 0 w 638251"/>
              <a:gd name="connsiteY4-278" fmla="*/ 581320 h 581320"/>
              <a:gd name="connsiteX0-279" fmla="*/ 440 w 638251"/>
              <a:gd name="connsiteY0-280" fmla="*/ 0 h 581320"/>
              <a:gd name="connsiteX1-281" fmla="*/ 357332 w 638251"/>
              <a:gd name="connsiteY1-282" fmla="*/ 73125 h 581320"/>
              <a:gd name="connsiteX2-283" fmla="*/ 638249 w 638251"/>
              <a:gd name="connsiteY2-284" fmla="*/ 299307 h 581320"/>
              <a:gd name="connsiteX3-285" fmla="*/ 352571 w 638251"/>
              <a:gd name="connsiteY3-286" fmla="*/ 535087 h 581320"/>
              <a:gd name="connsiteX4-287" fmla="*/ 0 w 638251"/>
              <a:gd name="connsiteY4-288" fmla="*/ 581320 h 581320"/>
              <a:gd name="connsiteX0-289" fmla="*/ 0 w 652098"/>
              <a:gd name="connsiteY0-290" fmla="*/ 0 h 590845"/>
              <a:gd name="connsiteX1-291" fmla="*/ 371179 w 652098"/>
              <a:gd name="connsiteY1-292" fmla="*/ 82650 h 590845"/>
              <a:gd name="connsiteX2-293" fmla="*/ 652096 w 652098"/>
              <a:gd name="connsiteY2-294" fmla="*/ 308832 h 590845"/>
              <a:gd name="connsiteX3-295" fmla="*/ 366418 w 652098"/>
              <a:gd name="connsiteY3-296" fmla="*/ 544612 h 590845"/>
              <a:gd name="connsiteX4-297" fmla="*/ 13847 w 652098"/>
              <a:gd name="connsiteY4-298" fmla="*/ 590845 h 590845"/>
              <a:gd name="connsiteX0-299" fmla="*/ 0 w 656860"/>
              <a:gd name="connsiteY0-300" fmla="*/ 0 h 595608"/>
              <a:gd name="connsiteX1-301" fmla="*/ 375941 w 656860"/>
              <a:gd name="connsiteY1-302" fmla="*/ 87413 h 595608"/>
              <a:gd name="connsiteX2-303" fmla="*/ 656858 w 656860"/>
              <a:gd name="connsiteY2-304" fmla="*/ 313595 h 595608"/>
              <a:gd name="connsiteX3-305" fmla="*/ 371180 w 656860"/>
              <a:gd name="connsiteY3-306" fmla="*/ 549375 h 595608"/>
              <a:gd name="connsiteX4-307" fmla="*/ 18609 w 656860"/>
              <a:gd name="connsiteY4-308" fmla="*/ 595608 h 595608"/>
              <a:gd name="connsiteX0-309" fmla="*/ 0 w 656860"/>
              <a:gd name="connsiteY0-310" fmla="*/ 0 h 586083"/>
              <a:gd name="connsiteX1-311" fmla="*/ 375941 w 656860"/>
              <a:gd name="connsiteY1-312" fmla="*/ 77888 h 586083"/>
              <a:gd name="connsiteX2-313" fmla="*/ 656858 w 656860"/>
              <a:gd name="connsiteY2-314" fmla="*/ 304070 h 586083"/>
              <a:gd name="connsiteX3-315" fmla="*/ 371180 w 656860"/>
              <a:gd name="connsiteY3-316" fmla="*/ 539850 h 586083"/>
              <a:gd name="connsiteX4-317" fmla="*/ 18609 w 656860"/>
              <a:gd name="connsiteY4-318" fmla="*/ 586083 h 586083"/>
              <a:gd name="connsiteX0-319" fmla="*/ 19491 w 638251"/>
              <a:gd name="connsiteY0-320" fmla="*/ 0 h 576558"/>
              <a:gd name="connsiteX1-321" fmla="*/ 357332 w 638251"/>
              <a:gd name="connsiteY1-322" fmla="*/ 68363 h 576558"/>
              <a:gd name="connsiteX2-323" fmla="*/ 638249 w 638251"/>
              <a:gd name="connsiteY2-324" fmla="*/ 294545 h 576558"/>
              <a:gd name="connsiteX3-325" fmla="*/ 352571 w 638251"/>
              <a:gd name="connsiteY3-326" fmla="*/ 530325 h 576558"/>
              <a:gd name="connsiteX4-327" fmla="*/ 0 w 638251"/>
              <a:gd name="connsiteY4-328" fmla="*/ 576558 h 576558"/>
              <a:gd name="connsiteX0-329" fmla="*/ 14729 w 638251"/>
              <a:gd name="connsiteY0-330" fmla="*/ 0 h 586083"/>
              <a:gd name="connsiteX1-331" fmla="*/ 357332 w 638251"/>
              <a:gd name="connsiteY1-332" fmla="*/ 77888 h 586083"/>
              <a:gd name="connsiteX2-333" fmla="*/ 638249 w 638251"/>
              <a:gd name="connsiteY2-334" fmla="*/ 304070 h 586083"/>
              <a:gd name="connsiteX3-335" fmla="*/ 352571 w 638251"/>
              <a:gd name="connsiteY3-336" fmla="*/ 539850 h 586083"/>
              <a:gd name="connsiteX4-337" fmla="*/ 0 w 638251"/>
              <a:gd name="connsiteY4-338" fmla="*/ 586083 h 586083"/>
              <a:gd name="connsiteX0-339" fmla="*/ 0 w 651039"/>
              <a:gd name="connsiteY0-340" fmla="*/ 0 h 592017"/>
              <a:gd name="connsiteX1-341" fmla="*/ 370120 w 651039"/>
              <a:gd name="connsiteY1-342" fmla="*/ 83822 h 592017"/>
              <a:gd name="connsiteX2-343" fmla="*/ 651037 w 651039"/>
              <a:gd name="connsiteY2-344" fmla="*/ 310004 h 592017"/>
              <a:gd name="connsiteX3-345" fmla="*/ 365359 w 651039"/>
              <a:gd name="connsiteY3-346" fmla="*/ 545784 h 592017"/>
              <a:gd name="connsiteX4-347" fmla="*/ 12788 w 651039"/>
              <a:gd name="connsiteY4-348" fmla="*/ 592017 h 5920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07" y="connsiteY4-108"/>
              </a:cxn>
            </a:cxnLst>
            <a:rect l="l" t="t" r="r" b="b"/>
            <a:pathLst>
              <a:path w="651039" h="592017">
                <a:moveTo>
                  <a:pt x="0" y="0"/>
                </a:moveTo>
                <a:cubicBezTo>
                  <a:pt x="62657" y="19331"/>
                  <a:pt x="280488" y="38700"/>
                  <a:pt x="370120" y="83822"/>
                </a:cubicBezTo>
                <a:cubicBezTo>
                  <a:pt x="474040" y="143231"/>
                  <a:pt x="651831" y="233010"/>
                  <a:pt x="651037" y="310004"/>
                </a:cubicBezTo>
                <a:cubicBezTo>
                  <a:pt x="650244" y="386998"/>
                  <a:pt x="470941" y="511482"/>
                  <a:pt x="365359" y="545784"/>
                </a:cubicBezTo>
                <a:cubicBezTo>
                  <a:pt x="321691" y="570562"/>
                  <a:pt x="51706" y="583518"/>
                  <a:pt x="12788" y="592017"/>
                </a:cubicBezTo>
              </a:path>
            </a:pathLst>
          </a:cu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" name="任意多边形 101"/>
          <p:cNvSpPr/>
          <p:nvPr/>
        </p:nvSpPr>
        <p:spPr bwMode="auto">
          <a:xfrm>
            <a:off x="6941629" y="4696672"/>
            <a:ext cx="71439" cy="233469"/>
          </a:xfrm>
          <a:custGeom>
            <a:avLst/>
            <a:gdLst>
              <a:gd name="connsiteX0" fmla="*/ 0 w 71571"/>
              <a:gd name="connsiteY0" fmla="*/ 0 h 223837"/>
              <a:gd name="connsiteX1" fmla="*/ 71438 w 71571"/>
              <a:gd name="connsiteY1" fmla="*/ 119062 h 223837"/>
              <a:gd name="connsiteX2" fmla="*/ 14288 w 71571"/>
              <a:gd name="connsiteY2" fmla="*/ 223837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71" h="223837">
                <a:moveTo>
                  <a:pt x="0" y="0"/>
                </a:moveTo>
                <a:cubicBezTo>
                  <a:pt x="34528" y="40878"/>
                  <a:pt x="69057" y="81756"/>
                  <a:pt x="71438" y="119062"/>
                </a:cubicBezTo>
                <a:cubicBezTo>
                  <a:pt x="73819" y="156368"/>
                  <a:pt x="44053" y="190102"/>
                  <a:pt x="14288" y="223837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" name="Line 25"/>
          <p:cNvSpPr>
            <a:spLocks noChangeShapeType="1"/>
          </p:cNvSpPr>
          <p:nvPr/>
        </p:nvSpPr>
        <p:spPr bwMode="auto">
          <a:xfrm>
            <a:off x="7254689" y="4817271"/>
            <a:ext cx="50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04" name="直接连接符 103"/>
          <p:cNvCxnSpPr/>
          <p:nvPr/>
        </p:nvCxnSpPr>
        <p:spPr bwMode="auto">
          <a:xfrm flipV="1">
            <a:off x="6957352" y="5020724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连接符 104"/>
          <p:cNvCxnSpPr/>
          <p:nvPr/>
        </p:nvCxnSpPr>
        <p:spPr bwMode="auto">
          <a:xfrm flipV="1">
            <a:off x="6957352" y="5261261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任意多边形 105"/>
          <p:cNvSpPr/>
          <p:nvPr/>
        </p:nvSpPr>
        <p:spPr bwMode="auto">
          <a:xfrm>
            <a:off x="7111015" y="5023384"/>
            <a:ext cx="169018" cy="237526"/>
          </a:xfrm>
          <a:custGeom>
            <a:avLst/>
            <a:gdLst>
              <a:gd name="connsiteX0" fmla="*/ 138551 w 673487"/>
              <a:gd name="connsiteY0" fmla="*/ 0 h 613855"/>
              <a:gd name="connsiteX1" fmla="*/ 673123 w 673487"/>
              <a:gd name="connsiteY1" fmla="*/ 351693 h 613855"/>
              <a:gd name="connsiteX2" fmla="*/ 68212 w 673487"/>
              <a:gd name="connsiteY2" fmla="*/ 590843 h 613855"/>
              <a:gd name="connsiteX3" fmla="*/ 40077 w 673487"/>
              <a:gd name="connsiteY3" fmla="*/ 590843 h 613855"/>
              <a:gd name="connsiteX0-1" fmla="*/ 54144 w 673131"/>
              <a:gd name="connsiteY0-2" fmla="*/ 0 h 585719"/>
              <a:gd name="connsiteX1-3" fmla="*/ 673123 w 673131"/>
              <a:gd name="connsiteY1-4" fmla="*/ 323557 h 585719"/>
              <a:gd name="connsiteX2-5" fmla="*/ 68212 w 673131"/>
              <a:gd name="connsiteY2-6" fmla="*/ 562707 h 585719"/>
              <a:gd name="connsiteX3-7" fmla="*/ 40077 w 673131"/>
              <a:gd name="connsiteY3-8" fmla="*/ 562707 h 585719"/>
              <a:gd name="connsiteX0-9" fmla="*/ 54144 w 673131"/>
              <a:gd name="connsiteY0-10" fmla="*/ 0 h 627922"/>
              <a:gd name="connsiteX1-11" fmla="*/ 673123 w 673131"/>
              <a:gd name="connsiteY1-12" fmla="*/ 365760 h 627922"/>
              <a:gd name="connsiteX2-13" fmla="*/ 68212 w 673131"/>
              <a:gd name="connsiteY2-14" fmla="*/ 604910 h 627922"/>
              <a:gd name="connsiteX3-15" fmla="*/ 40077 w 673131"/>
              <a:gd name="connsiteY3-16" fmla="*/ 604910 h 627922"/>
              <a:gd name="connsiteX0-17" fmla="*/ 40077 w 673155"/>
              <a:gd name="connsiteY0-18" fmla="*/ 0 h 613855"/>
              <a:gd name="connsiteX1-19" fmla="*/ 673123 w 673155"/>
              <a:gd name="connsiteY1-20" fmla="*/ 351693 h 613855"/>
              <a:gd name="connsiteX2-21" fmla="*/ 68212 w 673155"/>
              <a:gd name="connsiteY2-22" fmla="*/ 590843 h 613855"/>
              <a:gd name="connsiteX3-23" fmla="*/ 40077 w 673155"/>
              <a:gd name="connsiteY3-24" fmla="*/ 590843 h 613855"/>
              <a:gd name="connsiteX0-25" fmla="*/ 0 w 633078"/>
              <a:gd name="connsiteY0-26" fmla="*/ 0 h 590843"/>
              <a:gd name="connsiteX1-27" fmla="*/ 633046 w 633078"/>
              <a:gd name="connsiteY1-28" fmla="*/ 351693 h 590843"/>
              <a:gd name="connsiteX2-29" fmla="*/ 28135 w 633078"/>
              <a:gd name="connsiteY2-30" fmla="*/ 590843 h 590843"/>
              <a:gd name="connsiteX0-31" fmla="*/ 0 w 633049"/>
              <a:gd name="connsiteY0-32" fmla="*/ 0 h 581318"/>
              <a:gd name="connsiteX1-33" fmla="*/ 633046 w 633049"/>
              <a:gd name="connsiteY1-34" fmla="*/ 351693 h 581318"/>
              <a:gd name="connsiteX2-35" fmla="*/ 9085 w 633049"/>
              <a:gd name="connsiteY2-36" fmla="*/ 581318 h 581318"/>
              <a:gd name="connsiteX0-37" fmla="*/ 440 w 633486"/>
              <a:gd name="connsiteY0-38" fmla="*/ 0 h 586081"/>
              <a:gd name="connsiteX1-39" fmla="*/ 633486 w 633486"/>
              <a:gd name="connsiteY1-40" fmla="*/ 351693 h 586081"/>
              <a:gd name="connsiteX2-41" fmla="*/ 0 w 633486"/>
              <a:gd name="connsiteY2-42" fmla="*/ 586081 h 586081"/>
              <a:gd name="connsiteX0-43" fmla="*/ 440 w 633486"/>
              <a:gd name="connsiteY0-44" fmla="*/ 0 h 586128"/>
              <a:gd name="connsiteX1-45" fmla="*/ 633486 w 633486"/>
              <a:gd name="connsiteY1-46" fmla="*/ 351693 h 586128"/>
              <a:gd name="connsiteX2-47" fmla="*/ 0 w 633486"/>
              <a:gd name="connsiteY2-48" fmla="*/ 586081 h 586128"/>
              <a:gd name="connsiteX0-49" fmla="*/ 9965 w 633491"/>
              <a:gd name="connsiteY0-50" fmla="*/ 0 h 590891"/>
              <a:gd name="connsiteX1-51" fmla="*/ 633486 w 633491"/>
              <a:gd name="connsiteY1-52" fmla="*/ 356456 h 590891"/>
              <a:gd name="connsiteX2-53" fmla="*/ 0 w 633491"/>
              <a:gd name="connsiteY2-54" fmla="*/ 590844 h 590891"/>
              <a:gd name="connsiteX0-55" fmla="*/ 9965 w 633492"/>
              <a:gd name="connsiteY0-56" fmla="*/ 0 h 590891"/>
              <a:gd name="connsiteX1-57" fmla="*/ 633486 w 633492"/>
              <a:gd name="connsiteY1-58" fmla="*/ 356456 h 590891"/>
              <a:gd name="connsiteX2-59" fmla="*/ 0 w 633492"/>
              <a:gd name="connsiteY2-60" fmla="*/ 590844 h 590891"/>
              <a:gd name="connsiteX0-61" fmla="*/ 9965 w 633493"/>
              <a:gd name="connsiteY0-62" fmla="*/ 0 h 590891"/>
              <a:gd name="connsiteX1-63" fmla="*/ 633486 w 633493"/>
              <a:gd name="connsiteY1-64" fmla="*/ 356456 h 590891"/>
              <a:gd name="connsiteX2-65" fmla="*/ 0 w 633493"/>
              <a:gd name="connsiteY2-66" fmla="*/ 590844 h 590891"/>
              <a:gd name="connsiteX0-67" fmla="*/ 9965 w 638201"/>
              <a:gd name="connsiteY0-68" fmla="*/ 0 h 590844"/>
              <a:gd name="connsiteX1-69" fmla="*/ 633486 w 638201"/>
              <a:gd name="connsiteY1-70" fmla="*/ 356456 h 590844"/>
              <a:gd name="connsiteX2-71" fmla="*/ 281134 w 638201"/>
              <a:gd name="connsiteY2-72" fmla="*/ 535086 h 590844"/>
              <a:gd name="connsiteX3-73" fmla="*/ 0 w 638201"/>
              <a:gd name="connsiteY3-74" fmla="*/ 590844 h 590844"/>
              <a:gd name="connsiteX0-75" fmla="*/ 9965 w 638800"/>
              <a:gd name="connsiteY0-76" fmla="*/ 0 h 590844"/>
              <a:gd name="connsiteX1-77" fmla="*/ 633486 w 638800"/>
              <a:gd name="connsiteY1-78" fmla="*/ 356456 h 590844"/>
              <a:gd name="connsiteX2-79" fmla="*/ 281134 w 638800"/>
              <a:gd name="connsiteY2-80" fmla="*/ 535086 h 590844"/>
              <a:gd name="connsiteX3-81" fmla="*/ 0 w 638800"/>
              <a:gd name="connsiteY3-82" fmla="*/ 590844 h 590844"/>
              <a:gd name="connsiteX0-83" fmla="*/ 9965 w 640456"/>
              <a:gd name="connsiteY0-84" fmla="*/ 0 h 590844"/>
              <a:gd name="connsiteX1-85" fmla="*/ 633486 w 640456"/>
              <a:gd name="connsiteY1-86" fmla="*/ 356456 h 590844"/>
              <a:gd name="connsiteX2-87" fmla="*/ 309709 w 640456"/>
              <a:gd name="connsiteY2-88" fmla="*/ 558898 h 590844"/>
              <a:gd name="connsiteX3-89" fmla="*/ 0 w 640456"/>
              <a:gd name="connsiteY3-90" fmla="*/ 590844 h 590844"/>
              <a:gd name="connsiteX0-91" fmla="*/ 9965 w 634445"/>
              <a:gd name="connsiteY0-92" fmla="*/ 0 h 590844"/>
              <a:gd name="connsiteX1-93" fmla="*/ 395433 w 634445"/>
              <a:gd name="connsiteY1-94" fmla="*/ 101699 h 590844"/>
              <a:gd name="connsiteX2-95" fmla="*/ 633486 w 634445"/>
              <a:gd name="connsiteY2-96" fmla="*/ 356456 h 590844"/>
              <a:gd name="connsiteX3-97" fmla="*/ 309709 w 634445"/>
              <a:gd name="connsiteY3-98" fmla="*/ 558898 h 590844"/>
              <a:gd name="connsiteX4" fmla="*/ 0 w 634445"/>
              <a:gd name="connsiteY4" fmla="*/ 590844 h 590844"/>
              <a:gd name="connsiteX0-99" fmla="*/ 9965 w 634113"/>
              <a:gd name="connsiteY0-100" fmla="*/ 0 h 590844"/>
              <a:gd name="connsiteX1-101" fmla="*/ 381145 w 634113"/>
              <a:gd name="connsiteY1-102" fmla="*/ 68362 h 590844"/>
              <a:gd name="connsiteX2-103" fmla="*/ 633486 w 634113"/>
              <a:gd name="connsiteY2-104" fmla="*/ 356456 h 590844"/>
              <a:gd name="connsiteX3-105" fmla="*/ 309709 w 634113"/>
              <a:gd name="connsiteY3-106" fmla="*/ 558898 h 590844"/>
              <a:gd name="connsiteX4-107" fmla="*/ 0 w 634113"/>
              <a:gd name="connsiteY4-108" fmla="*/ 590844 h 590844"/>
              <a:gd name="connsiteX0-109" fmla="*/ 9965 w 634113"/>
              <a:gd name="connsiteY0-110" fmla="*/ 0 h 590844"/>
              <a:gd name="connsiteX1-111" fmla="*/ 381145 w 634113"/>
              <a:gd name="connsiteY1-112" fmla="*/ 92174 h 590844"/>
              <a:gd name="connsiteX2-113" fmla="*/ 633486 w 634113"/>
              <a:gd name="connsiteY2-114" fmla="*/ 356456 h 590844"/>
              <a:gd name="connsiteX3-115" fmla="*/ 309709 w 634113"/>
              <a:gd name="connsiteY3-116" fmla="*/ 558898 h 590844"/>
              <a:gd name="connsiteX4-117" fmla="*/ 0 w 634113"/>
              <a:gd name="connsiteY4-118" fmla="*/ 590844 h 590844"/>
              <a:gd name="connsiteX0-119" fmla="*/ 9965 w 633964"/>
              <a:gd name="connsiteY0-120" fmla="*/ 0 h 593863"/>
              <a:gd name="connsiteX1-121" fmla="*/ 381145 w 633964"/>
              <a:gd name="connsiteY1-122" fmla="*/ 92174 h 593863"/>
              <a:gd name="connsiteX2-123" fmla="*/ 633486 w 633964"/>
              <a:gd name="connsiteY2-124" fmla="*/ 356456 h 593863"/>
              <a:gd name="connsiteX3-125" fmla="*/ 319234 w 633964"/>
              <a:gd name="connsiteY3-126" fmla="*/ 573186 h 593863"/>
              <a:gd name="connsiteX4-127" fmla="*/ 0 w 633964"/>
              <a:gd name="connsiteY4-128" fmla="*/ 590844 h 593863"/>
              <a:gd name="connsiteX0-129" fmla="*/ 9965 w 633964"/>
              <a:gd name="connsiteY0-130" fmla="*/ 0 h 593863"/>
              <a:gd name="connsiteX1-131" fmla="*/ 381145 w 633964"/>
              <a:gd name="connsiteY1-132" fmla="*/ 92174 h 593863"/>
              <a:gd name="connsiteX2-133" fmla="*/ 633486 w 633964"/>
              <a:gd name="connsiteY2-134" fmla="*/ 356456 h 593863"/>
              <a:gd name="connsiteX3-135" fmla="*/ 319234 w 633964"/>
              <a:gd name="connsiteY3-136" fmla="*/ 573186 h 593863"/>
              <a:gd name="connsiteX4-137" fmla="*/ 0 w 633964"/>
              <a:gd name="connsiteY4-138" fmla="*/ 590844 h 593863"/>
              <a:gd name="connsiteX0-139" fmla="*/ 9965 w 633964"/>
              <a:gd name="connsiteY0-140" fmla="*/ 0 h 590844"/>
              <a:gd name="connsiteX1-141" fmla="*/ 381145 w 633964"/>
              <a:gd name="connsiteY1-142" fmla="*/ 92174 h 590844"/>
              <a:gd name="connsiteX2-143" fmla="*/ 633486 w 633964"/>
              <a:gd name="connsiteY2-144" fmla="*/ 356456 h 590844"/>
              <a:gd name="connsiteX3-145" fmla="*/ 319234 w 633964"/>
              <a:gd name="connsiteY3-146" fmla="*/ 573186 h 590844"/>
              <a:gd name="connsiteX4-147" fmla="*/ 0 w 633964"/>
              <a:gd name="connsiteY4-148" fmla="*/ 590844 h 590844"/>
              <a:gd name="connsiteX0-149" fmla="*/ 9965 w 633964"/>
              <a:gd name="connsiteY0-150" fmla="*/ 0 h 590844"/>
              <a:gd name="connsiteX1-151" fmla="*/ 381145 w 633964"/>
              <a:gd name="connsiteY1-152" fmla="*/ 92174 h 590844"/>
              <a:gd name="connsiteX2-153" fmla="*/ 633486 w 633964"/>
              <a:gd name="connsiteY2-154" fmla="*/ 356456 h 590844"/>
              <a:gd name="connsiteX3-155" fmla="*/ 319234 w 633964"/>
              <a:gd name="connsiteY3-156" fmla="*/ 573186 h 590844"/>
              <a:gd name="connsiteX4-157" fmla="*/ 0 w 633964"/>
              <a:gd name="connsiteY4-158" fmla="*/ 590844 h 590844"/>
              <a:gd name="connsiteX0-159" fmla="*/ 9965 w 633594"/>
              <a:gd name="connsiteY0-160" fmla="*/ 0 h 590844"/>
              <a:gd name="connsiteX1-161" fmla="*/ 381145 w 633594"/>
              <a:gd name="connsiteY1-162" fmla="*/ 92174 h 590844"/>
              <a:gd name="connsiteX2-163" fmla="*/ 633486 w 633594"/>
              <a:gd name="connsiteY2-164" fmla="*/ 356456 h 590844"/>
              <a:gd name="connsiteX3-165" fmla="*/ 352571 w 633594"/>
              <a:gd name="connsiteY3-166" fmla="*/ 544611 h 590844"/>
              <a:gd name="connsiteX4-167" fmla="*/ 0 w 633594"/>
              <a:gd name="connsiteY4-168" fmla="*/ 590844 h 590844"/>
              <a:gd name="connsiteX0-169" fmla="*/ 9965 w 633594"/>
              <a:gd name="connsiteY0-170" fmla="*/ 0 h 590844"/>
              <a:gd name="connsiteX1-171" fmla="*/ 381145 w 633594"/>
              <a:gd name="connsiteY1-172" fmla="*/ 92174 h 590844"/>
              <a:gd name="connsiteX2-173" fmla="*/ 633486 w 633594"/>
              <a:gd name="connsiteY2-174" fmla="*/ 356456 h 590844"/>
              <a:gd name="connsiteX3-175" fmla="*/ 352571 w 633594"/>
              <a:gd name="connsiteY3-176" fmla="*/ 544611 h 590844"/>
              <a:gd name="connsiteX4-177" fmla="*/ 0 w 633594"/>
              <a:gd name="connsiteY4-178" fmla="*/ 590844 h 590844"/>
              <a:gd name="connsiteX0-179" fmla="*/ 9965 w 633594"/>
              <a:gd name="connsiteY0-180" fmla="*/ 0 h 590844"/>
              <a:gd name="connsiteX1-181" fmla="*/ 381145 w 633594"/>
              <a:gd name="connsiteY1-182" fmla="*/ 92174 h 590844"/>
              <a:gd name="connsiteX2-183" fmla="*/ 633486 w 633594"/>
              <a:gd name="connsiteY2-184" fmla="*/ 356456 h 590844"/>
              <a:gd name="connsiteX3-185" fmla="*/ 352571 w 633594"/>
              <a:gd name="connsiteY3-186" fmla="*/ 544611 h 590844"/>
              <a:gd name="connsiteX4-187" fmla="*/ 0 w 633594"/>
              <a:gd name="connsiteY4-188" fmla="*/ 590844 h 590844"/>
              <a:gd name="connsiteX0-189" fmla="*/ 9965 w 633594"/>
              <a:gd name="connsiteY0-190" fmla="*/ 0 h 590844"/>
              <a:gd name="connsiteX1-191" fmla="*/ 381145 w 633594"/>
              <a:gd name="connsiteY1-192" fmla="*/ 125512 h 590844"/>
              <a:gd name="connsiteX2-193" fmla="*/ 633486 w 633594"/>
              <a:gd name="connsiteY2-194" fmla="*/ 356456 h 590844"/>
              <a:gd name="connsiteX3-195" fmla="*/ 352571 w 633594"/>
              <a:gd name="connsiteY3-196" fmla="*/ 544611 h 590844"/>
              <a:gd name="connsiteX4-197" fmla="*/ 0 w 633594"/>
              <a:gd name="connsiteY4-198" fmla="*/ 590844 h 590844"/>
              <a:gd name="connsiteX0-199" fmla="*/ 9965 w 633687"/>
              <a:gd name="connsiteY0-200" fmla="*/ 0 h 590844"/>
              <a:gd name="connsiteX1-201" fmla="*/ 390670 w 633687"/>
              <a:gd name="connsiteY1-202" fmla="*/ 101699 h 590844"/>
              <a:gd name="connsiteX2-203" fmla="*/ 633486 w 633687"/>
              <a:gd name="connsiteY2-204" fmla="*/ 356456 h 590844"/>
              <a:gd name="connsiteX3-205" fmla="*/ 352571 w 633687"/>
              <a:gd name="connsiteY3-206" fmla="*/ 544611 h 590844"/>
              <a:gd name="connsiteX4-207" fmla="*/ 0 w 633687"/>
              <a:gd name="connsiteY4-208" fmla="*/ 590844 h 590844"/>
              <a:gd name="connsiteX0-209" fmla="*/ 9965 w 633687"/>
              <a:gd name="connsiteY0-210" fmla="*/ 0 h 590844"/>
              <a:gd name="connsiteX1-211" fmla="*/ 390670 w 633687"/>
              <a:gd name="connsiteY1-212" fmla="*/ 101699 h 590844"/>
              <a:gd name="connsiteX2-213" fmla="*/ 633486 w 633687"/>
              <a:gd name="connsiteY2-214" fmla="*/ 356456 h 590844"/>
              <a:gd name="connsiteX3-215" fmla="*/ 352571 w 633687"/>
              <a:gd name="connsiteY3-216" fmla="*/ 544611 h 590844"/>
              <a:gd name="connsiteX4-217" fmla="*/ 0 w 633687"/>
              <a:gd name="connsiteY4-218" fmla="*/ 590844 h 590844"/>
              <a:gd name="connsiteX0-219" fmla="*/ 9965 w 633687"/>
              <a:gd name="connsiteY0-220" fmla="*/ 0 h 590844"/>
              <a:gd name="connsiteX1-221" fmla="*/ 390670 w 633687"/>
              <a:gd name="connsiteY1-222" fmla="*/ 101699 h 590844"/>
              <a:gd name="connsiteX2-223" fmla="*/ 633486 w 633687"/>
              <a:gd name="connsiteY2-224" fmla="*/ 356456 h 590844"/>
              <a:gd name="connsiteX3-225" fmla="*/ 352571 w 633687"/>
              <a:gd name="connsiteY3-226" fmla="*/ 544611 h 590844"/>
              <a:gd name="connsiteX4-227" fmla="*/ 0 w 633687"/>
              <a:gd name="connsiteY4-228" fmla="*/ 590844 h 590844"/>
              <a:gd name="connsiteX0-229" fmla="*/ 9965 w 633488"/>
              <a:gd name="connsiteY0-230" fmla="*/ 0 h 590844"/>
              <a:gd name="connsiteX1-231" fmla="*/ 357332 w 633488"/>
              <a:gd name="connsiteY1-232" fmla="*/ 82649 h 590844"/>
              <a:gd name="connsiteX2-233" fmla="*/ 633486 w 633488"/>
              <a:gd name="connsiteY2-234" fmla="*/ 356456 h 590844"/>
              <a:gd name="connsiteX3-235" fmla="*/ 352571 w 633488"/>
              <a:gd name="connsiteY3-236" fmla="*/ 544611 h 590844"/>
              <a:gd name="connsiteX4-237" fmla="*/ 0 w 633488"/>
              <a:gd name="connsiteY4-238" fmla="*/ 590844 h 590844"/>
              <a:gd name="connsiteX0-239" fmla="*/ 9965 w 614439"/>
              <a:gd name="connsiteY0-240" fmla="*/ 0 h 590844"/>
              <a:gd name="connsiteX1-241" fmla="*/ 357332 w 614439"/>
              <a:gd name="connsiteY1-242" fmla="*/ 82649 h 590844"/>
              <a:gd name="connsiteX2-243" fmla="*/ 614436 w 614439"/>
              <a:gd name="connsiteY2-244" fmla="*/ 270731 h 590844"/>
              <a:gd name="connsiteX3-245" fmla="*/ 352571 w 614439"/>
              <a:gd name="connsiteY3-246" fmla="*/ 544611 h 590844"/>
              <a:gd name="connsiteX4-247" fmla="*/ 0 w 614439"/>
              <a:gd name="connsiteY4-248" fmla="*/ 590844 h 590844"/>
              <a:gd name="connsiteX0-249" fmla="*/ 9965 w 638251"/>
              <a:gd name="connsiteY0-250" fmla="*/ 0 h 590844"/>
              <a:gd name="connsiteX1-251" fmla="*/ 357332 w 638251"/>
              <a:gd name="connsiteY1-252" fmla="*/ 82649 h 590844"/>
              <a:gd name="connsiteX2-253" fmla="*/ 638249 w 638251"/>
              <a:gd name="connsiteY2-254" fmla="*/ 308831 h 590844"/>
              <a:gd name="connsiteX3-255" fmla="*/ 352571 w 638251"/>
              <a:gd name="connsiteY3-256" fmla="*/ 544611 h 590844"/>
              <a:gd name="connsiteX4-257" fmla="*/ 0 w 638251"/>
              <a:gd name="connsiteY4-258" fmla="*/ 590844 h 590844"/>
              <a:gd name="connsiteX0-259" fmla="*/ 9965 w 638251"/>
              <a:gd name="connsiteY0-260" fmla="*/ 0 h 595607"/>
              <a:gd name="connsiteX1-261" fmla="*/ 357332 w 638251"/>
              <a:gd name="connsiteY1-262" fmla="*/ 87412 h 595607"/>
              <a:gd name="connsiteX2-263" fmla="*/ 638249 w 638251"/>
              <a:gd name="connsiteY2-264" fmla="*/ 313594 h 595607"/>
              <a:gd name="connsiteX3-265" fmla="*/ 352571 w 638251"/>
              <a:gd name="connsiteY3-266" fmla="*/ 549374 h 595607"/>
              <a:gd name="connsiteX4-267" fmla="*/ 0 w 638251"/>
              <a:gd name="connsiteY4-268" fmla="*/ 595607 h 595607"/>
              <a:gd name="connsiteX0-269" fmla="*/ 9965 w 638251"/>
              <a:gd name="connsiteY0-270" fmla="*/ 0 h 581320"/>
              <a:gd name="connsiteX1-271" fmla="*/ 357332 w 638251"/>
              <a:gd name="connsiteY1-272" fmla="*/ 73125 h 581320"/>
              <a:gd name="connsiteX2-273" fmla="*/ 638249 w 638251"/>
              <a:gd name="connsiteY2-274" fmla="*/ 299307 h 581320"/>
              <a:gd name="connsiteX3-275" fmla="*/ 352571 w 638251"/>
              <a:gd name="connsiteY3-276" fmla="*/ 535087 h 581320"/>
              <a:gd name="connsiteX4-277" fmla="*/ 0 w 638251"/>
              <a:gd name="connsiteY4-278" fmla="*/ 581320 h 581320"/>
              <a:gd name="connsiteX0-279" fmla="*/ 440 w 638251"/>
              <a:gd name="connsiteY0-280" fmla="*/ 0 h 581320"/>
              <a:gd name="connsiteX1-281" fmla="*/ 357332 w 638251"/>
              <a:gd name="connsiteY1-282" fmla="*/ 73125 h 581320"/>
              <a:gd name="connsiteX2-283" fmla="*/ 638249 w 638251"/>
              <a:gd name="connsiteY2-284" fmla="*/ 299307 h 581320"/>
              <a:gd name="connsiteX3-285" fmla="*/ 352571 w 638251"/>
              <a:gd name="connsiteY3-286" fmla="*/ 535087 h 581320"/>
              <a:gd name="connsiteX4-287" fmla="*/ 0 w 638251"/>
              <a:gd name="connsiteY4-288" fmla="*/ 581320 h 581320"/>
              <a:gd name="connsiteX0-289" fmla="*/ 0 w 652098"/>
              <a:gd name="connsiteY0-290" fmla="*/ 0 h 590845"/>
              <a:gd name="connsiteX1-291" fmla="*/ 371179 w 652098"/>
              <a:gd name="connsiteY1-292" fmla="*/ 82650 h 590845"/>
              <a:gd name="connsiteX2-293" fmla="*/ 652096 w 652098"/>
              <a:gd name="connsiteY2-294" fmla="*/ 308832 h 590845"/>
              <a:gd name="connsiteX3-295" fmla="*/ 366418 w 652098"/>
              <a:gd name="connsiteY3-296" fmla="*/ 544612 h 590845"/>
              <a:gd name="connsiteX4-297" fmla="*/ 13847 w 652098"/>
              <a:gd name="connsiteY4-298" fmla="*/ 590845 h 590845"/>
              <a:gd name="connsiteX0-299" fmla="*/ 0 w 656860"/>
              <a:gd name="connsiteY0-300" fmla="*/ 0 h 595608"/>
              <a:gd name="connsiteX1-301" fmla="*/ 375941 w 656860"/>
              <a:gd name="connsiteY1-302" fmla="*/ 87413 h 595608"/>
              <a:gd name="connsiteX2-303" fmla="*/ 656858 w 656860"/>
              <a:gd name="connsiteY2-304" fmla="*/ 313595 h 595608"/>
              <a:gd name="connsiteX3-305" fmla="*/ 371180 w 656860"/>
              <a:gd name="connsiteY3-306" fmla="*/ 549375 h 595608"/>
              <a:gd name="connsiteX4-307" fmla="*/ 18609 w 656860"/>
              <a:gd name="connsiteY4-308" fmla="*/ 595608 h 595608"/>
              <a:gd name="connsiteX0-309" fmla="*/ 0 w 656860"/>
              <a:gd name="connsiteY0-310" fmla="*/ 0 h 586083"/>
              <a:gd name="connsiteX1-311" fmla="*/ 375941 w 656860"/>
              <a:gd name="connsiteY1-312" fmla="*/ 77888 h 586083"/>
              <a:gd name="connsiteX2-313" fmla="*/ 656858 w 656860"/>
              <a:gd name="connsiteY2-314" fmla="*/ 304070 h 586083"/>
              <a:gd name="connsiteX3-315" fmla="*/ 371180 w 656860"/>
              <a:gd name="connsiteY3-316" fmla="*/ 539850 h 586083"/>
              <a:gd name="connsiteX4-317" fmla="*/ 18609 w 656860"/>
              <a:gd name="connsiteY4-318" fmla="*/ 586083 h 586083"/>
              <a:gd name="connsiteX0-319" fmla="*/ 19491 w 638251"/>
              <a:gd name="connsiteY0-320" fmla="*/ 0 h 576558"/>
              <a:gd name="connsiteX1-321" fmla="*/ 357332 w 638251"/>
              <a:gd name="connsiteY1-322" fmla="*/ 68363 h 576558"/>
              <a:gd name="connsiteX2-323" fmla="*/ 638249 w 638251"/>
              <a:gd name="connsiteY2-324" fmla="*/ 294545 h 576558"/>
              <a:gd name="connsiteX3-325" fmla="*/ 352571 w 638251"/>
              <a:gd name="connsiteY3-326" fmla="*/ 530325 h 576558"/>
              <a:gd name="connsiteX4-327" fmla="*/ 0 w 638251"/>
              <a:gd name="connsiteY4-328" fmla="*/ 576558 h 576558"/>
              <a:gd name="connsiteX0-329" fmla="*/ 14729 w 638251"/>
              <a:gd name="connsiteY0-330" fmla="*/ 0 h 586083"/>
              <a:gd name="connsiteX1-331" fmla="*/ 357332 w 638251"/>
              <a:gd name="connsiteY1-332" fmla="*/ 77888 h 586083"/>
              <a:gd name="connsiteX2-333" fmla="*/ 638249 w 638251"/>
              <a:gd name="connsiteY2-334" fmla="*/ 304070 h 586083"/>
              <a:gd name="connsiteX3-335" fmla="*/ 352571 w 638251"/>
              <a:gd name="connsiteY3-336" fmla="*/ 539850 h 586083"/>
              <a:gd name="connsiteX4-337" fmla="*/ 0 w 638251"/>
              <a:gd name="connsiteY4-338" fmla="*/ 586083 h 586083"/>
              <a:gd name="connsiteX0-339" fmla="*/ 0 w 651039"/>
              <a:gd name="connsiteY0-340" fmla="*/ 0 h 592017"/>
              <a:gd name="connsiteX1-341" fmla="*/ 370120 w 651039"/>
              <a:gd name="connsiteY1-342" fmla="*/ 83822 h 592017"/>
              <a:gd name="connsiteX2-343" fmla="*/ 651037 w 651039"/>
              <a:gd name="connsiteY2-344" fmla="*/ 310004 h 592017"/>
              <a:gd name="connsiteX3-345" fmla="*/ 365359 w 651039"/>
              <a:gd name="connsiteY3-346" fmla="*/ 545784 h 592017"/>
              <a:gd name="connsiteX4-347" fmla="*/ 12788 w 651039"/>
              <a:gd name="connsiteY4-348" fmla="*/ 592017 h 5920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07" y="connsiteY4-108"/>
              </a:cxn>
            </a:cxnLst>
            <a:rect l="l" t="t" r="r" b="b"/>
            <a:pathLst>
              <a:path w="651039" h="592017">
                <a:moveTo>
                  <a:pt x="0" y="0"/>
                </a:moveTo>
                <a:cubicBezTo>
                  <a:pt x="62657" y="19331"/>
                  <a:pt x="280488" y="38700"/>
                  <a:pt x="370120" y="83822"/>
                </a:cubicBezTo>
                <a:cubicBezTo>
                  <a:pt x="474040" y="143231"/>
                  <a:pt x="651831" y="233010"/>
                  <a:pt x="651037" y="310004"/>
                </a:cubicBezTo>
                <a:cubicBezTo>
                  <a:pt x="650244" y="386998"/>
                  <a:pt x="470941" y="511482"/>
                  <a:pt x="365359" y="545784"/>
                </a:cubicBezTo>
                <a:cubicBezTo>
                  <a:pt x="321691" y="570562"/>
                  <a:pt x="51706" y="583518"/>
                  <a:pt x="12788" y="592017"/>
                </a:cubicBezTo>
              </a:path>
            </a:pathLst>
          </a:cu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7" name="任意多边形 106"/>
          <p:cNvSpPr/>
          <p:nvPr/>
        </p:nvSpPr>
        <p:spPr bwMode="auto">
          <a:xfrm>
            <a:off x="6941629" y="5021581"/>
            <a:ext cx="71439" cy="233469"/>
          </a:xfrm>
          <a:custGeom>
            <a:avLst/>
            <a:gdLst>
              <a:gd name="connsiteX0" fmla="*/ 0 w 71571"/>
              <a:gd name="connsiteY0" fmla="*/ 0 h 223837"/>
              <a:gd name="connsiteX1" fmla="*/ 71438 w 71571"/>
              <a:gd name="connsiteY1" fmla="*/ 119062 h 223837"/>
              <a:gd name="connsiteX2" fmla="*/ 14288 w 71571"/>
              <a:gd name="connsiteY2" fmla="*/ 223837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71" h="223837">
                <a:moveTo>
                  <a:pt x="0" y="0"/>
                </a:moveTo>
                <a:cubicBezTo>
                  <a:pt x="34528" y="40878"/>
                  <a:pt x="69057" y="81756"/>
                  <a:pt x="71438" y="119062"/>
                </a:cubicBezTo>
                <a:cubicBezTo>
                  <a:pt x="73819" y="156368"/>
                  <a:pt x="44053" y="190102"/>
                  <a:pt x="14288" y="223837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" name="Line 25"/>
          <p:cNvSpPr>
            <a:spLocks noChangeShapeType="1"/>
          </p:cNvSpPr>
          <p:nvPr/>
        </p:nvSpPr>
        <p:spPr bwMode="auto">
          <a:xfrm>
            <a:off x="7264213" y="5148040"/>
            <a:ext cx="50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09" name="直接连接符 108"/>
          <p:cNvCxnSpPr/>
          <p:nvPr/>
        </p:nvCxnSpPr>
        <p:spPr bwMode="auto">
          <a:xfrm flipV="1">
            <a:off x="6957352" y="5339886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连接符 109"/>
          <p:cNvCxnSpPr/>
          <p:nvPr/>
        </p:nvCxnSpPr>
        <p:spPr bwMode="auto">
          <a:xfrm flipV="1">
            <a:off x="6957352" y="5574563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1" name="任意多边形 110"/>
          <p:cNvSpPr/>
          <p:nvPr/>
        </p:nvSpPr>
        <p:spPr bwMode="auto">
          <a:xfrm>
            <a:off x="7111015" y="5336686"/>
            <a:ext cx="169018" cy="237526"/>
          </a:xfrm>
          <a:custGeom>
            <a:avLst/>
            <a:gdLst>
              <a:gd name="connsiteX0" fmla="*/ 138551 w 673487"/>
              <a:gd name="connsiteY0" fmla="*/ 0 h 613855"/>
              <a:gd name="connsiteX1" fmla="*/ 673123 w 673487"/>
              <a:gd name="connsiteY1" fmla="*/ 351693 h 613855"/>
              <a:gd name="connsiteX2" fmla="*/ 68212 w 673487"/>
              <a:gd name="connsiteY2" fmla="*/ 590843 h 613855"/>
              <a:gd name="connsiteX3" fmla="*/ 40077 w 673487"/>
              <a:gd name="connsiteY3" fmla="*/ 590843 h 613855"/>
              <a:gd name="connsiteX0-1" fmla="*/ 54144 w 673131"/>
              <a:gd name="connsiteY0-2" fmla="*/ 0 h 585719"/>
              <a:gd name="connsiteX1-3" fmla="*/ 673123 w 673131"/>
              <a:gd name="connsiteY1-4" fmla="*/ 323557 h 585719"/>
              <a:gd name="connsiteX2-5" fmla="*/ 68212 w 673131"/>
              <a:gd name="connsiteY2-6" fmla="*/ 562707 h 585719"/>
              <a:gd name="connsiteX3-7" fmla="*/ 40077 w 673131"/>
              <a:gd name="connsiteY3-8" fmla="*/ 562707 h 585719"/>
              <a:gd name="connsiteX0-9" fmla="*/ 54144 w 673131"/>
              <a:gd name="connsiteY0-10" fmla="*/ 0 h 627922"/>
              <a:gd name="connsiteX1-11" fmla="*/ 673123 w 673131"/>
              <a:gd name="connsiteY1-12" fmla="*/ 365760 h 627922"/>
              <a:gd name="connsiteX2-13" fmla="*/ 68212 w 673131"/>
              <a:gd name="connsiteY2-14" fmla="*/ 604910 h 627922"/>
              <a:gd name="connsiteX3-15" fmla="*/ 40077 w 673131"/>
              <a:gd name="connsiteY3-16" fmla="*/ 604910 h 627922"/>
              <a:gd name="connsiteX0-17" fmla="*/ 40077 w 673155"/>
              <a:gd name="connsiteY0-18" fmla="*/ 0 h 613855"/>
              <a:gd name="connsiteX1-19" fmla="*/ 673123 w 673155"/>
              <a:gd name="connsiteY1-20" fmla="*/ 351693 h 613855"/>
              <a:gd name="connsiteX2-21" fmla="*/ 68212 w 673155"/>
              <a:gd name="connsiteY2-22" fmla="*/ 590843 h 613855"/>
              <a:gd name="connsiteX3-23" fmla="*/ 40077 w 673155"/>
              <a:gd name="connsiteY3-24" fmla="*/ 590843 h 613855"/>
              <a:gd name="connsiteX0-25" fmla="*/ 0 w 633078"/>
              <a:gd name="connsiteY0-26" fmla="*/ 0 h 590843"/>
              <a:gd name="connsiteX1-27" fmla="*/ 633046 w 633078"/>
              <a:gd name="connsiteY1-28" fmla="*/ 351693 h 590843"/>
              <a:gd name="connsiteX2-29" fmla="*/ 28135 w 633078"/>
              <a:gd name="connsiteY2-30" fmla="*/ 590843 h 590843"/>
              <a:gd name="connsiteX0-31" fmla="*/ 0 w 633049"/>
              <a:gd name="connsiteY0-32" fmla="*/ 0 h 581318"/>
              <a:gd name="connsiteX1-33" fmla="*/ 633046 w 633049"/>
              <a:gd name="connsiteY1-34" fmla="*/ 351693 h 581318"/>
              <a:gd name="connsiteX2-35" fmla="*/ 9085 w 633049"/>
              <a:gd name="connsiteY2-36" fmla="*/ 581318 h 581318"/>
              <a:gd name="connsiteX0-37" fmla="*/ 440 w 633486"/>
              <a:gd name="connsiteY0-38" fmla="*/ 0 h 586081"/>
              <a:gd name="connsiteX1-39" fmla="*/ 633486 w 633486"/>
              <a:gd name="connsiteY1-40" fmla="*/ 351693 h 586081"/>
              <a:gd name="connsiteX2-41" fmla="*/ 0 w 633486"/>
              <a:gd name="connsiteY2-42" fmla="*/ 586081 h 586081"/>
              <a:gd name="connsiteX0-43" fmla="*/ 440 w 633486"/>
              <a:gd name="connsiteY0-44" fmla="*/ 0 h 586128"/>
              <a:gd name="connsiteX1-45" fmla="*/ 633486 w 633486"/>
              <a:gd name="connsiteY1-46" fmla="*/ 351693 h 586128"/>
              <a:gd name="connsiteX2-47" fmla="*/ 0 w 633486"/>
              <a:gd name="connsiteY2-48" fmla="*/ 586081 h 586128"/>
              <a:gd name="connsiteX0-49" fmla="*/ 9965 w 633491"/>
              <a:gd name="connsiteY0-50" fmla="*/ 0 h 590891"/>
              <a:gd name="connsiteX1-51" fmla="*/ 633486 w 633491"/>
              <a:gd name="connsiteY1-52" fmla="*/ 356456 h 590891"/>
              <a:gd name="connsiteX2-53" fmla="*/ 0 w 633491"/>
              <a:gd name="connsiteY2-54" fmla="*/ 590844 h 590891"/>
              <a:gd name="connsiteX0-55" fmla="*/ 9965 w 633492"/>
              <a:gd name="connsiteY0-56" fmla="*/ 0 h 590891"/>
              <a:gd name="connsiteX1-57" fmla="*/ 633486 w 633492"/>
              <a:gd name="connsiteY1-58" fmla="*/ 356456 h 590891"/>
              <a:gd name="connsiteX2-59" fmla="*/ 0 w 633492"/>
              <a:gd name="connsiteY2-60" fmla="*/ 590844 h 590891"/>
              <a:gd name="connsiteX0-61" fmla="*/ 9965 w 633493"/>
              <a:gd name="connsiteY0-62" fmla="*/ 0 h 590891"/>
              <a:gd name="connsiteX1-63" fmla="*/ 633486 w 633493"/>
              <a:gd name="connsiteY1-64" fmla="*/ 356456 h 590891"/>
              <a:gd name="connsiteX2-65" fmla="*/ 0 w 633493"/>
              <a:gd name="connsiteY2-66" fmla="*/ 590844 h 590891"/>
              <a:gd name="connsiteX0-67" fmla="*/ 9965 w 638201"/>
              <a:gd name="connsiteY0-68" fmla="*/ 0 h 590844"/>
              <a:gd name="connsiteX1-69" fmla="*/ 633486 w 638201"/>
              <a:gd name="connsiteY1-70" fmla="*/ 356456 h 590844"/>
              <a:gd name="connsiteX2-71" fmla="*/ 281134 w 638201"/>
              <a:gd name="connsiteY2-72" fmla="*/ 535086 h 590844"/>
              <a:gd name="connsiteX3-73" fmla="*/ 0 w 638201"/>
              <a:gd name="connsiteY3-74" fmla="*/ 590844 h 590844"/>
              <a:gd name="connsiteX0-75" fmla="*/ 9965 w 638800"/>
              <a:gd name="connsiteY0-76" fmla="*/ 0 h 590844"/>
              <a:gd name="connsiteX1-77" fmla="*/ 633486 w 638800"/>
              <a:gd name="connsiteY1-78" fmla="*/ 356456 h 590844"/>
              <a:gd name="connsiteX2-79" fmla="*/ 281134 w 638800"/>
              <a:gd name="connsiteY2-80" fmla="*/ 535086 h 590844"/>
              <a:gd name="connsiteX3-81" fmla="*/ 0 w 638800"/>
              <a:gd name="connsiteY3-82" fmla="*/ 590844 h 590844"/>
              <a:gd name="connsiteX0-83" fmla="*/ 9965 w 640456"/>
              <a:gd name="connsiteY0-84" fmla="*/ 0 h 590844"/>
              <a:gd name="connsiteX1-85" fmla="*/ 633486 w 640456"/>
              <a:gd name="connsiteY1-86" fmla="*/ 356456 h 590844"/>
              <a:gd name="connsiteX2-87" fmla="*/ 309709 w 640456"/>
              <a:gd name="connsiteY2-88" fmla="*/ 558898 h 590844"/>
              <a:gd name="connsiteX3-89" fmla="*/ 0 w 640456"/>
              <a:gd name="connsiteY3-90" fmla="*/ 590844 h 590844"/>
              <a:gd name="connsiteX0-91" fmla="*/ 9965 w 634445"/>
              <a:gd name="connsiteY0-92" fmla="*/ 0 h 590844"/>
              <a:gd name="connsiteX1-93" fmla="*/ 395433 w 634445"/>
              <a:gd name="connsiteY1-94" fmla="*/ 101699 h 590844"/>
              <a:gd name="connsiteX2-95" fmla="*/ 633486 w 634445"/>
              <a:gd name="connsiteY2-96" fmla="*/ 356456 h 590844"/>
              <a:gd name="connsiteX3-97" fmla="*/ 309709 w 634445"/>
              <a:gd name="connsiteY3-98" fmla="*/ 558898 h 590844"/>
              <a:gd name="connsiteX4" fmla="*/ 0 w 634445"/>
              <a:gd name="connsiteY4" fmla="*/ 590844 h 590844"/>
              <a:gd name="connsiteX0-99" fmla="*/ 9965 w 634113"/>
              <a:gd name="connsiteY0-100" fmla="*/ 0 h 590844"/>
              <a:gd name="connsiteX1-101" fmla="*/ 381145 w 634113"/>
              <a:gd name="connsiteY1-102" fmla="*/ 68362 h 590844"/>
              <a:gd name="connsiteX2-103" fmla="*/ 633486 w 634113"/>
              <a:gd name="connsiteY2-104" fmla="*/ 356456 h 590844"/>
              <a:gd name="connsiteX3-105" fmla="*/ 309709 w 634113"/>
              <a:gd name="connsiteY3-106" fmla="*/ 558898 h 590844"/>
              <a:gd name="connsiteX4-107" fmla="*/ 0 w 634113"/>
              <a:gd name="connsiteY4-108" fmla="*/ 590844 h 590844"/>
              <a:gd name="connsiteX0-109" fmla="*/ 9965 w 634113"/>
              <a:gd name="connsiteY0-110" fmla="*/ 0 h 590844"/>
              <a:gd name="connsiteX1-111" fmla="*/ 381145 w 634113"/>
              <a:gd name="connsiteY1-112" fmla="*/ 92174 h 590844"/>
              <a:gd name="connsiteX2-113" fmla="*/ 633486 w 634113"/>
              <a:gd name="connsiteY2-114" fmla="*/ 356456 h 590844"/>
              <a:gd name="connsiteX3-115" fmla="*/ 309709 w 634113"/>
              <a:gd name="connsiteY3-116" fmla="*/ 558898 h 590844"/>
              <a:gd name="connsiteX4-117" fmla="*/ 0 w 634113"/>
              <a:gd name="connsiteY4-118" fmla="*/ 590844 h 590844"/>
              <a:gd name="connsiteX0-119" fmla="*/ 9965 w 633964"/>
              <a:gd name="connsiteY0-120" fmla="*/ 0 h 593863"/>
              <a:gd name="connsiteX1-121" fmla="*/ 381145 w 633964"/>
              <a:gd name="connsiteY1-122" fmla="*/ 92174 h 593863"/>
              <a:gd name="connsiteX2-123" fmla="*/ 633486 w 633964"/>
              <a:gd name="connsiteY2-124" fmla="*/ 356456 h 593863"/>
              <a:gd name="connsiteX3-125" fmla="*/ 319234 w 633964"/>
              <a:gd name="connsiteY3-126" fmla="*/ 573186 h 593863"/>
              <a:gd name="connsiteX4-127" fmla="*/ 0 w 633964"/>
              <a:gd name="connsiteY4-128" fmla="*/ 590844 h 593863"/>
              <a:gd name="connsiteX0-129" fmla="*/ 9965 w 633964"/>
              <a:gd name="connsiteY0-130" fmla="*/ 0 h 593863"/>
              <a:gd name="connsiteX1-131" fmla="*/ 381145 w 633964"/>
              <a:gd name="connsiteY1-132" fmla="*/ 92174 h 593863"/>
              <a:gd name="connsiteX2-133" fmla="*/ 633486 w 633964"/>
              <a:gd name="connsiteY2-134" fmla="*/ 356456 h 593863"/>
              <a:gd name="connsiteX3-135" fmla="*/ 319234 w 633964"/>
              <a:gd name="connsiteY3-136" fmla="*/ 573186 h 593863"/>
              <a:gd name="connsiteX4-137" fmla="*/ 0 w 633964"/>
              <a:gd name="connsiteY4-138" fmla="*/ 590844 h 593863"/>
              <a:gd name="connsiteX0-139" fmla="*/ 9965 w 633964"/>
              <a:gd name="connsiteY0-140" fmla="*/ 0 h 590844"/>
              <a:gd name="connsiteX1-141" fmla="*/ 381145 w 633964"/>
              <a:gd name="connsiteY1-142" fmla="*/ 92174 h 590844"/>
              <a:gd name="connsiteX2-143" fmla="*/ 633486 w 633964"/>
              <a:gd name="connsiteY2-144" fmla="*/ 356456 h 590844"/>
              <a:gd name="connsiteX3-145" fmla="*/ 319234 w 633964"/>
              <a:gd name="connsiteY3-146" fmla="*/ 573186 h 590844"/>
              <a:gd name="connsiteX4-147" fmla="*/ 0 w 633964"/>
              <a:gd name="connsiteY4-148" fmla="*/ 590844 h 590844"/>
              <a:gd name="connsiteX0-149" fmla="*/ 9965 w 633964"/>
              <a:gd name="connsiteY0-150" fmla="*/ 0 h 590844"/>
              <a:gd name="connsiteX1-151" fmla="*/ 381145 w 633964"/>
              <a:gd name="connsiteY1-152" fmla="*/ 92174 h 590844"/>
              <a:gd name="connsiteX2-153" fmla="*/ 633486 w 633964"/>
              <a:gd name="connsiteY2-154" fmla="*/ 356456 h 590844"/>
              <a:gd name="connsiteX3-155" fmla="*/ 319234 w 633964"/>
              <a:gd name="connsiteY3-156" fmla="*/ 573186 h 590844"/>
              <a:gd name="connsiteX4-157" fmla="*/ 0 w 633964"/>
              <a:gd name="connsiteY4-158" fmla="*/ 590844 h 590844"/>
              <a:gd name="connsiteX0-159" fmla="*/ 9965 w 633594"/>
              <a:gd name="connsiteY0-160" fmla="*/ 0 h 590844"/>
              <a:gd name="connsiteX1-161" fmla="*/ 381145 w 633594"/>
              <a:gd name="connsiteY1-162" fmla="*/ 92174 h 590844"/>
              <a:gd name="connsiteX2-163" fmla="*/ 633486 w 633594"/>
              <a:gd name="connsiteY2-164" fmla="*/ 356456 h 590844"/>
              <a:gd name="connsiteX3-165" fmla="*/ 352571 w 633594"/>
              <a:gd name="connsiteY3-166" fmla="*/ 544611 h 590844"/>
              <a:gd name="connsiteX4-167" fmla="*/ 0 w 633594"/>
              <a:gd name="connsiteY4-168" fmla="*/ 590844 h 590844"/>
              <a:gd name="connsiteX0-169" fmla="*/ 9965 w 633594"/>
              <a:gd name="connsiteY0-170" fmla="*/ 0 h 590844"/>
              <a:gd name="connsiteX1-171" fmla="*/ 381145 w 633594"/>
              <a:gd name="connsiteY1-172" fmla="*/ 92174 h 590844"/>
              <a:gd name="connsiteX2-173" fmla="*/ 633486 w 633594"/>
              <a:gd name="connsiteY2-174" fmla="*/ 356456 h 590844"/>
              <a:gd name="connsiteX3-175" fmla="*/ 352571 w 633594"/>
              <a:gd name="connsiteY3-176" fmla="*/ 544611 h 590844"/>
              <a:gd name="connsiteX4-177" fmla="*/ 0 w 633594"/>
              <a:gd name="connsiteY4-178" fmla="*/ 590844 h 590844"/>
              <a:gd name="connsiteX0-179" fmla="*/ 9965 w 633594"/>
              <a:gd name="connsiteY0-180" fmla="*/ 0 h 590844"/>
              <a:gd name="connsiteX1-181" fmla="*/ 381145 w 633594"/>
              <a:gd name="connsiteY1-182" fmla="*/ 92174 h 590844"/>
              <a:gd name="connsiteX2-183" fmla="*/ 633486 w 633594"/>
              <a:gd name="connsiteY2-184" fmla="*/ 356456 h 590844"/>
              <a:gd name="connsiteX3-185" fmla="*/ 352571 w 633594"/>
              <a:gd name="connsiteY3-186" fmla="*/ 544611 h 590844"/>
              <a:gd name="connsiteX4-187" fmla="*/ 0 w 633594"/>
              <a:gd name="connsiteY4-188" fmla="*/ 590844 h 590844"/>
              <a:gd name="connsiteX0-189" fmla="*/ 9965 w 633594"/>
              <a:gd name="connsiteY0-190" fmla="*/ 0 h 590844"/>
              <a:gd name="connsiteX1-191" fmla="*/ 381145 w 633594"/>
              <a:gd name="connsiteY1-192" fmla="*/ 125512 h 590844"/>
              <a:gd name="connsiteX2-193" fmla="*/ 633486 w 633594"/>
              <a:gd name="connsiteY2-194" fmla="*/ 356456 h 590844"/>
              <a:gd name="connsiteX3-195" fmla="*/ 352571 w 633594"/>
              <a:gd name="connsiteY3-196" fmla="*/ 544611 h 590844"/>
              <a:gd name="connsiteX4-197" fmla="*/ 0 w 633594"/>
              <a:gd name="connsiteY4-198" fmla="*/ 590844 h 590844"/>
              <a:gd name="connsiteX0-199" fmla="*/ 9965 w 633687"/>
              <a:gd name="connsiteY0-200" fmla="*/ 0 h 590844"/>
              <a:gd name="connsiteX1-201" fmla="*/ 390670 w 633687"/>
              <a:gd name="connsiteY1-202" fmla="*/ 101699 h 590844"/>
              <a:gd name="connsiteX2-203" fmla="*/ 633486 w 633687"/>
              <a:gd name="connsiteY2-204" fmla="*/ 356456 h 590844"/>
              <a:gd name="connsiteX3-205" fmla="*/ 352571 w 633687"/>
              <a:gd name="connsiteY3-206" fmla="*/ 544611 h 590844"/>
              <a:gd name="connsiteX4-207" fmla="*/ 0 w 633687"/>
              <a:gd name="connsiteY4-208" fmla="*/ 590844 h 590844"/>
              <a:gd name="connsiteX0-209" fmla="*/ 9965 w 633687"/>
              <a:gd name="connsiteY0-210" fmla="*/ 0 h 590844"/>
              <a:gd name="connsiteX1-211" fmla="*/ 390670 w 633687"/>
              <a:gd name="connsiteY1-212" fmla="*/ 101699 h 590844"/>
              <a:gd name="connsiteX2-213" fmla="*/ 633486 w 633687"/>
              <a:gd name="connsiteY2-214" fmla="*/ 356456 h 590844"/>
              <a:gd name="connsiteX3-215" fmla="*/ 352571 w 633687"/>
              <a:gd name="connsiteY3-216" fmla="*/ 544611 h 590844"/>
              <a:gd name="connsiteX4-217" fmla="*/ 0 w 633687"/>
              <a:gd name="connsiteY4-218" fmla="*/ 590844 h 590844"/>
              <a:gd name="connsiteX0-219" fmla="*/ 9965 w 633687"/>
              <a:gd name="connsiteY0-220" fmla="*/ 0 h 590844"/>
              <a:gd name="connsiteX1-221" fmla="*/ 390670 w 633687"/>
              <a:gd name="connsiteY1-222" fmla="*/ 101699 h 590844"/>
              <a:gd name="connsiteX2-223" fmla="*/ 633486 w 633687"/>
              <a:gd name="connsiteY2-224" fmla="*/ 356456 h 590844"/>
              <a:gd name="connsiteX3-225" fmla="*/ 352571 w 633687"/>
              <a:gd name="connsiteY3-226" fmla="*/ 544611 h 590844"/>
              <a:gd name="connsiteX4-227" fmla="*/ 0 w 633687"/>
              <a:gd name="connsiteY4-228" fmla="*/ 590844 h 590844"/>
              <a:gd name="connsiteX0-229" fmla="*/ 9965 w 633488"/>
              <a:gd name="connsiteY0-230" fmla="*/ 0 h 590844"/>
              <a:gd name="connsiteX1-231" fmla="*/ 357332 w 633488"/>
              <a:gd name="connsiteY1-232" fmla="*/ 82649 h 590844"/>
              <a:gd name="connsiteX2-233" fmla="*/ 633486 w 633488"/>
              <a:gd name="connsiteY2-234" fmla="*/ 356456 h 590844"/>
              <a:gd name="connsiteX3-235" fmla="*/ 352571 w 633488"/>
              <a:gd name="connsiteY3-236" fmla="*/ 544611 h 590844"/>
              <a:gd name="connsiteX4-237" fmla="*/ 0 w 633488"/>
              <a:gd name="connsiteY4-238" fmla="*/ 590844 h 590844"/>
              <a:gd name="connsiteX0-239" fmla="*/ 9965 w 614439"/>
              <a:gd name="connsiteY0-240" fmla="*/ 0 h 590844"/>
              <a:gd name="connsiteX1-241" fmla="*/ 357332 w 614439"/>
              <a:gd name="connsiteY1-242" fmla="*/ 82649 h 590844"/>
              <a:gd name="connsiteX2-243" fmla="*/ 614436 w 614439"/>
              <a:gd name="connsiteY2-244" fmla="*/ 270731 h 590844"/>
              <a:gd name="connsiteX3-245" fmla="*/ 352571 w 614439"/>
              <a:gd name="connsiteY3-246" fmla="*/ 544611 h 590844"/>
              <a:gd name="connsiteX4-247" fmla="*/ 0 w 614439"/>
              <a:gd name="connsiteY4-248" fmla="*/ 590844 h 590844"/>
              <a:gd name="connsiteX0-249" fmla="*/ 9965 w 638251"/>
              <a:gd name="connsiteY0-250" fmla="*/ 0 h 590844"/>
              <a:gd name="connsiteX1-251" fmla="*/ 357332 w 638251"/>
              <a:gd name="connsiteY1-252" fmla="*/ 82649 h 590844"/>
              <a:gd name="connsiteX2-253" fmla="*/ 638249 w 638251"/>
              <a:gd name="connsiteY2-254" fmla="*/ 308831 h 590844"/>
              <a:gd name="connsiteX3-255" fmla="*/ 352571 w 638251"/>
              <a:gd name="connsiteY3-256" fmla="*/ 544611 h 590844"/>
              <a:gd name="connsiteX4-257" fmla="*/ 0 w 638251"/>
              <a:gd name="connsiteY4-258" fmla="*/ 590844 h 590844"/>
              <a:gd name="connsiteX0-259" fmla="*/ 9965 w 638251"/>
              <a:gd name="connsiteY0-260" fmla="*/ 0 h 595607"/>
              <a:gd name="connsiteX1-261" fmla="*/ 357332 w 638251"/>
              <a:gd name="connsiteY1-262" fmla="*/ 87412 h 595607"/>
              <a:gd name="connsiteX2-263" fmla="*/ 638249 w 638251"/>
              <a:gd name="connsiteY2-264" fmla="*/ 313594 h 595607"/>
              <a:gd name="connsiteX3-265" fmla="*/ 352571 w 638251"/>
              <a:gd name="connsiteY3-266" fmla="*/ 549374 h 595607"/>
              <a:gd name="connsiteX4-267" fmla="*/ 0 w 638251"/>
              <a:gd name="connsiteY4-268" fmla="*/ 595607 h 595607"/>
              <a:gd name="connsiteX0-269" fmla="*/ 9965 w 638251"/>
              <a:gd name="connsiteY0-270" fmla="*/ 0 h 581320"/>
              <a:gd name="connsiteX1-271" fmla="*/ 357332 w 638251"/>
              <a:gd name="connsiteY1-272" fmla="*/ 73125 h 581320"/>
              <a:gd name="connsiteX2-273" fmla="*/ 638249 w 638251"/>
              <a:gd name="connsiteY2-274" fmla="*/ 299307 h 581320"/>
              <a:gd name="connsiteX3-275" fmla="*/ 352571 w 638251"/>
              <a:gd name="connsiteY3-276" fmla="*/ 535087 h 581320"/>
              <a:gd name="connsiteX4-277" fmla="*/ 0 w 638251"/>
              <a:gd name="connsiteY4-278" fmla="*/ 581320 h 581320"/>
              <a:gd name="connsiteX0-279" fmla="*/ 440 w 638251"/>
              <a:gd name="connsiteY0-280" fmla="*/ 0 h 581320"/>
              <a:gd name="connsiteX1-281" fmla="*/ 357332 w 638251"/>
              <a:gd name="connsiteY1-282" fmla="*/ 73125 h 581320"/>
              <a:gd name="connsiteX2-283" fmla="*/ 638249 w 638251"/>
              <a:gd name="connsiteY2-284" fmla="*/ 299307 h 581320"/>
              <a:gd name="connsiteX3-285" fmla="*/ 352571 w 638251"/>
              <a:gd name="connsiteY3-286" fmla="*/ 535087 h 581320"/>
              <a:gd name="connsiteX4-287" fmla="*/ 0 w 638251"/>
              <a:gd name="connsiteY4-288" fmla="*/ 581320 h 581320"/>
              <a:gd name="connsiteX0-289" fmla="*/ 0 w 652098"/>
              <a:gd name="connsiteY0-290" fmla="*/ 0 h 590845"/>
              <a:gd name="connsiteX1-291" fmla="*/ 371179 w 652098"/>
              <a:gd name="connsiteY1-292" fmla="*/ 82650 h 590845"/>
              <a:gd name="connsiteX2-293" fmla="*/ 652096 w 652098"/>
              <a:gd name="connsiteY2-294" fmla="*/ 308832 h 590845"/>
              <a:gd name="connsiteX3-295" fmla="*/ 366418 w 652098"/>
              <a:gd name="connsiteY3-296" fmla="*/ 544612 h 590845"/>
              <a:gd name="connsiteX4-297" fmla="*/ 13847 w 652098"/>
              <a:gd name="connsiteY4-298" fmla="*/ 590845 h 590845"/>
              <a:gd name="connsiteX0-299" fmla="*/ 0 w 656860"/>
              <a:gd name="connsiteY0-300" fmla="*/ 0 h 595608"/>
              <a:gd name="connsiteX1-301" fmla="*/ 375941 w 656860"/>
              <a:gd name="connsiteY1-302" fmla="*/ 87413 h 595608"/>
              <a:gd name="connsiteX2-303" fmla="*/ 656858 w 656860"/>
              <a:gd name="connsiteY2-304" fmla="*/ 313595 h 595608"/>
              <a:gd name="connsiteX3-305" fmla="*/ 371180 w 656860"/>
              <a:gd name="connsiteY3-306" fmla="*/ 549375 h 595608"/>
              <a:gd name="connsiteX4-307" fmla="*/ 18609 w 656860"/>
              <a:gd name="connsiteY4-308" fmla="*/ 595608 h 595608"/>
              <a:gd name="connsiteX0-309" fmla="*/ 0 w 656860"/>
              <a:gd name="connsiteY0-310" fmla="*/ 0 h 586083"/>
              <a:gd name="connsiteX1-311" fmla="*/ 375941 w 656860"/>
              <a:gd name="connsiteY1-312" fmla="*/ 77888 h 586083"/>
              <a:gd name="connsiteX2-313" fmla="*/ 656858 w 656860"/>
              <a:gd name="connsiteY2-314" fmla="*/ 304070 h 586083"/>
              <a:gd name="connsiteX3-315" fmla="*/ 371180 w 656860"/>
              <a:gd name="connsiteY3-316" fmla="*/ 539850 h 586083"/>
              <a:gd name="connsiteX4-317" fmla="*/ 18609 w 656860"/>
              <a:gd name="connsiteY4-318" fmla="*/ 586083 h 586083"/>
              <a:gd name="connsiteX0-319" fmla="*/ 19491 w 638251"/>
              <a:gd name="connsiteY0-320" fmla="*/ 0 h 576558"/>
              <a:gd name="connsiteX1-321" fmla="*/ 357332 w 638251"/>
              <a:gd name="connsiteY1-322" fmla="*/ 68363 h 576558"/>
              <a:gd name="connsiteX2-323" fmla="*/ 638249 w 638251"/>
              <a:gd name="connsiteY2-324" fmla="*/ 294545 h 576558"/>
              <a:gd name="connsiteX3-325" fmla="*/ 352571 w 638251"/>
              <a:gd name="connsiteY3-326" fmla="*/ 530325 h 576558"/>
              <a:gd name="connsiteX4-327" fmla="*/ 0 w 638251"/>
              <a:gd name="connsiteY4-328" fmla="*/ 576558 h 576558"/>
              <a:gd name="connsiteX0-329" fmla="*/ 14729 w 638251"/>
              <a:gd name="connsiteY0-330" fmla="*/ 0 h 586083"/>
              <a:gd name="connsiteX1-331" fmla="*/ 357332 w 638251"/>
              <a:gd name="connsiteY1-332" fmla="*/ 77888 h 586083"/>
              <a:gd name="connsiteX2-333" fmla="*/ 638249 w 638251"/>
              <a:gd name="connsiteY2-334" fmla="*/ 304070 h 586083"/>
              <a:gd name="connsiteX3-335" fmla="*/ 352571 w 638251"/>
              <a:gd name="connsiteY3-336" fmla="*/ 539850 h 586083"/>
              <a:gd name="connsiteX4-337" fmla="*/ 0 w 638251"/>
              <a:gd name="connsiteY4-338" fmla="*/ 586083 h 586083"/>
              <a:gd name="connsiteX0-339" fmla="*/ 0 w 651039"/>
              <a:gd name="connsiteY0-340" fmla="*/ 0 h 592017"/>
              <a:gd name="connsiteX1-341" fmla="*/ 370120 w 651039"/>
              <a:gd name="connsiteY1-342" fmla="*/ 83822 h 592017"/>
              <a:gd name="connsiteX2-343" fmla="*/ 651037 w 651039"/>
              <a:gd name="connsiteY2-344" fmla="*/ 310004 h 592017"/>
              <a:gd name="connsiteX3-345" fmla="*/ 365359 w 651039"/>
              <a:gd name="connsiteY3-346" fmla="*/ 545784 h 592017"/>
              <a:gd name="connsiteX4-347" fmla="*/ 12788 w 651039"/>
              <a:gd name="connsiteY4-348" fmla="*/ 592017 h 5920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07" y="connsiteY4-108"/>
              </a:cxn>
            </a:cxnLst>
            <a:rect l="l" t="t" r="r" b="b"/>
            <a:pathLst>
              <a:path w="651039" h="592017">
                <a:moveTo>
                  <a:pt x="0" y="0"/>
                </a:moveTo>
                <a:cubicBezTo>
                  <a:pt x="62657" y="19331"/>
                  <a:pt x="280488" y="38700"/>
                  <a:pt x="370120" y="83822"/>
                </a:cubicBezTo>
                <a:cubicBezTo>
                  <a:pt x="474040" y="143231"/>
                  <a:pt x="651831" y="233010"/>
                  <a:pt x="651037" y="310004"/>
                </a:cubicBezTo>
                <a:cubicBezTo>
                  <a:pt x="650244" y="386998"/>
                  <a:pt x="470941" y="511482"/>
                  <a:pt x="365359" y="545784"/>
                </a:cubicBezTo>
                <a:cubicBezTo>
                  <a:pt x="321691" y="570562"/>
                  <a:pt x="51706" y="583518"/>
                  <a:pt x="12788" y="592017"/>
                </a:cubicBezTo>
              </a:path>
            </a:pathLst>
          </a:cu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" name="任意多边形 111"/>
          <p:cNvSpPr/>
          <p:nvPr/>
        </p:nvSpPr>
        <p:spPr bwMode="auto">
          <a:xfrm>
            <a:off x="6941629" y="5340743"/>
            <a:ext cx="71439" cy="233469"/>
          </a:xfrm>
          <a:custGeom>
            <a:avLst/>
            <a:gdLst>
              <a:gd name="connsiteX0" fmla="*/ 0 w 71571"/>
              <a:gd name="connsiteY0" fmla="*/ 0 h 223837"/>
              <a:gd name="connsiteX1" fmla="*/ 71438 w 71571"/>
              <a:gd name="connsiteY1" fmla="*/ 119062 h 223837"/>
              <a:gd name="connsiteX2" fmla="*/ 14288 w 71571"/>
              <a:gd name="connsiteY2" fmla="*/ 223837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71" h="223837">
                <a:moveTo>
                  <a:pt x="0" y="0"/>
                </a:moveTo>
                <a:cubicBezTo>
                  <a:pt x="34528" y="40878"/>
                  <a:pt x="69057" y="81756"/>
                  <a:pt x="71438" y="119062"/>
                </a:cubicBezTo>
                <a:cubicBezTo>
                  <a:pt x="73819" y="156368"/>
                  <a:pt x="44053" y="190102"/>
                  <a:pt x="14288" y="223837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3" name="Line 25"/>
          <p:cNvSpPr>
            <a:spLocks noChangeShapeType="1"/>
          </p:cNvSpPr>
          <p:nvPr/>
        </p:nvSpPr>
        <p:spPr bwMode="auto">
          <a:xfrm>
            <a:off x="7264213" y="5458392"/>
            <a:ext cx="50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14" name="直接连接符 113"/>
          <p:cNvCxnSpPr/>
          <p:nvPr/>
        </p:nvCxnSpPr>
        <p:spPr bwMode="auto">
          <a:xfrm flipV="1">
            <a:off x="6957352" y="5658217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5" name="直接连接符 114"/>
          <p:cNvCxnSpPr/>
          <p:nvPr/>
        </p:nvCxnSpPr>
        <p:spPr bwMode="auto">
          <a:xfrm flipV="1">
            <a:off x="6957352" y="5892894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6" name="任意多边形 115"/>
          <p:cNvSpPr/>
          <p:nvPr/>
        </p:nvSpPr>
        <p:spPr bwMode="auto">
          <a:xfrm>
            <a:off x="7111015" y="5655017"/>
            <a:ext cx="169018" cy="237526"/>
          </a:xfrm>
          <a:custGeom>
            <a:avLst/>
            <a:gdLst>
              <a:gd name="connsiteX0" fmla="*/ 138551 w 673487"/>
              <a:gd name="connsiteY0" fmla="*/ 0 h 613855"/>
              <a:gd name="connsiteX1" fmla="*/ 673123 w 673487"/>
              <a:gd name="connsiteY1" fmla="*/ 351693 h 613855"/>
              <a:gd name="connsiteX2" fmla="*/ 68212 w 673487"/>
              <a:gd name="connsiteY2" fmla="*/ 590843 h 613855"/>
              <a:gd name="connsiteX3" fmla="*/ 40077 w 673487"/>
              <a:gd name="connsiteY3" fmla="*/ 590843 h 613855"/>
              <a:gd name="connsiteX0-1" fmla="*/ 54144 w 673131"/>
              <a:gd name="connsiteY0-2" fmla="*/ 0 h 585719"/>
              <a:gd name="connsiteX1-3" fmla="*/ 673123 w 673131"/>
              <a:gd name="connsiteY1-4" fmla="*/ 323557 h 585719"/>
              <a:gd name="connsiteX2-5" fmla="*/ 68212 w 673131"/>
              <a:gd name="connsiteY2-6" fmla="*/ 562707 h 585719"/>
              <a:gd name="connsiteX3-7" fmla="*/ 40077 w 673131"/>
              <a:gd name="connsiteY3-8" fmla="*/ 562707 h 585719"/>
              <a:gd name="connsiteX0-9" fmla="*/ 54144 w 673131"/>
              <a:gd name="connsiteY0-10" fmla="*/ 0 h 627922"/>
              <a:gd name="connsiteX1-11" fmla="*/ 673123 w 673131"/>
              <a:gd name="connsiteY1-12" fmla="*/ 365760 h 627922"/>
              <a:gd name="connsiteX2-13" fmla="*/ 68212 w 673131"/>
              <a:gd name="connsiteY2-14" fmla="*/ 604910 h 627922"/>
              <a:gd name="connsiteX3-15" fmla="*/ 40077 w 673131"/>
              <a:gd name="connsiteY3-16" fmla="*/ 604910 h 627922"/>
              <a:gd name="connsiteX0-17" fmla="*/ 40077 w 673155"/>
              <a:gd name="connsiteY0-18" fmla="*/ 0 h 613855"/>
              <a:gd name="connsiteX1-19" fmla="*/ 673123 w 673155"/>
              <a:gd name="connsiteY1-20" fmla="*/ 351693 h 613855"/>
              <a:gd name="connsiteX2-21" fmla="*/ 68212 w 673155"/>
              <a:gd name="connsiteY2-22" fmla="*/ 590843 h 613855"/>
              <a:gd name="connsiteX3-23" fmla="*/ 40077 w 673155"/>
              <a:gd name="connsiteY3-24" fmla="*/ 590843 h 613855"/>
              <a:gd name="connsiteX0-25" fmla="*/ 0 w 633078"/>
              <a:gd name="connsiteY0-26" fmla="*/ 0 h 590843"/>
              <a:gd name="connsiteX1-27" fmla="*/ 633046 w 633078"/>
              <a:gd name="connsiteY1-28" fmla="*/ 351693 h 590843"/>
              <a:gd name="connsiteX2-29" fmla="*/ 28135 w 633078"/>
              <a:gd name="connsiteY2-30" fmla="*/ 590843 h 590843"/>
              <a:gd name="connsiteX0-31" fmla="*/ 0 w 633049"/>
              <a:gd name="connsiteY0-32" fmla="*/ 0 h 581318"/>
              <a:gd name="connsiteX1-33" fmla="*/ 633046 w 633049"/>
              <a:gd name="connsiteY1-34" fmla="*/ 351693 h 581318"/>
              <a:gd name="connsiteX2-35" fmla="*/ 9085 w 633049"/>
              <a:gd name="connsiteY2-36" fmla="*/ 581318 h 581318"/>
              <a:gd name="connsiteX0-37" fmla="*/ 440 w 633486"/>
              <a:gd name="connsiteY0-38" fmla="*/ 0 h 586081"/>
              <a:gd name="connsiteX1-39" fmla="*/ 633486 w 633486"/>
              <a:gd name="connsiteY1-40" fmla="*/ 351693 h 586081"/>
              <a:gd name="connsiteX2-41" fmla="*/ 0 w 633486"/>
              <a:gd name="connsiteY2-42" fmla="*/ 586081 h 586081"/>
              <a:gd name="connsiteX0-43" fmla="*/ 440 w 633486"/>
              <a:gd name="connsiteY0-44" fmla="*/ 0 h 586128"/>
              <a:gd name="connsiteX1-45" fmla="*/ 633486 w 633486"/>
              <a:gd name="connsiteY1-46" fmla="*/ 351693 h 586128"/>
              <a:gd name="connsiteX2-47" fmla="*/ 0 w 633486"/>
              <a:gd name="connsiteY2-48" fmla="*/ 586081 h 586128"/>
              <a:gd name="connsiteX0-49" fmla="*/ 9965 w 633491"/>
              <a:gd name="connsiteY0-50" fmla="*/ 0 h 590891"/>
              <a:gd name="connsiteX1-51" fmla="*/ 633486 w 633491"/>
              <a:gd name="connsiteY1-52" fmla="*/ 356456 h 590891"/>
              <a:gd name="connsiteX2-53" fmla="*/ 0 w 633491"/>
              <a:gd name="connsiteY2-54" fmla="*/ 590844 h 590891"/>
              <a:gd name="connsiteX0-55" fmla="*/ 9965 w 633492"/>
              <a:gd name="connsiteY0-56" fmla="*/ 0 h 590891"/>
              <a:gd name="connsiteX1-57" fmla="*/ 633486 w 633492"/>
              <a:gd name="connsiteY1-58" fmla="*/ 356456 h 590891"/>
              <a:gd name="connsiteX2-59" fmla="*/ 0 w 633492"/>
              <a:gd name="connsiteY2-60" fmla="*/ 590844 h 590891"/>
              <a:gd name="connsiteX0-61" fmla="*/ 9965 w 633493"/>
              <a:gd name="connsiteY0-62" fmla="*/ 0 h 590891"/>
              <a:gd name="connsiteX1-63" fmla="*/ 633486 w 633493"/>
              <a:gd name="connsiteY1-64" fmla="*/ 356456 h 590891"/>
              <a:gd name="connsiteX2-65" fmla="*/ 0 w 633493"/>
              <a:gd name="connsiteY2-66" fmla="*/ 590844 h 590891"/>
              <a:gd name="connsiteX0-67" fmla="*/ 9965 w 638201"/>
              <a:gd name="connsiteY0-68" fmla="*/ 0 h 590844"/>
              <a:gd name="connsiteX1-69" fmla="*/ 633486 w 638201"/>
              <a:gd name="connsiteY1-70" fmla="*/ 356456 h 590844"/>
              <a:gd name="connsiteX2-71" fmla="*/ 281134 w 638201"/>
              <a:gd name="connsiteY2-72" fmla="*/ 535086 h 590844"/>
              <a:gd name="connsiteX3-73" fmla="*/ 0 w 638201"/>
              <a:gd name="connsiteY3-74" fmla="*/ 590844 h 590844"/>
              <a:gd name="connsiteX0-75" fmla="*/ 9965 w 638800"/>
              <a:gd name="connsiteY0-76" fmla="*/ 0 h 590844"/>
              <a:gd name="connsiteX1-77" fmla="*/ 633486 w 638800"/>
              <a:gd name="connsiteY1-78" fmla="*/ 356456 h 590844"/>
              <a:gd name="connsiteX2-79" fmla="*/ 281134 w 638800"/>
              <a:gd name="connsiteY2-80" fmla="*/ 535086 h 590844"/>
              <a:gd name="connsiteX3-81" fmla="*/ 0 w 638800"/>
              <a:gd name="connsiteY3-82" fmla="*/ 590844 h 590844"/>
              <a:gd name="connsiteX0-83" fmla="*/ 9965 w 640456"/>
              <a:gd name="connsiteY0-84" fmla="*/ 0 h 590844"/>
              <a:gd name="connsiteX1-85" fmla="*/ 633486 w 640456"/>
              <a:gd name="connsiteY1-86" fmla="*/ 356456 h 590844"/>
              <a:gd name="connsiteX2-87" fmla="*/ 309709 w 640456"/>
              <a:gd name="connsiteY2-88" fmla="*/ 558898 h 590844"/>
              <a:gd name="connsiteX3-89" fmla="*/ 0 w 640456"/>
              <a:gd name="connsiteY3-90" fmla="*/ 590844 h 590844"/>
              <a:gd name="connsiteX0-91" fmla="*/ 9965 w 634445"/>
              <a:gd name="connsiteY0-92" fmla="*/ 0 h 590844"/>
              <a:gd name="connsiteX1-93" fmla="*/ 395433 w 634445"/>
              <a:gd name="connsiteY1-94" fmla="*/ 101699 h 590844"/>
              <a:gd name="connsiteX2-95" fmla="*/ 633486 w 634445"/>
              <a:gd name="connsiteY2-96" fmla="*/ 356456 h 590844"/>
              <a:gd name="connsiteX3-97" fmla="*/ 309709 w 634445"/>
              <a:gd name="connsiteY3-98" fmla="*/ 558898 h 590844"/>
              <a:gd name="connsiteX4" fmla="*/ 0 w 634445"/>
              <a:gd name="connsiteY4" fmla="*/ 590844 h 590844"/>
              <a:gd name="connsiteX0-99" fmla="*/ 9965 w 634113"/>
              <a:gd name="connsiteY0-100" fmla="*/ 0 h 590844"/>
              <a:gd name="connsiteX1-101" fmla="*/ 381145 w 634113"/>
              <a:gd name="connsiteY1-102" fmla="*/ 68362 h 590844"/>
              <a:gd name="connsiteX2-103" fmla="*/ 633486 w 634113"/>
              <a:gd name="connsiteY2-104" fmla="*/ 356456 h 590844"/>
              <a:gd name="connsiteX3-105" fmla="*/ 309709 w 634113"/>
              <a:gd name="connsiteY3-106" fmla="*/ 558898 h 590844"/>
              <a:gd name="connsiteX4-107" fmla="*/ 0 w 634113"/>
              <a:gd name="connsiteY4-108" fmla="*/ 590844 h 590844"/>
              <a:gd name="connsiteX0-109" fmla="*/ 9965 w 634113"/>
              <a:gd name="connsiteY0-110" fmla="*/ 0 h 590844"/>
              <a:gd name="connsiteX1-111" fmla="*/ 381145 w 634113"/>
              <a:gd name="connsiteY1-112" fmla="*/ 92174 h 590844"/>
              <a:gd name="connsiteX2-113" fmla="*/ 633486 w 634113"/>
              <a:gd name="connsiteY2-114" fmla="*/ 356456 h 590844"/>
              <a:gd name="connsiteX3-115" fmla="*/ 309709 w 634113"/>
              <a:gd name="connsiteY3-116" fmla="*/ 558898 h 590844"/>
              <a:gd name="connsiteX4-117" fmla="*/ 0 w 634113"/>
              <a:gd name="connsiteY4-118" fmla="*/ 590844 h 590844"/>
              <a:gd name="connsiteX0-119" fmla="*/ 9965 w 633964"/>
              <a:gd name="connsiteY0-120" fmla="*/ 0 h 593863"/>
              <a:gd name="connsiteX1-121" fmla="*/ 381145 w 633964"/>
              <a:gd name="connsiteY1-122" fmla="*/ 92174 h 593863"/>
              <a:gd name="connsiteX2-123" fmla="*/ 633486 w 633964"/>
              <a:gd name="connsiteY2-124" fmla="*/ 356456 h 593863"/>
              <a:gd name="connsiteX3-125" fmla="*/ 319234 w 633964"/>
              <a:gd name="connsiteY3-126" fmla="*/ 573186 h 593863"/>
              <a:gd name="connsiteX4-127" fmla="*/ 0 w 633964"/>
              <a:gd name="connsiteY4-128" fmla="*/ 590844 h 593863"/>
              <a:gd name="connsiteX0-129" fmla="*/ 9965 w 633964"/>
              <a:gd name="connsiteY0-130" fmla="*/ 0 h 593863"/>
              <a:gd name="connsiteX1-131" fmla="*/ 381145 w 633964"/>
              <a:gd name="connsiteY1-132" fmla="*/ 92174 h 593863"/>
              <a:gd name="connsiteX2-133" fmla="*/ 633486 w 633964"/>
              <a:gd name="connsiteY2-134" fmla="*/ 356456 h 593863"/>
              <a:gd name="connsiteX3-135" fmla="*/ 319234 w 633964"/>
              <a:gd name="connsiteY3-136" fmla="*/ 573186 h 593863"/>
              <a:gd name="connsiteX4-137" fmla="*/ 0 w 633964"/>
              <a:gd name="connsiteY4-138" fmla="*/ 590844 h 593863"/>
              <a:gd name="connsiteX0-139" fmla="*/ 9965 w 633964"/>
              <a:gd name="connsiteY0-140" fmla="*/ 0 h 590844"/>
              <a:gd name="connsiteX1-141" fmla="*/ 381145 w 633964"/>
              <a:gd name="connsiteY1-142" fmla="*/ 92174 h 590844"/>
              <a:gd name="connsiteX2-143" fmla="*/ 633486 w 633964"/>
              <a:gd name="connsiteY2-144" fmla="*/ 356456 h 590844"/>
              <a:gd name="connsiteX3-145" fmla="*/ 319234 w 633964"/>
              <a:gd name="connsiteY3-146" fmla="*/ 573186 h 590844"/>
              <a:gd name="connsiteX4-147" fmla="*/ 0 w 633964"/>
              <a:gd name="connsiteY4-148" fmla="*/ 590844 h 590844"/>
              <a:gd name="connsiteX0-149" fmla="*/ 9965 w 633964"/>
              <a:gd name="connsiteY0-150" fmla="*/ 0 h 590844"/>
              <a:gd name="connsiteX1-151" fmla="*/ 381145 w 633964"/>
              <a:gd name="connsiteY1-152" fmla="*/ 92174 h 590844"/>
              <a:gd name="connsiteX2-153" fmla="*/ 633486 w 633964"/>
              <a:gd name="connsiteY2-154" fmla="*/ 356456 h 590844"/>
              <a:gd name="connsiteX3-155" fmla="*/ 319234 w 633964"/>
              <a:gd name="connsiteY3-156" fmla="*/ 573186 h 590844"/>
              <a:gd name="connsiteX4-157" fmla="*/ 0 w 633964"/>
              <a:gd name="connsiteY4-158" fmla="*/ 590844 h 590844"/>
              <a:gd name="connsiteX0-159" fmla="*/ 9965 w 633594"/>
              <a:gd name="connsiteY0-160" fmla="*/ 0 h 590844"/>
              <a:gd name="connsiteX1-161" fmla="*/ 381145 w 633594"/>
              <a:gd name="connsiteY1-162" fmla="*/ 92174 h 590844"/>
              <a:gd name="connsiteX2-163" fmla="*/ 633486 w 633594"/>
              <a:gd name="connsiteY2-164" fmla="*/ 356456 h 590844"/>
              <a:gd name="connsiteX3-165" fmla="*/ 352571 w 633594"/>
              <a:gd name="connsiteY3-166" fmla="*/ 544611 h 590844"/>
              <a:gd name="connsiteX4-167" fmla="*/ 0 w 633594"/>
              <a:gd name="connsiteY4-168" fmla="*/ 590844 h 590844"/>
              <a:gd name="connsiteX0-169" fmla="*/ 9965 w 633594"/>
              <a:gd name="connsiteY0-170" fmla="*/ 0 h 590844"/>
              <a:gd name="connsiteX1-171" fmla="*/ 381145 w 633594"/>
              <a:gd name="connsiteY1-172" fmla="*/ 92174 h 590844"/>
              <a:gd name="connsiteX2-173" fmla="*/ 633486 w 633594"/>
              <a:gd name="connsiteY2-174" fmla="*/ 356456 h 590844"/>
              <a:gd name="connsiteX3-175" fmla="*/ 352571 w 633594"/>
              <a:gd name="connsiteY3-176" fmla="*/ 544611 h 590844"/>
              <a:gd name="connsiteX4-177" fmla="*/ 0 w 633594"/>
              <a:gd name="connsiteY4-178" fmla="*/ 590844 h 590844"/>
              <a:gd name="connsiteX0-179" fmla="*/ 9965 w 633594"/>
              <a:gd name="connsiteY0-180" fmla="*/ 0 h 590844"/>
              <a:gd name="connsiteX1-181" fmla="*/ 381145 w 633594"/>
              <a:gd name="connsiteY1-182" fmla="*/ 92174 h 590844"/>
              <a:gd name="connsiteX2-183" fmla="*/ 633486 w 633594"/>
              <a:gd name="connsiteY2-184" fmla="*/ 356456 h 590844"/>
              <a:gd name="connsiteX3-185" fmla="*/ 352571 w 633594"/>
              <a:gd name="connsiteY3-186" fmla="*/ 544611 h 590844"/>
              <a:gd name="connsiteX4-187" fmla="*/ 0 w 633594"/>
              <a:gd name="connsiteY4-188" fmla="*/ 590844 h 590844"/>
              <a:gd name="connsiteX0-189" fmla="*/ 9965 w 633594"/>
              <a:gd name="connsiteY0-190" fmla="*/ 0 h 590844"/>
              <a:gd name="connsiteX1-191" fmla="*/ 381145 w 633594"/>
              <a:gd name="connsiteY1-192" fmla="*/ 125512 h 590844"/>
              <a:gd name="connsiteX2-193" fmla="*/ 633486 w 633594"/>
              <a:gd name="connsiteY2-194" fmla="*/ 356456 h 590844"/>
              <a:gd name="connsiteX3-195" fmla="*/ 352571 w 633594"/>
              <a:gd name="connsiteY3-196" fmla="*/ 544611 h 590844"/>
              <a:gd name="connsiteX4-197" fmla="*/ 0 w 633594"/>
              <a:gd name="connsiteY4-198" fmla="*/ 590844 h 590844"/>
              <a:gd name="connsiteX0-199" fmla="*/ 9965 w 633687"/>
              <a:gd name="connsiteY0-200" fmla="*/ 0 h 590844"/>
              <a:gd name="connsiteX1-201" fmla="*/ 390670 w 633687"/>
              <a:gd name="connsiteY1-202" fmla="*/ 101699 h 590844"/>
              <a:gd name="connsiteX2-203" fmla="*/ 633486 w 633687"/>
              <a:gd name="connsiteY2-204" fmla="*/ 356456 h 590844"/>
              <a:gd name="connsiteX3-205" fmla="*/ 352571 w 633687"/>
              <a:gd name="connsiteY3-206" fmla="*/ 544611 h 590844"/>
              <a:gd name="connsiteX4-207" fmla="*/ 0 w 633687"/>
              <a:gd name="connsiteY4-208" fmla="*/ 590844 h 590844"/>
              <a:gd name="connsiteX0-209" fmla="*/ 9965 w 633687"/>
              <a:gd name="connsiteY0-210" fmla="*/ 0 h 590844"/>
              <a:gd name="connsiteX1-211" fmla="*/ 390670 w 633687"/>
              <a:gd name="connsiteY1-212" fmla="*/ 101699 h 590844"/>
              <a:gd name="connsiteX2-213" fmla="*/ 633486 w 633687"/>
              <a:gd name="connsiteY2-214" fmla="*/ 356456 h 590844"/>
              <a:gd name="connsiteX3-215" fmla="*/ 352571 w 633687"/>
              <a:gd name="connsiteY3-216" fmla="*/ 544611 h 590844"/>
              <a:gd name="connsiteX4-217" fmla="*/ 0 w 633687"/>
              <a:gd name="connsiteY4-218" fmla="*/ 590844 h 590844"/>
              <a:gd name="connsiteX0-219" fmla="*/ 9965 w 633687"/>
              <a:gd name="connsiteY0-220" fmla="*/ 0 h 590844"/>
              <a:gd name="connsiteX1-221" fmla="*/ 390670 w 633687"/>
              <a:gd name="connsiteY1-222" fmla="*/ 101699 h 590844"/>
              <a:gd name="connsiteX2-223" fmla="*/ 633486 w 633687"/>
              <a:gd name="connsiteY2-224" fmla="*/ 356456 h 590844"/>
              <a:gd name="connsiteX3-225" fmla="*/ 352571 w 633687"/>
              <a:gd name="connsiteY3-226" fmla="*/ 544611 h 590844"/>
              <a:gd name="connsiteX4-227" fmla="*/ 0 w 633687"/>
              <a:gd name="connsiteY4-228" fmla="*/ 590844 h 590844"/>
              <a:gd name="connsiteX0-229" fmla="*/ 9965 w 633488"/>
              <a:gd name="connsiteY0-230" fmla="*/ 0 h 590844"/>
              <a:gd name="connsiteX1-231" fmla="*/ 357332 w 633488"/>
              <a:gd name="connsiteY1-232" fmla="*/ 82649 h 590844"/>
              <a:gd name="connsiteX2-233" fmla="*/ 633486 w 633488"/>
              <a:gd name="connsiteY2-234" fmla="*/ 356456 h 590844"/>
              <a:gd name="connsiteX3-235" fmla="*/ 352571 w 633488"/>
              <a:gd name="connsiteY3-236" fmla="*/ 544611 h 590844"/>
              <a:gd name="connsiteX4-237" fmla="*/ 0 w 633488"/>
              <a:gd name="connsiteY4-238" fmla="*/ 590844 h 590844"/>
              <a:gd name="connsiteX0-239" fmla="*/ 9965 w 614439"/>
              <a:gd name="connsiteY0-240" fmla="*/ 0 h 590844"/>
              <a:gd name="connsiteX1-241" fmla="*/ 357332 w 614439"/>
              <a:gd name="connsiteY1-242" fmla="*/ 82649 h 590844"/>
              <a:gd name="connsiteX2-243" fmla="*/ 614436 w 614439"/>
              <a:gd name="connsiteY2-244" fmla="*/ 270731 h 590844"/>
              <a:gd name="connsiteX3-245" fmla="*/ 352571 w 614439"/>
              <a:gd name="connsiteY3-246" fmla="*/ 544611 h 590844"/>
              <a:gd name="connsiteX4-247" fmla="*/ 0 w 614439"/>
              <a:gd name="connsiteY4-248" fmla="*/ 590844 h 590844"/>
              <a:gd name="connsiteX0-249" fmla="*/ 9965 w 638251"/>
              <a:gd name="connsiteY0-250" fmla="*/ 0 h 590844"/>
              <a:gd name="connsiteX1-251" fmla="*/ 357332 w 638251"/>
              <a:gd name="connsiteY1-252" fmla="*/ 82649 h 590844"/>
              <a:gd name="connsiteX2-253" fmla="*/ 638249 w 638251"/>
              <a:gd name="connsiteY2-254" fmla="*/ 308831 h 590844"/>
              <a:gd name="connsiteX3-255" fmla="*/ 352571 w 638251"/>
              <a:gd name="connsiteY3-256" fmla="*/ 544611 h 590844"/>
              <a:gd name="connsiteX4-257" fmla="*/ 0 w 638251"/>
              <a:gd name="connsiteY4-258" fmla="*/ 590844 h 590844"/>
              <a:gd name="connsiteX0-259" fmla="*/ 9965 w 638251"/>
              <a:gd name="connsiteY0-260" fmla="*/ 0 h 595607"/>
              <a:gd name="connsiteX1-261" fmla="*/ 357332 w 638251"/>
              <a:gd name="connsiteY1-262" fmla="*/ 87412 h 595607"/>
              <a:gd name="connsiteX2-263" fmla="*/ 638249 w 638251"/>
              <a:gd name="connsiteY2-264" fmla="*/ 313594 h 595607"/>
              <a:gd name="connsiteX3-265" fmla="*/ 352571 w 638251"/>
              <a:gd name="connsiteY3-266" fmla="*/ 549374 h 595607"/>
              <a:gd name="connsiteX4-267" fmla="*/ 0 w 638251"/>
              <a:gd name="connsiteY4-268" fmla="*/ 595607 h 595607"/>
              <a:gd name="connsiteX0-269" fmla="*/ 9965 w 638251"/>
              <a:gd name="connsiteY0-270" fmla="*/ 0 h 581320"/>
              <a:gd name="connsiteX1-271" fmla="*/ 357332 w 638251"/>
              <a:gd name="connsiteY1-272" fmla="*/ 73125 h 581320"/>
              <a:gd name="connsiteX2-273" fmla="*/ 638249 w 638251"/>
              <a:gd name="connsiteY2-274" fmla="*/ 299307 h 581320"/>
              <a:gd name="connsiteX3-275" fmla="*/ 352571 w 638251"/>
              <a:gd name="connsiteY3-276" fmla="*/ 535087 h 581320"/>
              <a:gd name="connsiteX4-277" fmla="*/ 0 w 638251"/>
              <a:gd name="connsiteY4-278" fmla="*/ 581320 h 581320"/>
              <a:gd name="connsiteX0-279" fmla="*/ 440 w 638251"/>
              <a:gd name="connsiteY0-280" fmla="*/ 0 h 581320"/>
              <a:gd name="connsiteX1-281" fmla="*/ 357332 w 638251"/>
              <a:gd name="connsiteY1-282" fmla="*/ 73125 h 581320"/>
              <a:gd name="connsiteX2-283" fmla="*/ 638249 w 638251"/>
              <a:gd name="connsiteY2-284" fmla="*/ 299307 h 581320"/>
              <a:gd name="connsiteX3-285" fmla="*/ 352571 w 638251"/>
              <a:gd name="connsiteY3-286" fmla="*/ 535087 h 581320"/>
              <a:gd name="connsiteX4-287" fmla="*/ 0 w 638251"/>
              <a:gd name="connsiteY4-288" fmla="*/ 581320 h 581320"/>
              <a:gd name="connsiteX0-289" fmla="*/ 0 w 652098"/>
              <a:gd name="connsiteY0-290" fmla="*/ 0 h 590845"/>
              <a:gd name="connsiteX1-291" fmla="*/ 371179 w 652098"/>
              <a:gd name="connsiteY1-292" fmla="*/ 82650 h 590845"/>
              <a:gd name="connsiteX2-293" fmla="*/ 652096 w 652098"/>
              <a:gd name="connsiteY2-294" fmla="*/ 308832 h 590845"/>
              <a:gd name="connsiteX3-295" fmla="*/ 366418 w 652098"/>
              <a:gd name="connsiteY3-296" fmla="*/ 544612 h 590845"/>
              <a:gd name="connsiteX4-297" fmla="*/ 13847 w 652098"/>
              <a:gd name="connsiteY4-298" fmla="*/ 590845 h 590845"/>
              <a:gd name="connsiteX0-299" fmla="*/ 0 w 656860"/>
              <a:gd name="connsiteY0-300" fmla="*/ 0 h 595608"/>
              <a:gd name="connsiteX1-301" fmla="*/ 375941 w 656860"/>
              <a:gd name="connsiteY1-302" fmla="*/ 87413 h 595608"/>
              <a:gd name="connsiteX2-303" fmla="*/ 656858 w 656860"/>
              <a:gd name="connsiteY2-304" fmla="*/ 313595 h 595608"/>
              <a:gd name="connsiteX3-305" fmla="*/ 371180 w 656860"/>
              <a:gd name="connsiteY3-306" fmla="*/ 549375 h 595608"/>
              <a:gd name="connsiteX4-307" fmla="*/ 18609 w 656860"/>
              <a:gd name="connsiteY4-308" fmla="*/ 595608 h 595608"/>
              <a:gd name="connsiteX0-309" fmla="*/ 0 w 656860"/>
              <a:gd name="connsiteY0-310" fmla="*/ 0 h 586083"/>
              <a:gd name="connsiteX1-311" fmla="*/ 375941 w 656860"/>
              <a:gd name="connsiteY1-312" fmla="*/ 77888 h 586083"/>
              <a:gd name="connsiteX2-313" fmla="*/ 656858 w 656860"/>
              <a:gd name="connsiteY2-314" fmla="*/ 304070 h 586083"/>
              <a:gd name="connsiteX3-315" fmla="*/ 371180 w 656860"/>
              <a:gd name="connsiteY3-316" fmla="*/ 539850 h 586083"/>
              <a:gd name="connsiteX4-317" fmla="*/ 18609 w 656860"/>
              <a:gd name="connsiteY4-318" fmla="*/ 586083 h 586083"/>
              <a:gd name="connsiteX0-319" fmla="*/ 19491 w 638251"/>
              <a:gd name="connsiteY0-320" fmla="*/ 0 h 576558"/>
              <a:gd name="connsiteX1-321" fmla="*/ 357332 w 638251"/>
              <a:gd name="connsiteY1-322" fmla="*/ 68363 h 576558"/>
              <a:gd name="connsiteX2-323" fmla="*/ 638249 w 638251"/>
              <a:gd name="connsiteY2-324" fmla="*/ 294545 h 576558"/>
              <a:gd name="connsiteX3-325" fmla="*/ 352571 w 638251"/>
              <a:gd name="connsiteY3-326" fmla="*/ 530325 h 576558"/>
              <a:gd name="connsiteX4-327" fmla="*/ 0 w 638251"/>
              <a:gd name="connsiteY4-328" fmla="*/ 576558 h 576558"/>
              <a:gd name="connsiteX0-329" fmla="*/ 14729 w 638251"/>
              <a:gd name="connsiteY0-330" fmla="*/ 0 h 586083"/>
              <a:gd name="connsiteX1-331" fmla="*/ 357332 w 638251"/>
              <a:gd name="connsiteY1-332" fmla="*/ 77888 h 586083"/>
              <a:gd name="connsiteX2-333" fmla="*/ 638249 w 638251"/>
              <a:gd name="connsiteY2-334" fmla="*/ 304070 h 586083"/>
              <a:gd name="connsiteX3-335" fmla="*/ 352571 w 638251"/>
              <a:gd name="connsiteY3-336" fmla="*/ 539850 h 586083"/>
              <a:gd name="connsiteX4-337" fmla="*/ 0 w 638251"/>
              <a:gd name="connsiteY4-338" fmla="*/ 586083 h 586083"/>
              <a:gd name="connsiteX0-339" fmla="*/ 0 w 651039"/>
              <a:gd name="connsiteY0-340" fmla="*/ 0 h 592017"/>
              <a:gd name="connsiteX1-341" fmla="*/ 370120 w 651039"/>
              <a:gd name="connsiteY1-342" fmla="*/ 83822 h 592017"/>
              <a:gd name="connsiteX2-343" fmla="*/ 651037 w 651039"/>
              <a:gd name="connsiteY2-344" fmla="*/ 310004 h 592017"/>
              <a:gd name="connsiteX3-345" fmla="*/ 365359 w 651039"/>
              <a:gd name="connsiteY3-346" fmla="*/ 545784 h 592017"/>
              <a:gd name="connsiteX4-347" fmla="*/ 12788 w 651039"/>
              <a:gd name="connsiteY4-348" fmla="*/ 592017 h 5920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07" y="connsiteY4-108"/>
              </a:cxn>
            </a:cxnLst>
            <a:rect l="l" t="t" r="r" b="b"/>
            <a:pathLst>
              <a:path w="651039" h="592017">
                <a:moveTo>
                  <a:pt x="0" y="0"/>
                </a:moveTo>
                <a:cubicBezTo>
                  <a:pt x="62657" y="19331"/>
                  <a:pt x="280488" y="38700"/>
                  <a:pt x="370120" y="83822"/>
                </a:cubicBezTo>
                <a:cubicBezTo>
                  <a:pt x="474040" y="143231"/>
                  <a:pt x="651831" y="233010"/>
                  <a:pt x="651037" y="310004"/>
                </a:cubicBezTo>
                <a:cubicBezTo>
                  <a:pt x="650244" y="386998"/>
                  <a:pt x="470941" y="511482"/>
                  <a:pt x="365359" y="545784"/>
                </a:cubicBezTo>
                <a:cubicBezTo>
                  <a:pt x="321691" y="570562"/>
                  <a:pt x="51706" y="583518"/>
                  <a:pt x="12788" y="592017"/>
                </a:cubicBezTo>
              </a:path>
            </a:pathLst>
          </a:cu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7" name="任意多边形 116"/>
          <p:cNvSpPr/>
          <p:nvPr/>
        </p:nvSpPr>
        <p:spPr bwMode="auto">
          <a:xfrm>
            <a:off x="6941629" y="5659074"/>
            <a:ext cx="71439" cy="233469"/>
          </a:xfrm>
          <a:custGeom>
            <a:avLst/>
            <a:gdLst>
              <a:gd name="connsiteX0" fmla="*/ 0 w 71571"/>
              <a:gd name="connsiteY0" fmla="*/ 0 h 223837"/>
              <a:gd name="connsiteX1" fmla="*/ 71438 w 71571"/>
              <a:gd name="connsiteY1" fmla="*/ 119062 h 223837"/>
              <a:gd name="connsiteX2" fmla="*/ 14288 w 71571"/>
              <a:gd name="connsiteY2" fmla="*/ 223837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71" h="223837">
                <a:moveTo>
                  <a:pt x="0" y="0"/>
                </a:moveTo>
                <a:cubicBezTo>
                  <a:pt x="34528" y="40878"/>
                  <a:pt x="69057" y="81756"/>
                  <a:pt x="71438" y="119062"/>
                </a:cubicBezTo>
                <a:cubicBezTo>
                  <a:pt x="73819" y="156368"/>
                  <a:pt x="44053" y="190102"/>
                  <a:pt x="14288" y="223837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8" name="Line 25"/>
          <p:cNvSpPr>
            <a:spLocks noChangeShapeType="1"/>
          </p:cNvSpPr>
          <p:nvPr/>
        </p:nvSpPr>
        <p:spPr bwMode="auto">
          <a:xfrm>
            <a:off x="7261457" y="5779673"/>
            <a:ext cx="50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19" name="直接连接符 118"/>
          <p:cNvCxnSpPr/>
          <p:nvPr/>
        </p:nvCxnSpPr>
        <p:spPr bwMode="auto">
          <a:xfrm flipV="1">
            <a:off x="6957352" y="5983126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直接连接符 119"/>
          <p:cNvCxnSpPr/>
          <p:nvPr/>
        </p:nvCxnSpPr>
        <p:spPr bwMode="auto">
          <a:xfrm flipV="1">
            <a:off x="6957352" y="6223663"/>
            <a:ext cx="170668" cy="2692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1" name="任意多边形 120"/>
          <p:cNvSpPr/>
          <p:nvPr/>
        </p:nvSpPr>
        <p:spPr bwMode="auto">
          <a:xfrm>
            <a:off x="7111015" y="5985786"/>
            <a:ext cx="169018" cy="237526"/>
          </a:xfrm>
          <a:custGeom>
            <a:avLst/>
            <a:gdLst>
              <a:gd name="connsiteX0" fmla="*/ 138551 w 673487"/>
              <a:gd name="connsiteY0" fmla="*/ 0 h 613855"/>
              <a:gd name="connsiteX1" fmla="*/ 673123 w 673487"/>
              <a:gd name="connsiteY1" fmla="*/ 351693 h 613855"/>
              <a:gd name="connsiteX2" fmla="*/ 68212 w 673487"/>
              <a:gd name="connsiteY2" fmla="*/ 590843 h 613855"/>
              <a:gd name="connsiteX3" fmla="*/ 40077 w 673487"/>
              <a:gd name="connsiteY3" fmla="*/ 590843 h 613855"/>
              <a:gd name="connsiteX0-1" fmla="*/ 54144 w 673131"/>
              <a:gd name="connsiteY0-2" fmla="*/ 0 h 585719"/>
              <a:gd name="connsiteX1-3" fmla="*/ 673123 w 673131"/>
              <a:gd name="connsiteY1-4" fmla="*/ 323557 h 585719"/>
              <a:gd name="connsiteX2-5" fmla="*/ 68212 w 673131"/>
              <a:gd name="connsiteY2-6" fmla="*/ 562707 h 585719"/>
              <a:gd name="connsiteX3-7" fmla="*/ 40077 w 673131"/>
              <a:gd name="connsiteY3-8" fmla="*/ 562707 h 585719"/>
              <a:gd name="connsiteX0-9" fmla="*/ 54144 w 673131"/>
              <a:gd name="connsiteY0-10" fmla="*/ 0 h 627922"/>
              <a:gd name="connsiteX1-11" fmla="*/ 673123 w 673131"/>
              <a:gd name="connsiteY1-12" fmla="*/ 365760 h 627922"/>
              <a:gd name="connsiteX2-13" fmla="*/ 68212 w 673131"/>
              <a:gd name="connsiteY2-14" fmla="*/ 604910 h 627922"/>
              <a:gd name="connsiteX3-15" fmla="*/ 40077 w 673131"/>
              <a:gd name="connsiteY3-16" fmla="*/ 604910 h 627922"/>
              <a:gd name="connsiteX0-17" fmla="*/ 40077 w 673155"/>
              <a:gd name="connsiteY0-18" fmla="*/ 0 h 613855"/>
              <a:gd name="connsiteX1-19" fmla="*/ 673123 w 673155"/>
              <a:gd name="connsiteY1-20" fmla="*/ 351693 h 613855"/>
              <a:gd name="connsiteX2-21" fmla="*/ 68212 w 673155"/>
              <a:gd name="connsiteY2-22" fmla="*/ 590843 h 613855"/>
              <a:gd name="connsiteX3-23" fmla="*/ 40077 w 673155"/>
              <a:gd name="connsiteY3-24" fmla="*/ 590843 h 613855"/>
              <a:gd name="connsiteX0-25" fmla="*/ 0 w 633078"/>
              <a:gd name="connsiteY0-26" fmla="*/ 0 h 590843"/>
              <a:gd name="connsiteX1-27" fmla="*/ 633046 w 633078"/>
              <a:gd name="connsiteY1-28" fmla="*/ 351693 h 590843"/>
              <a:gd name="connsiteX2-29" fmla="*/ 28135 w 633078"/>
              <a:gd name="connsiteY2-30" fmla="*/ 590843 h 590843"/>
              <a:gd name="connsiteX0-31" fmla="*/ 0 w 633049"/>
              <a:gd name="connsiteY0-32" fmla="*/ 0 h 581318"/>
              <a:gd name="connsiteX1-33" fmla="*/ 633046 w 633049"/>
              <a:gd name="connsiteY1-34" fmla="*/ 351693 h 581318"/>
              <a:gd name="connsiteX2-35" fmla="*/ 9085 w 633049"/>
              <a:gd name="connsiteY2-36" fmla="*/ 581318 h 581318"/>
              <a:gd name="connsiteX0-37" fmla="*/ 440 w 633486"/>
              <a:gd name="connsiteY0-38" fmla="*/ 0 h 586081"/>
              <a:gd name="connsiteX1-39" fmla="*/ 633486 w 633486"/>
              <a:gd name="connsiteY1-40" fmla="*/ 351693 h 586081"/>
              <a:gd name="connsiteX2-41" fmla="*/ 0 w 633486"/>
              <a:gd name="connsiteY2-42" fmla="*/ 586081 h 586081"/>
              <a:gd name="connsiteX0-43" fmla="*/ 440 w 633486"/>
              <a:gd name="connsiteY0-44" fmla="*/ 0 h 586128"/>
              <a:gd name="connsiteX1-45" fmla="*/ 633486 w 633486"/>
              <a:gd name="connsiteY1-46" fmla="*/ 351693 h 586128"/>
              <a:gd name="connsiteX2-47" fmla="*/ 0 w 633486"/>
              <a:gd name="connsiteY2-48" fmla="*/ 586081 h 586128"/>
              <a:gd name="connsiteX0-49" fmla="*/ 9965 w 633491"/>
              <a:gd name="connsiteY0-50" fmla="*/ 0 h 590891"/>
              <a:gd name="connsiteX1-51" fmla="*/ 633486 w 633491"/>
              <a:gd name="connsiteY1-52" fmla="*/ 356456 h 590891"/>
              <a:gd name="connsiteX2-53" fmla="*/ 0 w 633491"/>
              <a:gd name="connsiteY2-54" fmla="*/ 590844 h 590891"/>
              <a:gd name="connsiteX0-55" fmla="*/ 9965 w 633492"/>
              <a:gd name="connsiteY0-56" fmla="*/ 0 h 590891"/>
              <a:gd name="connsiteX1-57" fmla="*/ 633486 w 633492"/>
              <a:gd name="connsiteY1-58" fmla="*/ 356456 h 590891"/>
              <a:gd name="connsiteX2-59" fmla="*/ 0 w 633492"/>
              <a:gd name="connsiteY2-60" fmla="*/ 590844 h 590891"/>
              <a:gd name="connsiteX0-61" fmla="*/ 9965 w 633493"/>
              <a:gd name="connsiteY0-62" fmla="*/ 0 h 590891"/>
              <a:gd name="connsiteX1-63" fmla="*/ 633486 w 633493"/>
              <a:gd name="connsiteY1-64" fmla="*/ 356456 h 590891"/>
              <a:gd name="connsiteX2-65" fmla="*/ 0 w 633493"/>
              <a:gd name="connsiteY2-66" fmla="*/ 590844 h 590891"/>
              <a:gd name="connsiteX0-67" fmla="*/ 9965 w 638201"/>
              <a:gd name="connsiteY0-68" fmla="*/ 0 h 590844"/>
              <a:gd name="connsiteX1-69" fmla="*/ 633486 w 638201"/>
              <a:gd name="connsiteY1-70" fmla="*/ 356456 h 590844"/>
              <a:gd name="connsiteX2-71" fmla="*/ 281134 w 638201"/>
              <a:gd name="connsiteY2-72" fmla="*/ 535086 h 590844"/>
              <a:gd name="connsiteX3-73" fmla="*/ 0 w 638201"/>
              <a:gd name="connsiteY3-74" fmla="*/ 590844 h 590844"/>
              <a:gd name="connsiteX0-75" fmla="*/ 9965 w 638800"/>
              <a:gd name="connsiteY0-76" fmla="*/ 0 h 590844"/>
              <a:gd name="connsiteX1-77" fmla="*/ 633486 w 638800"/>
              <a:gd name="connsiteY1-78" fmla="*/ 356456 h 590844"/>
              <a:gd name="connsiteX2-79" fmla="*/ 281134 w 638800"/>
              <a:gd name="connsiteY2-80" fmla="*/ 535086 h 590844"/>
              <a:gd name="connsiteX3-81" fmla="*/ 0 w 638800"/>
              <a:gd name="connsiteY3-82" fmla="*/ 590844 h 590844"/>
              <a:gd name="connsiteX0-83" fmla="*/ 9965 w 640456"/>
              <a:gd name="connsiteY0-84" fmla="*/ 0 h 590844"/>
              <a:gd name="connsiteX1-85" fmla="*/ 633486 w 640456"/>
              <a:gd name="connsiteY1-86" fmla="*/ 356456 h 590844"/>
              <a:gd name="connsiteX2-87" fmla="*/ 309709 w 640456"/>
              <a:gd name="connsiteY2-88" fmla="*/ 558898 h 590844"/>
              <a:gd name="connsiteX3-89" fmla="*/ 0 w 640456"/>
              <a:gd name="connsiteY3-90" fmla="*/ 590844 h 590844"/>
              <a:gd name="connsiteX0-91" fmla="*/ 9965 w 634445"/>
              <a:gd name="connsiteY0-92" fmla="*/ 0 h 590844"/>
              <a:gd name="connsiteX1-93" fmla="*/ 395433 w 634445"/>
              <a:gd name="connsiteY1-94" fmla="*/ 101699 h 590844"/>
              <a:gd name="connsiteX2-95" fmla="*/ 633486 w 634445"/>
              <a:gd name="connsiteY2-96" fmla="*/ 356456 h 590844"/>
              <a:gd name="connsiteX3-97" fmla="*/ 309709 w 634445"/>
              <a:gd name="connsiteY3-98" fmla="*/ 558898 h 590844"/>
              <a:gd name="connsiteX4" fmla="*/ 0 w 634445"/>
              <a:gd name="connsiteY4" fmla="*/ 590844 h 590844"/>
              <a:gd name="connsiteX0-99" fmla="*/ 9965 w 634113"/>
              <a:gd name="connsiteY0-100" fmla="*/ 0 h 590844"/>
              <a:gd name="connsiteX1-101" fmla="*/ 381145 w 634113"/>
              <a:gd name="connsiteY1-102" fmla="*/ 68362 h 590844"/>
              <a:gd name="connsiteX2-103" fmla="*/ 633486 w 634113"/>
              <a:gd name="connsiteY2-104" fmla="*/ 356456 h 590844"/>
              <a:gd name="connsiteX3-105" fmla="*/ 309709 w 634113"/>
              <a:gd name="connsiteY3-106" fmla="*/ 558898 h 590844"/>
              <a:gd name="connsiteX4-107" fmla="*/ 0 w 634113"/>
              <a:gd name="connsiteY4-108" fmla="*/ 590844 h 590844"/>
              <a:gd name="connsiteX0-109" fmla="*/ 9965 w 634113"/>
              <a:gd name="connsiteY0-110" fmla="*/ 0 h 590844"/>
              <a:gd name="connsiteX1-111" fmla="*/ 381145 w 634113"/>
              <a:gd name="connsiteY1-112" fmla="*/ 92174 h 590844"/>
              <a:gd name="connsiteX2-113" fmla="*/ 633486 w 634113"/>
              <a:gd name="connsiteY2-114" fmla="*/ 356456 h 590844"/>
              <a:gd name="connsiteX3-115" fmla="*/ 309709 w 634113"/>
              <a:gd name="connsiteY3-116" fmla="*/ 558898 h 590844"/>
              <a:gd name="connsiteX4-117" fmla="*/ 0 w 634113"/>
              <a:gd name="connsiteY4-118" fmla="*/ 590844 h 590844"/>
              <a:gd name="connsiteX0-119" fmla="*/ 9965 w 633964"/>
              <a:gd name="connsiteY0-120" fmla="*/ 0 h 593863"/>
              <a:gd name="connsiteX1-121" fmla="*/ 381145 w 633964"/>
              <a:gd name="connsiteY1-122" fmla="*/ 92174 h 593863"/>
              <a:gd name="connsiteX2-123" fmla="*/ 633486 w 633964"/>
              <a:gd name="connsiteY2-124" fmla="*/ 356456 h 593863"/>
              <a:gd name="connsiteX3-125" fmla="*/ 319234 w 633964"/>
              <a:gd name="connsiteY3-126" fmla="*/ 573186 h 593863"/>
              <a:gd name="connsiteX4-127" fmla="*/ 0 w 633964"/>
              <a:gd name="connsiteY4-128" fmla="*/ 590844 h 593863"/>
              <a:gd name="connsiteX0-129" fmla="*/ 9965 w 633964"/>
              <a:gd name="connsiteY0-130" fmla="*/ 0 h 593863"/>
              <a:gd name="connsiteX1-131" fmla="*/ 381145 w 633964"/>
              <a:gd name="connsiteY1-132" fmla="*/ 92174 h 593863"/>
              <a:gd name="connsiteX2-133" fmla="*/ 633486 w 633964"/>
              <a:gd name="connsiteY2-134" fmla="*/ 356456 h 593863"/>
              <a:gd name="connsiteX3-135" fmla="*/ 319234 w 633964"/>
              <a:gd name="connsiteY3-136" fmla="*/ 573186 h 593863"/>
              <a:gd name="connsiteX4-137" fmla="*/ 0 w 633964"/>
              <a:gd name="connsiteY4-138" fmla="*/ 590844 h 593863"/>
              <a:gd name="connsiteX0-139" fmla="*/ 9965 w 633964"/>
              <a:gd name="connsiteY0-140" fmla="*/ 0 h 590844"/>
              <a:gd name="connsiteX1-141" fmla="*/ 381145 w 633964"/>
              <a:gd name="connsiteY1-142" fmla="*/ 92174 h 590844"/>
              <a:gd name="connsiteX2-143" fmla="*/ 633486 w 633964"/>
              <a:gd name="connsiteY2-144" fmla="*/ 356456 h 590844"/>
              <a:gd name="connsiteX3-145" fmla="*/ 319234 w 633964"/>
              <a:gd name="connsiteY3-146" fmla="*/ 573186 h 590844"/>
              <a:gd name="connsiteX4-147" fmla="*/ 0 w 633964"/>
              <a:gd name="connsiteY4-148" fmla="*/ 590844 h 590844"/>
              <a:gd name="connsiteX0-149" fmla="*/ 9965 w 633964"/>
              <a:gd name="connsiteY0-150" fmla="*/ 0 h 590844"/>
              <a:gd name="connsiteX1-151" fmla="*/ 381145 w 633964"/>
              <a:gd name="connsiteY1-152" fmla="*/ 92174 h 590844"/>
              <a:gd name="connsiteX2-153" fmla="*/ 633486 w 633964"/>
              <a:gd name="connsiteY2-154" fmla="*/ 356456 h 590844"/>
              <a:gd name="connsiteX3-155" fmla="*/ 319234 w 633964"/>
              <a:gd name="connsiteY3-156" fmla="*/ 573186 h 590844"/>
              <a:gd name="connsiteX4-157" fmla="*/ 0 w 633964"/>
              <a:gd name="connsiteY4-158" fmla="*/ 590844 h 590844"/>
              <a:gd name="connsiteX0-159" fmla="*/ 9965 w 633594"/>
              <a:gd name="connsiteY0-160" fmla="*/ 0 h 590844"/>
              <a:gd name="connsiteX1-161" fmla="*/ 381145 w 633594"/>
              <a:gd name="connsiteY1-162" fmla="*/ 92174 h 590844"/>
              <a:gd name="connsiteX2-163" fmla="*/ 633486 w 633594"/>
              <a:gd name="connsiteY2-164" fmla="*/ 356456 h 590844"/>
              <a:gd name="connsiteX3-165" fmla="*/ 352571 w 633594"/>
              <a:gd name="connsiteY3-166" fmla="*/ 544611 h 590844"/>
              <a:gd name="connsiteX4-167" fmla="*/ 0 w 633594"/>
              <a:gd name="connsiteY4-168" fmla="*/ 590844 h 590844"/>
              <a:gd name="connsiteX0-169" fmla="*/ 9965 w 633594"/>
              <a:gd name="connsiteY0-170" fmla="*/ 0 h 590844"/>
              <a:gd name="connsiteX1-171" fmla="*/ 381145 w 633594"/>
              <a:gd name="connsiteY1-172" fmla="*/ 92174 h 590844"/>
              <a:gd name="connsiteX2-173" fmla="*/ 633486 w 633594"/>
              <a:gd name="connsiteY2-174" fmla="*/ 356456 h 590844"/>
              <a:gd name="connsiteX3-175" fmla="*/ 352571 w 633594"/>
              <a:gd name="connsiteY3-176" fmla="*/ 544611 h 590844"/>
              <a:gd name="connsiteX4-177" fmla="*/ 0 w 633594"/>
              <a:gd name="connsiteY4-178" fmla="*/ 590844 h 590844"/>
              <a:gd name="connsiteX0-179" fmla="*/ 9965 w 633594"/>
              <a:gd name="connsiteY0-180" fmla="*/ 0 h 590844"/>
              <a:gd name="connsiteX1-181" fmla="*/ 381145 w 633594"/>
              <a:gd name="connsiteY1-182" fmla="*/ 92174 h 590844"/>
              <a:gd name="connsiteX2-183" fmla="*/ 633486 w 633594"/>
              <a:gd name="connsiteY2-184" fmla="*/ 356456 h 590844"/>
              <a:gd name="connsiteX3-185" fmla="*/ 352571 w 633594"/>
              <a:gd name="connsiteY3-186" fmla="*/ 544611 h 590844"/>
              <a:gd name="connsiteX4-187" fmla="*/ 0 w 633594"/>
              <a:gd name="connsiteY4-188" fmla="*/ 590844 h 590844"/>
              <a:gd name="connsiteX0-189" fmla="*/ 9965 w 633594"/>
              <a:gd name="connsiteY0-190" fmla="*/ 0 h 590844"/>
              <a:gd name="connsiteX1-191" fmla="*/ 381145 w 633594"/>
              <a:gd name="connsiteY1-192" fmla="*/ 125512 h 590844"/>
              <a:gd name="connsiteX2-193" fmla="*/ 633486 w 633594"/>
              <a:gd name="connsiteY2-194" fmla="*/ 356456 h 590844"/>
              <a:gd name="connsiteX3-195" fmla="*/ 352571 w 633594"/>
              <a:gd name="connsiteY3-196" fmla="*/ 544611 h 590844"/>
              <a:gd name="connsiteX4-197" fmla="*/ 0 w 633594"/>
              <a:gd name="connsiteY4-198" fmla="*/ 590844 h 590844"/>
              <a:gd name="connsiteX0-199" fmla="*/ 9965 w 633687"/>
              <a:gd name="connsiteY0-200" fmla="*/ 0 h 590844"/>
              <a:gd name="connsiteX1-201" fmla="*/ 390670 w 633687"/>
              <a:gd name="connsiteY1-202" fmla="*/ 101699 h 590844"/>
              <a:gd name="connsiteX2-203" fmla="*/ 633486 w 633687"/>
              <a:gd name="connsiteY2-204" fmla="*/ 356456 h 590844"/>
              <a:gd name="connsiteX3-205" fmla="*/ 352571 w 633687"/>
              <a:gd name="connsiteY3-206" fmla="*/ 544611 h 590844"/>
              <a:gd name="connsiteX4-207" fmla="*/ 0 w 633687"/>
              <a:gd name="connsiteY4-208" fmla="*/ 590844 h 590844"/>
              <a:gd name="connsiteX0-209" fmla="*/ 9965 w 633687"/>
              <a:gd name="connsiteY0-210" fmla="*/ 0 h 590844"/>
              <a:gd name="connsiteX1-211" fmla="*/ 390670 w 633687"/>
              <a:gd name="connsiteY1-212" fmla="*/ 101699 h 590844"/>
              <a:gd name="connsiteX2-213" fmla="*/ 633486 w 633687"/>
              <a:gd name="connsiteY2-214" fmla="*/ 356456 h 590844"/>
              <a:gd name="connsiteX3-215" fmla="*/ 352571 w 633687"/>
              <a:gd name="connsiteY3-216" fmla="*/ 544611 h 590844"/>
              <a:gd name="connsiteX4-217" fmla="*/ 0 w 633687"/>
              <a:gd name="connsiteY4-218" fmla="*/ 590844 h 590844"/>
              <a:gd name="connsiteX0-219" fmla="*/ 9965 w 633687"/>
              <a:gd name="connsiteY0-220" fmla="*/ 0 h 590844"/>
              <a:gd name="connsiteX1-221" fmla="*/ 390670 w 633687"/>
              <a:gd name="connsiteY1-222" fmla="*/ 101699 h 590844"/>
              <a:gd name="connsiteX2-223" fmla="*/ 633486 w 633687"/>
              <a:gd name="connsiteY2-224" fmla="*/ 356456 h 590844"/>
              <a:gd name="connsiteX3-225" fmla="*/ 352571 w 633687"/>
              <a:gd name="connsiteY3-226" fmla="*/ 544611 h 590844"/>
              <a:gd name="connsiteX4-227" fmla="*/ 0 w 633687"/>
              <a:gd name="connsiteY4-228" fmla="*/ 590844 h 590844"/>
              <a:gd name="connsiteX0-229" fmla="*/ 9965 w 633488"/>
              <a:gd name="connsiteY0-230" fmla="*/ 0 h 590844"/>
              <a:gd name="connsiteX1-231" fmla="*/ 357332 w 633488"/>
              <a:gd name="connsiteY1-232" fmla="*/ 82649 h 590844"/>
              <a:gd name="connsiteX2-233" fmla="*/ 633486 w 633488"/>
              <a:gd name="connsiteY2-234" fmla="*/ 356456 h 590844"/>
              <a:gd name="connsiteX3-235" fmla="*/ 352571 w 633488"/>
              <a:gd name="connsiteY3-236" fmla="*/ 544611 h 590844"/>
              <a:gd name="connsiteX4-237" fmla="*/ 0 w 633488"/>
              <a:gd name="connsiteY4-238" fmla="*/ 590844 h 590844"/>
              <a:gd name="connsiteX0-239" fmla="*/ 9965 w 614439"/>
              <a:gd name="connsiteY0-240" fmla="*/ 0 h 590844"/>
              <a:gd name="connsiteX1-241" fmla="*/ 357332 w 614439"/>
              <a:gd name="connsiteY1-242" fmla="*/ 82649 h 590844"/>
              <a:gd name="connsiteX2-243" fmla="*/ 614436 w 614439"/>
              <a:gd name="connsiteY2-244" fmla="*/ 270731 h 590844"/>
              <a:gd name="connsiteX3-245" fmla="*/ 352571 w 614439"/>
              <a:gd name="connsiteY3-246" fmla="*/ 544611 h 590844"/>
              <a:gd name="connsiteX4-247" fmla="*/ 0 w 614439"/>
              <a:gd name="connsiteY4-248" fmla="*/ 590844 h 590844"/>
              <a:gd name="connsiteX0-249" fmla="*/ 9965 w 638251"/>
              <a:gd name="connsiteY0-250" fmla="*/ 0 h 590844"/>
              <a:gd name="connsiteX1-251" fmla="*/ 357332 w 638251"/>
              <a:gd name="connsiteY1-252" fmla="*/ 82649 h 590844"/>
              <a:gd name="connsiteX2-253" fmla="*/ 638249 w 638251"/>
              <a:gd name="connsiteY2-254" fmla="*/ 308831 h 590844"/>
              <a:gd name="connsiteX3-255" fmla="*/ 352571 w 638251"/>
              <a:gd name="connsiteY3-256" fmla="*/ 544611 h 590844"/>
              <a:gd name="connsiteX4-257" fmla="*/ 0 w 638251"/>
              <a:gd name="connsiteY4-258" fmla="*/ 590844 h 590844"/>
              <a:gd name="connsiteX0-259" fmla="*/ 9965 w 638251"/>
              <a:gd name="connsiteY0-260" fmla="*/ 0 h 595607"/>
              <a:gd name="connsiteX1-261" fmla="*/ 357332 w 638251"/>
              <a:gd name="connsiteY1-262" fmla="*/ 87412 h 595607"/>
              <a:gd name="connsiteX2-263" fmla="*/ 638249 w 638251"/>
              <a:gd name="connsiteY2-264" fmla="*/ 313594 h 595607"/>
              <a:gd name="connsiteX3-265" fmla="*/ 352571 w 638251"/>
              <a:gd name="connsiteY3-266" fmla="*/ 549374 h 595607"/>
              <a:gd name="connsiteX4-267" fmla="*/ 0 w 638251"/>
              <a:gd name="connsiteY4-268" fmla="*/ 595607 h 595607"/>
              <a:gd name="connsiteX0-269" fmla="*/ 9965 w 638251"/>
              <a:gd name="connsiteY0-270" fmla="*/ 0 h 581320"/>
              <a:gd name="connsiteX1-271" fmla="*/ 357332 w 638251"/>
              <a:gd name="connsiteY1-272" fmla="*/ 73125 h 581320"/>
              <a:gd name="connsiteX2-273" fmla="*/ 638249 w 638251"/>
              <a:gd name="connsiteY2-274" fmla="*/ 299307 h 581320"/>
              <a:gd name="connsiteX3-275" fmla="*/ 352571 w 638251"/>
              <a:gd name="connsiteY3-276" fmla="*/ 535087 h 581320"/>
              <a:gd name="connsiteX4-277" fmla="*/ 0 w 638251"/>
              <a:gd name="connsiteY4-278" fmla="*/ 581320 h 581320"/>
              <a:gd name="connsiteX0-279" fmla="*/ 440 w 638251"/>
              <a:gd name="connsiteY0-280" fmla="*/ 0 h 581320"/>
              <a:gd name="connsiteX1-281" fmla="*/ 357332 w 638251"/>
              <a:gd name="connsiteY1-282" fmla="*/ 73125 h 581320"/>
              <a:gd name="connsiteX2-283" fmla="*/ 638249 w 638251"/>
              <a:gd name="connsiteY2-284" fmla="*/ 299307 h 581320"/>
              <a:gd name="connsiteX3-285" fmla="*/ 352571 w 638251"/>
              <a:gd name="connsiteY3-286" fmla="*/ 535087 h 581320"/>
              <a:gd name="connsiteX4-287" fmla="*/ 0 w 638251"/>
              <a:gd name="connsiteY4-288" fmla="*/ 581320 h 581320"/>
              <a:gd name="connsiteX0-289" fmla="*/ 0 w 652098"/>
              <a:gd name="connsiteY0-290" fmla="*/ 0 h 590845"/>
              <a:gd name="connsiteX1-291" fmla="*/ 371179 w 652098"/>
              <a:gd name="connsiteY1-292" fmla="*/ 82650 h 590845"/>
              <a:gd name="connsiteX2-293" fmla="*/ 652096 w 652098"/>
              <a:gd name="connsiteY2-294" fmla="*/ 308832 h 590845"/>
              <a:gd name="connsiteX3-295" fmla="*/ 366418 w 652098"/>
              <a:gd name="connsiteY3-296" fmla="*/ 544612 h 590845"/>
              <a:gd name="connsiteX4-297" fmla="*/ 13847 w 652098"/>
              <a:gd name="connsiteY4-298" fmla="*/ 590845 h 590845"/>
              <a:gd name="connsiteX0-299" fmla="*/ 0 w 656860"/>
              <a:gd name="connsiteY0-300" fmla="*/ 0 h 595608"/>
              <a:gd name="connsiteX1-301" fmla="*/ 375941 w 656860"/>
              <a:gd name="connsiteY1-302" fmla="*/ 87413 h 595608"/>
              <a:gd name="connsiteX2-303" fmla="*/ 656858 w 656860"/>
              <a:gd name="connsiteY2-304" fmla="*/ 313595 h 595608"/>
              <a:gd name="connsiteX3-305" fmla="*/ 371180 w 656860"/>
              <a:gd name="connsiteY3-306" fmla="*/ 549375 h 595608"/>
              <a:gd name="connsiteX4-307" fmla="*/ 18609 w 656860"/>
              <a:gd name="connsiteY4-308" fmla="*/ 595608 h 595608"/>
              <a:gd name="connsiteX0-309" fmla="*/ 0 w 656860"/>
              <a:gd name="connsiteY0-310" fmla="*/ 0 h 586083"/>
              <a:gd name="connsiteX1-311" fmla="*/ 375941 w 656860"/>
              <a:gd name="connsiteY1-312" fmla="*/ 77888 h 586083"/>
              <a:gd name="connsiteX2-313" fmla="*/ 656858 w 656860"/>
              <a:gd name="connsiteY2-314" fmla="*/ 304070 h 586083"/>
              <a:gd name="connsiteX3-315" fmla="*/ 371180 w 656860"/>
              <a:gd name="connsiteY3-316" fmla="*/ 539850 h 586083"/>
              <a:gd name="connsiteX4-317" fmla="*/ 18609 w 656860"/>
              <a:gd name="connsiteY4-318" fmla="*/ 586083 h 586083"/>
              <a:gd name="connsiteX0-319" fmla="*/ 19491 w 638251"/>
              <a:gd name="connsiteY0-320" fmla="*/ 0 h 576558"/>
              <a:gd name="connsiteX1-321" fmla="*/ 357332 w 638251"/>
              <a:gd name="connsiteY1-322" fmla="*/ 68363 h 576558"/>
              <a:gd name="connsiteX2-323" fmla="*/ 638249 w 638251"/>
              <a:gd name="connsiteY2-324" fmla="*/ 294545 h 576558"/>
              <a:gd name="connsiteX3-325" fmla="*/ 352571 w 638251"/>
              <a:gd name="connsiteY3-326" fmla="*/ 530325 h 576558"/>
              <a:gd name="connsiteX4-327" fmla="*/ 0 w 638251"/>
              <a:gd name="connsiteY4-328" fmla="*/ 576558 h 576558"/>
              <a:gd name="connsiteX0-329" fmla="*/ 14729 w 638251"/>
              <a:gd name="connsiteY0-330" fmla="*/ 0 h 586083"/>
              <a:gd name="connsiteX1-331" fmla="*/ 357332 w 638251"/>
              <a:gd name="connsiteY1-332" fmla="*/ 77888 h 586083"/>
              <a:gd name="connsiteX2-333" fmla="*/ 638249 w 638251"/>
              <a:gd name="connsiteY2-334" fmla="*/ 304070 h 586083"/>
              <a:gd name="connsiteX3-335" fmla="*/ 352571 w 638251"/>
              <a:gd name="connsiteY3-336" fmla="*/ 539850 h 586083"/>
              <a:gd name="connsiteX4-337" fmla="*/ 0 w 638251"/>
              <a:gd name="connsiteY4-338" fmla="*/ 586083 h 586083"/>
              <a:gd name="connsiteX0-339" fmla="*/ 0 w 651039"/>
              <a:gd name="connsiteY0-340" fmla="*/ 0 h 592017"/>
              <a:gd name="connsiteX1-341" fmla="*/ 370120 w 651039"/>
              <a:gd name="connsiteY1-342" fmla="*/ 83822 h 592017"/>
              <a:gd name="connsiteX2-343" fmla="*/ 651037 w 651039"/>
              <a:gd name="connsiteY2-344" fmla="*/ 310004 h 592017"/>
              <a:gd name="connsiteX3-345" fmla="*/ 365359 w 651039"/>
              <a:gd name="connsiteY3-346" fmla="*/ 545784 h 592017"/>
              <a:gd name="connsiteX4-347" fmla="*/ 12788 w 651039"/>
              <a:gd name="connsiteY4-348" fmla="*/ 592017 h 5920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07" y="connsiteY4-108"/>
              </a:cxn>
            </a:cxnLst>
            <a:rect l="l" t="t" r="r" b="b"/>
            <a:pathLst>
              <a:path w="651039" h="592017">
                <a:moveTo>
                  <a:pt x="0" y="0"/>
                </a:moveTo>
                <a:cubicBezTo>
                  <a:pt x="62657" y="19331"/>
                  <a:pt x="280488" y="38700"/>
                  <a:pt x="370120" y="83822"/>
                </a:cubicBezTo>
                <a:cubicBezTo>
                  <a:pt x="474040" y="143231"/>
                  <a:pt x="651831" y="233010"/>
                  <a:pt x="651037" y="310004"/>
                </a:cubicBezTo>
                <a:cubicBezTo>
                  <a:pt x="650244" y="386998"/>
                  <a:pt x="470941" y="511482"/>
                  <a:pt x="365359" y="545784"/>
                </a:cubicBezTo>
                <a:cubicBezTo>
                  <a:pt x="321691" y="570562"/>
                  <a:pt x="51706" y="583518"/>
                  <a:pt x="12788" y="592017"/>
                </a:cubicBezTo>
              </a:path>
            </a:pathLst>
          </a:cu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" name="任意多边形 121"/>
          <p:cNvSpPr/>
          <p:nvPr/>
        </p:nvSpPr>
        <p:spPr bwMode="auto">
          <a:xfrm>
            <a:off x="6941629" y="5983983"/>
            <a:ext cx="71439" cy="233469"/>
          </a:xfrm>
          <a:custGeom>
            <a:avLst/>
            <a:gdLst>
              <a:gd name="connsiteX0" fmla="*/ 0 w 71571"/>
              <a:gd name="connsiteY0" fmla="*/ 0 h 223837"/>
              <a:gd name="connsiteX1" fmla="*/ 71438 w 71571"/>
              <a:gd name="connsiteY1" fmla="*/ 119062 h 223837"/>
              <a:gd name="connsiteX2" fmla="*/ 14288 w 71571"/>
              <a:gd name="connsiteY2" fmla="*/ 223837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71" h="223837">
                <a:moveTo>
                  <a:pt x="0" y="0"/>
                </a:moveTo>
                <a:cubicBezTo>
                  <a:pt x="34528" y="40878"/>
                  <a:pt x="69057" y="81756"/>
                  <a:pt x="71438" y="119062"/>
                </a:cubicBezTo>
                <a:cubicBezTo>
                  <a:pt x="73819" y="156368"/>
                  <a:pt x="44053" y="190102"/>
                  <a:pt x="14288" y="223837"/>
                </a:cubicBezTo>
              </a:path>
            </a:pathLst>
          </a:cu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" name="Line 25"/>
          <p:cNvSpPr>
            <a:spLocks noChangeShapeType="1"/>
          </p:cNvSpPr>
          <p:nvPr/>
        </p:nvSpPr>
        <p:spPr bwMode="auto">
          <a:xfrm>
            <a:off x="7270981" y="6110442"/>
            <a:ext cx="504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6506317" y="3738934"/>
            <a:ext cx="252000" cy="252000"/>
            <a:chOff x="4070351" y="4917889"/>
            <a:chExt cx="252000" cy="252000"/>
          </a:xfrm>
        </p:grpSpPr>
        <p:cxnSp>
          <p:nvCxnSpPr>
            <p:cNvPr id="125" name="直接连接符 124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6" name="直接连接符 125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27" name="组合 126"/>
          <p:cNvGrpSpPr/>
          <p:nvPr/>
        </p:nvGrpSpPr>
        <p:grpSpPr>
          <a:xfrm>
            <a:off x="5745475" y="3738934"/>
            <a:ext cx="252000" cy="252000"/>
            <a:chOff x="4070351" y="4917889"/>
            <a:chExt cx="252000" cy="252000"/>
          </a:xfrm>
        </p:grpSpPr>
        <p:cxnSp>
          <p:nvCxnSpPr>
            <p:cNvPr id="128" name="直接连接符 127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9" name="直接连接符 128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0" name="组合 129"/>
          <p:cNvGrpSpPr/>
          <p:nvPr/>
        </p:nvGrpSpPr>
        <p:grpSpPr>
          <a:xfrm>
            <a:off x="4592767" y="4053644"/>
            <a:ext cx="252000" cy="252000"/>
            <a:chOff x="4070351" y="4917889"/>
            <a:chExt cx="252000" cy="252000"/>
          </a:xfrm>
        </p:grpSpPr>
        <p:cxnSp>
          <p:nvCxnSpPr>
            <p:cNvPr id="131" name="直接连接符 130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2" name="直接连接符 131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3" name="组合 132"/>
          <p:cNvGrpSpPr/>
          <p:nvPr/>
        </p:nvGrpSpPr>
        <p:grpSpPr>
          <a:xfrm>
            <a:off x="4973767" y="4053644"/>
            <a:ext cx="252000" cy="252000"/>
            <a:chOff x="4070351" y="4917889"/>
            <a:chExt cx="252000" cy="252000"/>
          </a:xfrm>
        </p:grpSpPr>
        <p:cxnSp>
          <p:nvCxnSpPr>
            <p:cNvPr id="134" name="直接连接符 133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5" name="直接连接符 134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6" name="组合 135"/>
          <p:cNvGrpSpPr/>
          <p:nvPr/>
        </p:nvGrpSpPr>
        <p:grpSpPr>
          <a:xfrm>
            <a:off x="5368819" y="4053644"/>
            <a:ext cx="252000" cy="252000"/>
            <a:chOff x="4070351" y="4917889"/>
            <a:chExt cx="252000" cy="252000"/>
          </a:xfrm>
        </p:grpSpPr>
        <p:cxnSp>
          <p:nvCxnSpPr>
            <p:cNvPr id="137" name="直接连接符 136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" name="直接连接符 137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9" name="组合 138"/>
          <p:cNvGrpSpPr/>
          <p:nvPr/>
        </p:nvGrpSpPr>
        <p:grpSpPr>
          <a:xfrm>
            <a:off x="6088918" y="4053644"/>
            <a:ext cx="252000" cy="252000"/>
            <a:chOff x="4070351" y="4917889"/>
            <a:chExt cx="252000" cy="252000"/>
          </a:xfrm>
        </p:grpSpPr>
        <p:cxnSp>
          <p:nvCxnSpPr>
            <p:cNvPr id="140" name="直接连接符 139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1" name="直接连接符 140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2" name="组合 141"/>
          <p:cNvGrpSpPr/>
          <p:nvPr/>
        </p:nvGrpSpPr>
        <p:grpSpPr>
          <a:xfrm>
            <a:off x="6506317" y="4053644"/>
            <a:ext cx="252000" cy="252000"/>
            <a:chOff x="4070351" y="4917889"/>
            <a:chExt cx="252000" cy="252000"/>
          </a:xfrm>
        </p:grpSpPr>
        <p:cxnSp>
          <p:nvCxnSpPr>
            <p:cNvPr id="143" name="直接连接符 142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直接连接符 143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5" name="组合 144"/>
          <p:cNvGrpSpPr/>
          <p:nvPr/>
        </p:nvGrpSpPr>
        <p:grpSpPr>
          <a:xfrm>
            <a:off x="5745475" y="4053644"/>
            <a:ext cx="252000" cy="252000"/>
            <a:chOff x="4070351" y="4917889"/>
            <a:chExt cx="252000" cy="252000"/>
          </a:xfrm>
        </p:grpSpPr>
        <p:cxnSp>
          <p:nvCxnSpPr>
            <p:cNvPr id="146" name="直接连接符 145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7" name="直接连接符 146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8" name="组合 147"/>
          <p:cNvGrpSpPr/>
          <p:nvPr/>
        </p:nvGrpSpPr>
        <p:grpSpPr>
          <a:xfrm>
            <a:off x="3832438" y="4053456"/>
            <a:ext cx="252000" cy="252000"/>
            <a:chOff x="4070351" y="4917889"/>
            <a:chExt cx="252000" cy="252000"/>
          </a:xfrm>
        </p:grpSpPr>
        <p:cxnSp>
          <p:nvCxnSpPr>
            <p:cNvPr id="149" name="直接连接符 148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0" name="直接连接符 149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1" name="组合 150"/>
          <p:cNvGrpSpPr/>
          <p:nvPr/>
        </p:nvGrpSpPr>
        <p:grpSpPr>
          <a:xfrm>
            <a:off x="4221292" y="4377281"/>
            <a:ext cx="252000" cy="252000"/>
            <a:chOff x="4070351" y="4917889"/>
            <a:chExt cx="252000" cy="252000"/>
          </a:xfrm>
        </p:grpSpPr>
        <p:cxnSp>
          <p:nvCxnSpPr>
            <p:cNvPr id="152" name="直接连接符 151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" name="直接连接符 152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4973767" y="4377281"/>
            <a:ext cx="252000" cy="252000"/>
            <a:chOff x="4070351" y="4917889"/>
            <a:chExt cx="252000" cy="252000"/>
          </a:xfrm>
        </p:grpSpPr>
        <p:cxnSp>
          <p:nvCxnSpPr>
            <p:cNvPr id="155" name="直接连接符 154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6" name="直接连接符 155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7" name="组合 156"/>
          <p:cNvGrpSpPr/>
          <p:nvPr/>
        </p:nvGrpSpPr>
        <p:grpSpPr>
          <a:xfrm>
            <a:off x="5368819" y="4377281"/>
            <a:ext cx="252000" cy="252000"/>
            <a:chOff x="4070351" y="4917889"/>
            <a:chExt cx="252000" cy="252000"/>
          </a:xfrm>
        </p:grpSpPr>
        <p:cxnSp>
          <p:nvCxnSpPr>
            <p:cNvPr id="158" name="直接连接符 157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9" name="直接连接符 158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0" name="组合 159"/>
          <p:cNvGrpSpPr/>
          <p:nvPr/>
        </p:nvGrpSpPr>
        <p:grpSpPr>
          <a:xfrm>
            <a:off x="6088918" y="4377281"/>
            <a:ext cx="252000" cy="252000"/>
            <a:chOff x="4070351" y="4917889"/>
            <a:chExt cx="252000" cy="252000"/>
          </a:xfrm>
        </p:grpSpPr>
        <p:cxnSp>
          <p:nvCxnSpPr>
            <p:cNvPr id="161" name="直接连接符 160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2" name="直接连接符 161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3" name="组合 162"/>
          <p:cNvGrpSpPr/>
          <p:nvPr/>
        </p:nvGrpSpPr>
        <p:grpSpPr>
          <a:xfrm>
            <a:off x="6506317" y="4377281"/>
            <a:ext cx="252000" cy="252000"/>
            <a:chOff x="4070351" y="4917889"/>
            <a:chExt cx="252000" cy="252000"/>
          </a:xfrm>
        </p:grpSpPr>
        <p:cxnSp>
          <p:nvCxnSpPr>
            <p:cNvPr id="164" name="直接连接符 163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5" name="直接连接符 164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6" name="组合 165"/>
          <p:cNvGrpSpPr/>
          <p:nvPr/>
        </p:nvGrpSpPr>
        <p:grpSpPr>
          <a:xfrm>
            <a:off x="5745475" y="4377281"/>
            <a:ext cx="252000" cy="252000"/>
            <a:chOff x="4070351" y="4917889"/>
            <a:chExt cx="252000" cy="252000"/>
          </a:xfrm>
        </p:grpSpPr>
        <p:cxnSp>
          <p:nvCxnSpPr>
            <p:cNvPr id="167" name="直接连接符 166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8" name="直接连接符 167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9" name="组合 168"/>
          <p:cNvGrpSpPr/>
          <p:nvPr/>
        </p:nvGrpSpPr>
        <p:grpSpPr>
          <a:xfrm>
            <a:off x="3832438" y="4377093"/>
            <a:ext cx="252000" cy="252000"/>
            <a:chOff x="4070351" y="4917889"/>
            <a:chExt cx="252000" cy="252000"/>
          </a:xfrm>
        </p:grpSpPr>
        <p:cxnSp>
          <p:nvCxnSpPr>
            <p:cNvPr id="170" name="直接连接符 169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1" name="直接连接符 170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2" name="组合 171"/>
          <p:cNvGrpSpPr/>
          <p:nvPr/>
        </p:nvGrpSpPr>
        <p:grpSpPr>
          <a:xfrm>
            <a:off x="4221292" y="4709681"/>
            <a:ext cx="252000" cy="252000"/>
            <a:chOff x="4070351" y="4917889"/>
            <a:chExt cx="252000" cy="252000"/>
          </a:xfrm>
        </p:grpSpPr>
        <p:cxnSp>
          <p:nvCxnSpPr>
            <p:cNvPr id="173" name="直接连接符 172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" name="直接连接符 173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5" name="组合 174"/>
          <p:cNvGrpSpPr/>
          <p:nvPr/>
        </p:nvGrpSpPr>
        <p:grpSpPr>
          <a:xfrm>
            <a:off x="4592767" y="4709681"/>
            <a:ext cx="252000" cy="252000"/>
            <a:chOff x="4070351" y="4917889"/>
            <a:chExt cx="252000" cy="252000"/>
          </a:xfrm>
        </p:grpSpPr>
        <p:cxnSp>
          <p:nvCxnSpPr>
            <p:cNvPr id="176" name="直接连接符 175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7" name="直接连接符 176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8" name="组合 177"/>
          <p:cNvGrpSpPr/>
          <p:nvPr/>
        </p:nvGrpSpPr>
        <p:grpSpPr>
          <a:xfrm>
            <a:off x="5368819" y="4709681"/>
            <a:ext cx="252000" cy="252000"/>
            <a:chOff x="4070351" y="4917889"/>
            <a:chExt cx="252000" cy="252000"/>
          </a:xfrm>
        </p:grpSpPr>
        <p:cxnSp>
          <p:nvCxnSpPr>
            <p:cNvPr id="179" name="直接连接符 178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0" name="直接连接符 179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81" name="组合 180"/>
          <p:cNvGrpSpPr/>
          <p:nvPr/>
        </p:nvGrpSpPr>
        <p:grpSpPr>
          <a:xfrm>
            <a:off x="6088918" y="4709681"/>
            <a:ext cx="252000" cy="252000"/>
            <a:chOff x="4070351" y="4917889"/>
            <a:chExt cx="252000" cy="252000"/>
          </a:xfrm>
        </p:grpSpPr>
        <p:cxnSp>
          <p:nvCxnSpPr>
            <p:cNvPr id="182" name="直接连接符 181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3" name="直接连接符 182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84" name="组合 183"/>
          <p:cNvGrpSpPr/>
          <p:nvPr/>
        </p:nvGrpSpPr>
        <p:grpSpPr>
          <a:xfrm>
            <a:off x="6506317" y="4709681"/>
            <a:ext cx="252000" cy="252000"/>
            <a:chOff x="4070351" y="4917889"/>
            <a:chExt cx="252000" cy="252000"/>
          </a:xfrm>
        </p:grpSpPr>
        <p:cxnSp>
          <p:nvCxnSpPr>
            <p:cNvPr id="185" name="直接连接符 184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直接连接符 185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87" name="组合 186"/>
          <p:cNvGrpSpPr/>
          <p:nvPr/>
        </p:nvGrpSpPr>
        <p:grpSpPr>
          <a:xfrm>
            <a:off x="5745475" y="4709681"/>
            <a:ext cx="252000" cy="252000"/>
            <a:chOff x="4070351" y="4917889"/>
            <a:chExt cx="252000" cy="252000"/>
          </a:xfrm>
        </p:grpSpPr>
        <p:cxnSp>
          <p:nvCxnSpPr>
            <p:cNvPr id="188" name="直接连接符 187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" name="直接连接符 188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0" name="组合 189"/>
          <p:cNvGrpSpPr/>
          <p:nvPr/>
        </p:nvGrpSpPr>
        <p:grpSpPr>
          <a:xfrm>
            <a:off x="3832438" y="4709493"/>
            <a:ext cx="252000" cy="252000"/>
            <a:chOff x="4070351" y="4917889"/>
            <a:chExt cx="252000" cy="252000"/>
          </a:xfrm>
        </p:grpSpPr>
        <p:cxnSp>
          <p:nvCxnSpPr>
            <p:cNvPr id="191" name="直接连接符 190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2" name="直接连接符 191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3" name="组合 192"/>
          <p:cNvGrpSpPr/>
          <p:nvPr/>
        </p:nvGrpSpPr>
        <p:grpSpPr>
          <a:xfrm>
            <a:off x="4221292" y="5023384"/>
            <a:ext cx="252000" cy="252000"/>
            <a:chOff x="4070351" y="4917889"/>
            <a:chExt cx="252000" cy="252000"/>
          </a:xfrm>
        </p:grpSpPr>
        <p:cxnSp>
          <p:nvCxnSpPr>
            <p:cNvPr id="194" name="直接连接符 193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" name="直接连接符 194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6" name="组合 195"/>
          <p:cNvGrpSpPr/>
          <p:nvPr/>
        </p:nvGrpSpPr>
        <p:grpSpPr>
          <a:xfrm>
            <a:off x="4592767" y="5023384"/>
            <a:ext cx="252000" cy="252000"/>
            <a:chOff x="4070351" y="4917889"/>
            <a:chExt cx="252000" cy="252000"/>
          </a:xfrm>
        </p:grpSpPr>
        <p:cxnSp>
          <p:nvCxnSpPr>
            <p:cNvPr id="197" name="直接连接符 196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9" name="组合 198"/>
          <p:cNvGrpSpPr/>
          <p:nvPr/>
        </p:nvGrpSpPr>
        <p:grpSpPr>
          <a:xfrm>
            <a:off x="4973767" y="5023384"/>
            <a:ext cx="252000" cy="252000"/>
            <a:chOff x="4070351" y="4917889"/>
            <a:chExt cx="252000" cy="252000"/>
          </a:xfrm>
        </p:grpSpPr>
        <p:cxnSp>
          <p:nvCxnSpPr>
            <p:cNvPr id="200" name="直接连接符 199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1" name="直接连接符 200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2" name="组合 201"/>
          <p:cNvGrpSpPr/>
          <p:nvPr/>
        </p:nvGrpSpPr>
        <p:grpSpPr>
          <a:xfrm>
            <a:off x="6088918" y="5023384"/>
            <a:ext cx="252000" cy="252000"/>
            <a:chOff x="4070351" y="4917889"/>
            <a:chExt cx="252000" cy="252000"/>
          </a:xfrm>
        </p:grpSpPr>
        <p:cxnSp>
          <p:nvCxnSpPr>
            <p:cNvPr id="203" name="直接连接符 202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4" name="直接连接符 203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5" name="组合 204"/>
          <p:cNvGrpSpPr/>
          <p:nvPr/>
        </p:nvGrpSpPr>
        <p:grpSpPr>
          <a:xfrm>
            <a:off x="6506317" y="5023384"/>
            <a:ext cx="252000" cy="252000"/>
            <a:chOff x="4070351" y="4917889"/>
            <a:chExt cx="252000" cy="252000"/>
          </a:xfrm>
        </p:grpSpPr>
        <p:cxnSp>
          <p:nvCxnSpPr>
            <p:cNvPr id="206" name="直接连接符 205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7" name="直接连接符 206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8" name="组合 207"/>
          <p:cNvGrpSpPr/>
          <p:nvPr/>
        </p:nvGrpSpPr>
        <p:grpSpPr>
          <a:xfrm>
            <a:off x="5745475" y="5023384"/>
            <a:ext cx="252000" cy="252000"/>
            <a:chOff x="4070351" y="4917889"/>
            <a:chExt cx="252000" cy="252000"/>
          </a:xfrm>
        </p:grpSpPr>
        <p:cxnSp>
          <p:nvCxnSpPr>
            <p:cNvPr id="209" name="直接连接符 208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0" name="直接连接符 209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1" name="组合 210"/>
          <p:cNvGrpSpPr/>
          <p:nvPr/>
        </p:nvGrpSpPr>
        <p:grpSpPr>
          <a:xfrm>
            <a:off x="3832438" y="5023196"/>
            <a:ext cx="252000" cy="252000"/>
            <a:chOff x="4070351" y="4917889"/>
            <a:chExt cx="252000" cy="252000"/>
          </a:xfrm>
        </p:grpSpPr>
        <p:cxnSp>
          <p:nvCxnSpPr>
            <p:cNvPr id="212" name="直接连接符 211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3" name="直接连接符 212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4" name="组合 213"/>
          <p:cNvGrpSpPr/>
          <p:nvPr/>
        </p:nvGrpSpPr>
        <p:grpSpPr>
          <a:xfrm>
            <a:off x="4221292" y="5337750"/>
            <a:ext cx="252000" cy="252000"/>
            <a:chOff x="4070351" y="4917889"/>
            <a:chExt cx="252000" cy="252000"/>
          </a:xfrm>
        </p:grpSpPr>
        <p:cxnSp>
          <p:nvCxnSpPr>
            <p:cNvPr id="215" name="直接连接符 214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6" name="直接连接符 215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7" name="组合 216"/>
          <p:cNvGrpSpPr/>
          <p:nvPr/>
        </p:nvGrpSpPr>
        <p:grpSpPr>
          <a:xfrm>
            <a:off x="4592767" y="5337750"/>
            <a:ext cx="252000" cy="252000"/>
            <a:chOff x="4070351" y="4917889"/>
            <a:chExt cx="252000" cy="252000"/>
          </a:xfrm>
        </p:grpSpPr>
        <p:cxnSp>
          <p:nvCxnSpPr>
            <p:cNvPr id="218" name="直接连接符 217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9" name="直接连接符 218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0" name="组合 219"/>
          <p:cNvGrpSpPr/>
          <p:nvPr/>
        </p:nvGrpSpPr>
        <p:grpSpPr>
          <a:xfrm>
            <a:off x="4973767" y="5337750"/>
            <a:ext cx="252000" cy="252000"/>
            <a:chOff x="4070351" y="4917889"/>
            <a:chExt cx="252000" cy="252000"/>
          </a:xfrm>
        </p:grpSpPr>
        <p:cxnSp>
          <p:nvCxnSpPr>
            <p:cNvPr id="221" name="直接连接符 220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2" name="直接连接符 221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3" name="组合 222"/>
          <p:cNvGrpSpPr/>
          <p:nvPr/>
        </p:nvGrpSpPr>
        <p:grpSpPr>
          <a:xfrm>
            <a:off x="6088918" y="5337750"/>
            <a:ext cx="252000" cy="252000"/>
            <a:chOff x="4070351" y="4917889"/>
            <a:chExt cx="252000" cy="252000"/>
          </a:xfrm>
        </p:grpSpPr>
        <p:cxnSp>
          <p:nvCxnSpPr>
            <p:cNvPr id="224" name="直接连接符 223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" name="直接连接符 224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6" name="组合 225"/>
          <p:cNvGrpSpPr/>
          <p:nvPr/>
        </p:nvGrpSpPr>
        <p:grpSpPr>
          <a:xfrm>
            <a:off x="6506317" y="5337750"/>
            <a:ext cx="252000" cy="252000"/>
            <a:chOff x="4070351" y="4917889"/>
            <a:chExt cx="252000" cy="252000"/>
          </a:xfrm>
        </p:grpSpPr>
        <p:cxnSp>
          <p:nvCxnSpPr>
            <p:cNvPr id="227" name="直接连接符 226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8" name="直接连接符 227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9" name="组合 228"/>
          <p:cNvGrpSpPr/>
          <p:nvPr/>
        </p:nvGrpSpPr>
        <p:grpSpPr>
          <a:xfrm>
            <a:off x="5368819" y="5337750"/>
            <a:ext cx="252000" cy="252000"/>
            <a:chOff x="4070351" y="4917889"/>
            <a:chExt cx="252000" cy="252000"/>
          </a:xfrm>
        </p:grpSpPr>
        <p:cxnSp>
          <p:nvCxnSpPr>
            <p:cNvPr id="230" name="直接连接符 229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1" name="直接连接符 230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3832438" y="5337562"/>
            <a:ext cx="252000" cy="252000"/>
            <a:chOff x="4070351" y="4917889"/>
            <a:chExt cx="252000" cy="252000"/>
          </a:xfrm>
        </p:grpSpPr>
        <p:cxnSp>
          <p:nvCxnSpPr>
            <p:cNvPr id="233" name="直接连接符 232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4" name="直接连接符 233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>
            <a:off x="4221292" y="5661324"/>
            <a:ext cx="252000" cy="252000"/>
            <a:chOff x="4070351" y="4917889"/>
            <a:chExt cx="252000" cy="252000"/>
          </a:xfrm>
        </p:grpSpPr>
        <p:cxnSp>
          <p:nvCxnSpPr>
            <p:cNvPr id="236" name="直接连接符 235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7" name="直接连接符 236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8" name="组合 237"/>
          <p:cNvGrpSpPr/>
          <p:nvPr/>
        </p:nvGrpSpPr>
        <p:grpSpPr>
          <a:xfrm>
            <a:off x="4592767" y="5661324"/>
            <a:ext cx="252000" cy="252000"/>
            <a:chOff x="4070351" y="4917889"/>
            <a:chExt cx="252000" cy="252000"/>
          </a:xfrm>
        </p:grpSpPr>
        <p:cxnSp>
          <p:nvCxnSpPr>
            <p:cNvPr id="239" name="直接连接符 238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0" name="直接连接符 239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41" name="组合 240"/>
          <p:cNvGrpSpPr/>
          <p:nvPr/>
        </p:nvGrpSpPr>
        <p:grpSpPr>
          <a:xfrm>
            <a:off x="4973767" y="5661324"/>
            <a:ext cx="252000" cy="252000"/>
            <a:chOff x="4070351" y="4917889"/>
            <a:chExt cx="252000" cy="252000"/>
          </a:xfrm>
        </p:grpSpPr>
        <p:cxnSp>
          <p:nvCxnSpPr>
            <p:cNvPr id="242" name="直接连接符 241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3" name="直接连接符 242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44" name="组合 243"/>
          <p:cNvGrpSpPr/>
          <p:nvPr/>
        </p:nvGrpSpPr>
        <p:grpSpPr>
          <a:xfrm>
            <a:off x="5745475" y="5661324"/>
            <a:ext cx="252000" cy="252000"/>
            <a:chOff x="4070351" y="4917889"/>
            <a:chExt cx="252000" cy="252000"/>
          </a:xfrm>
        </p:grpSpPr>
        <p:cxnSp>
          <p:nvCxnSpPr>
            <p:cNvPr id="245" name="直接连接符 244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6" name="直接连接符 245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47" name="组合 246"/>
          <p:cNvGrpSpPr/>
          <p:nvPr/>
        </p:nvGrpSpPr>
        <p:grpSpPr>
          <a:xfrm>
            <a:off x="6506317" y="5661324"/>
            <a:ext cx="252000" cy="252000"/>
            <a:chOff x="4070351" y="4917889"/>
            <a:chExt cx="252000" cy="252000"/>
          </a:xfrm>
        </p:grpSpPr>
        <p:cxnSp>
          <p:nvCxnSpPr>
            <p:cNvPr id="248" name="直接连接符 247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9" name="直接连接符 248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0" name="组合 249"/>
          <p:cNvGrpSpPr/>
          <p:nvPr/>
        </p:nvGrpSpPr>
        <p:grpSpPr>
          <a:xfrm>
            <a:off x="5368819" y="5661324"/>
            <a:ext cx="252000" cy="252000"/>
            <a:chOff x="4070351" y="4917889"/>
            <a:chExt cx="252000" cy="252000"/>
          </a:xfrm>
        </p:grpSpPr>
        <p:cxnSp>
          <p:nvCxnSpPr>
            <p:cNvPr id="251" name="直接连接符 250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2" name="直接连接符 251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3" name="组合 252"/>
          <p:cNvGrpSpPr/>
          <p:nvPr/>
        </p:nvGrpSpPr>
        <p:grpSpPr>
          <a:xfrm>
            <a:off x="3832438" y="5661136"/>
            <a:ext cx="252000" cy="252000"/>
            <a:chOff x="4070351" y="4917889"/>
            <a:chExt cx="252000" cy="252000"/>
          </a:xfrm>
        </p:grpSpPr>
        <p:cxnSp>
          <p:nvCxnSpPr>
            <p:cNvPr id="254" name="直接连接符 253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5" name="直接连接符 254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6" name="组合 255"/>
          <p:cNvGrpSpPr/>
          <p:nvPr/>
        </p:nvGrpSpPr>
        <p:grpSpPr>
          <a:xfrm>
            <a:off x="4221292" y="5985503"/>
            <a:ext cx="252000" cy="252000"/>
            <a:chOff x="4070351" y="4917889"/>
            <a:chExt cx="252000" cy="252000"/>
          </a:xfrm>
        </p:grpSpPr>
        <p:cxnSp>
          <p:nvCxnSpPr>
            <p:cNvPr id="257" name="直接连接符 256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8" name="直接连接符 257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9" name="组合 258"/>
          <p:cNvGrpSpPr/>
          <p:nvPr/>
        </p:nvGrpSpPr>
        <p:grpSpPr>
          <a:xfrm>
            <a:off x="4592767" y="5985503"/>
            <a:ext cx="252000" cy="252000"/>
            <a:chOff x="4070351" y="4917889"/>
            <a:chExt cx="252000" cy="252000"/>
          </a:xfrm>
        </p:grpSpPr>
        <p:cxnSp>
          <p:nvCxnSpPr>
            <p:cNvPr id="260" name="直接连接符 259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1" name="直接连接符 260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62" name="组合 261"/>
          <p:cNvGrpSpPr/>
          <p:nvPr/>
        </p:nvGrpSpPr>
        <p:grpSpPr>
          <a:xfrm>
            <a:off x="4973767" y="5985503"/>
            <a:ext cx="252000" cy="252000"/>
            <a:chOff x="4070351" y="4917889"/>
            <a:chExt cx="252000" cy="252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65" name="组合 264"/>
          <p:cNvGrpSpPr/>
          <p:nvPr/>
        </p:nvGrpSpPr>
        <p:grpSpPr>
          <a:xfrm>
            <a:off x="5745475" y="5985503"/>
            <a:ext cx="252000" cy="252000"/>
            <a:chOff x="4070351" y="4917889"/>
            <a:chExt cx="252000" cy="252000"/>
          </a:xfrm>
        </p:grpSpPr>
        <p:cxnSp>
          <p:nvCxnSpPr>
            <p:cNvPr id="266" name="直接连接符 265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7" name="直接连接符 266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68" name="组合 267"/>
          <p:cNvGrpSpPr/>
          <p:nvPr/>
        </p:nvGrpSpPr>
        <p:grpSpPr>
          <a:xfrm>
            <a:off x="6088918" y="5985503"/>
            <a:ext cx="252000" cy="252000"/>
            <a:chOff x="4070351" y="4917889"/>
            <a:chExt cx="252000" cy="252000"/>
          </a:xfrm>
        </p:grpSpPr>
        <p:cxnSp>
          <p:nvCxnSpPr>
            <p:cNvPr id="269" name="直接连接符 268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0" name="直接连接符 269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368819" y="5985503"/>
            <a:ext cx="252000" cy="252000"/>
            <a:chOff x="4070351" y="4917889"/>
            <a:chExt cx="252000" cy="252000"/>
          </a:xfrm>
        </p:grpSpPr>
        <p:cxnSp>
          <p:nvCxnSpPr>
            <p:cNvPr id="272" name="直接连接符 271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3" name="直接连接符 272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4" name="组合 273"/>
          <p:cNvGrpSpPr/>
          <p:nvPr/>
        </p:nvGrpSpPr>
        <p:grpSpPr>
          <a:xfrm>
            <a:off x="3832438" y="5985315"/>
            <a:ext cx="252000" cy="252000"/>
            <a:chOff x="4070351" y="4917889"/>
            <a:chExt cx="252000" cy="252000"/>
          </a:xfrm>
        </p:grpSpPr>
        <p:cxnSp>
          <p:nvCxnSpPr>
            <p:cNvPr id="275" name="直接连接符 274"/>
            <p:cNvCxnSpPr/>
            <p:nvPr/>
          </p:nvCxnSpPr>
          <p:spPr bwMode="auto">
            <a:xfrm rot="2700000" flipH="1" flipV="1">
              <a:off x="40830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6" name="直接连接符 275"/>
            <p:cNvCxnSpPr/>
            <p:nvPr/>
          </p:nvCxnSpPr>
          <p:spPr bwMode="auto">
            <a:xfrm rot="-2700000" flipH="1" flipV="1">
              <a:off x="4070351" y="5043889"/>
              <a:ext cx="252000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7" name="流程图: 延期 276"/>
          <p:cNvSpPr/>
          <p:nvPr/>
        </p:nvSpPr>
        <p:spPr bwMode="auto">
          <a:xfrm rot="5400000">
            <a:off x="3803408" y="2925552"/>
            <a:ext cx="322946" cy="285749"/>
          </a:xfrm>
          <a:prstGeom prst="flowChartDelay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8" name="流程图: 延期 277"/>
          <p:cNvSpPr/>
          <p:nvPr/>
        </p:nvSpPr>
        <p:spPr bwMode="auto">
          <a:xfrm rot="5400000">
            <a:off x="4194962" y="2925552"/>
            <a:ext cx="322946" cy="285749"/>
          </a:xfrm>
          <a:prstGeom prst="flowChartDelay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9" name="流程图: 延期 278"/>
          <p:cNvSpPr/>
          <p:nvPr/>
        </p:nvSpPr>
        <p:spPr bwMode="auto">
          <a:xfrm rot="5400000">
            <a:off x="4572445" y="2925552"/>
            <a:ext cx="322946" cy="285749"/>
          </a:xfrm>
          <a:prstGeom prst="flowChartDelay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0" name="流程图: 延期 279"/>
          <p:cNvSpPr/>
          <p:nvPr/>
        </p:nvSpPr>
        <p:spPr bwMode="auto">
          <a:xfrm rot="5400000">
            <a:off x="4949933" y="2925552"/>
            <a:ext cx="322946" cy="285749"/>
          </a:xfrm>
          <a:prstGeom prst="flowChartDelay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1" name="流程图: 延期 280"/>
          <p:cNvSpPr/>
          <p:nvPr/>
        </p:nvSpPr>
        <p:spPr bwMode="auto">
          <a:xfrm rot="5400000">
            <a:off x="5343822" y="2925552"/>
            <a:ext cx="322946" cy="285749"/>
          </a:xfrm>
          <a:prstGeom prst="flowChartDelay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2" name="流程图: 延期 281"/>
          <p:cNvSpPr/>
          <p:nvPr/>
        </p:nvSpPr>
        <p:spPr bwMode="auto">
          <a:xfrm rot="5400000">
            <a:off x="5709584" y="2925552"/>
            <a:ext cx="322946" cy="285749"/>
          </a:xfrm>
          <a:prstGeom prst="flowChartDelay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3" name="流程图: 延期 282"/>
          <p:cNvSpPr/>
          <p:nvPr/>
        </p:nvSpPr>
        <p:spPr bwMode="auto">
          <a:xfrm rot="5400000">
            <a:off x="6087071" y="2925552"/>
            <a:ext cx="322946" cy="285749"/>
          </a:xfrm>
          <a:prstGeom prst="flowChartDelay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4" name="流程图: 延期 283"/>
          <p:cNvSpPr/>
          <p:nvPr/>
        </p:nvSpPr>
        <p:spPr bwMode="auto">
          <a:xfrm rot="5400000">
            <a:off x="6492690" y="2925552"/>
            <a:ext cx="322946" cy="285749"/>
          </a:xfrm>
          <a:prstGeom prst="flowChartDelay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5" name="Oval 18"/>
          <p:cNvSpPr>
            <a:spLocks noChangeArrowheads="1"/>
          </p:cNvSpPr>
          <p:nvPr/>
        </p:nvSpPr>
        <p:spPr bwMode="auto">
          <a:xfrm>
            <a:off x="2419554" y="739230"/>
            <a:ext cx="76200" cy="7620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" name="Line 34"/>
          <p:cNvSpPr>
            <a:spLocks noChangeShapeType="1"/>
          </p:cNvSpPr>
          <p:nvPr/>
        </p:nvSpPr>
        <p:spPr bwMode="auto">
          <a:xfrm>
            <a:off x="2498929" y="774155"/>
            <a:ext cx="6048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7" name="Oval 38"/>
          <p:cNvSpPr>
            <a:spLocks noChangeArrowheads="1"/>
          </p:cNvSpPr>
          <p:nvPr/>
        </p:nvSpPr>
        <p:spPr bwMode="auto">
          <a:xfrm>
            <a:off x="3330434" y="935271"/>
            <a:ext cx="108000" cy="10800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8" name="等腰三角形 287"/>
          <p:cNvSpPr/>
          <p:nvPr/>
        </p:nvSpPr>
        <p:spPr bwMode="auto">
          <a:xfrm rot="5400000">
            <a:off x="3069718" y="565805"/>
            <a:ext cx="551185" cy="453535"/>
          </a:xfrm>
          <a:prstGeom prst="triangl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" name="Oval 18"/>
          <p:cNvSpPr>
            <a:spLocks noChangeArrowheads="1"/>
          </p:cNvSpPr>
          <p:nvPr/>
        </p:nvSpPr>
        <p:spPr bwMode="auto">
          <a:xfrm>
            <a:off x="2437197" y="1563994"/>
            <a:ext cx="76200" cy="7620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0" name="Line 34"/>
          <p:cNvSpPr>
            <a:spLocks noChangeShapeType="1"/>
          </p:cNvSpPr>
          <p:nvPr/>
        </p:nvSpPr>
        <p:spPr bwMode="auto">
          <a:xfrm>
            <a:off x="2516572" y="1598919"/>
            <a:ext cx="6048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1" name="Oval 38"/>
          <p:cNvSpPr>
            <a:spLocks noChangeArrowheads="1"/>
          </p:cNvSpPr>
          <p:nvPr/>
        </p:nvSpPr>
        <p:spPr bwMode="auto">
          <a:xfrm>
            <a:off x="3348077" y="1760035"/>
            <a:ext cx="108000" cy="10800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2" name="等腰三角形 291"/>
          <p:cNvSpPr/>
          <p:nvPr/>
        </p:nvSpPr>
        <p:spPr bwMode="auto">
          <a:xfrm rot="5400000">
            <a:off x="3087361" y="1390569"/>
            <a:ext cx="551185" cy="453535"/>
          </a:xfrm>
          <a:prstGeom prst="triangl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3" name="Oval 18"/>
          <p:cNvSpPr>
            <a:spLocks noChangeArrowheads="1"/>
          </p:cNvSpPr>
          <p:nvPr/>
        </p:nvSpPr>
        <p:spPr bwMode="auto">
          <a:xfrm>
            <a:off x="2419554" y="2335890"/>
            <a:ext cx="76200" cy="7620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4" name="Line 34"/>
          <p:cNvSpPr>
            <a:spLocks noChangeShapeType="1"/>
          </p:cNvSpPr>
          <p:nvPr/>
        </p:nvSpPr>
        <p:spPr bwMode="auto">
          <a:xfrm>
            <a:off x="2498929" y="2370815"/>
            <a:ext cx="6048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5" name="Oval 38"/>
          <p:cNvSpPr>
            <a:spLocks noChangeArrowheads="1"/>
          </p:cNvSpPr>
          <p:nvPr/>
        </p:nvSpPr>
        <p:spPr bwMode="auto">
          <a:xfrm>
            <a:off x="3330434" y="2531931"/>
            <a:ext cx="108000" cy="10800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6" name="等腰三角形 295"/>
          <p:cNvSpPr/>
          <p:nvPr/>
        </p:nvSpPr>
        <p:spPr bwMode="auto">
          <a:xfrm rot="5400000">
            <a:off x="3069718" y="2162465"/>
            <a:ext cx="551185" cy="453535"/>
          </a:xfrm>
          <a:prstGeom prst="triangl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0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79425" y="605531"/>
            <a:ext cx="11441151" cy="546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6.5</a:t>
            </a:r>
            <a:r>
              <a:rPr kumimoji="1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有容量为</a:t>
            </a:r>
            <a:r>
              <a:rPr kumimoji="1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256×4</a:t>
            </a:r>
            <a:r>
              <a:rPr kumimoji="1"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64K×1</a:t>
            </a:r>
            <a:r>
              <a:rPr kumimoji="1"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1M×8</a:t>
            </a:r>
            <a:r>
              <a:rPr kumimoji="1"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128K×16</a:t>
            </a:r>
            <a:r>
              <a:rPr kumimoji="1"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位的</a:t>
            </a:r>
            <a:r>
              <a:rPr kumimoji="1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ROM</a:t>
            </a:r>
            <a:r>
              <a:rPr kumimoji="1"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，试分别回答</a:t>
            </a:r>
            <a:r>
              <a:rPr kumimoji="1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kumimoji="1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0429" y="3120639"/>
            <a:ext cx="10282508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4000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: (1)  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分别有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256×4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64K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1M×8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128K×16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个基本存储单元。</a:t>
            </a:r>
            <a:endParaRPr lang="zh-CN" altLang="en-US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）分别为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个、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个、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个、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16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个基本存储单元。</a:t>
            </a:r>
            <a:endParaRPr lang="zh-CN" altLang="en-US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）分别有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16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20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17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条地址线。		</a:t>
            </a:r>
            <a:endParaRPr lang="zh-CN" altLang="en-US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79425" y="1241397"/>
            <a:ext cx="9054868" cy="1682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tabLst>
                <a:tab pos="7048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tabLst>
                <a:tab pos="7048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tabLst>
                <a:tab pos="7048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tabLst>
                <a:tab pos="7048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tabLst>
                <a:tab pos="7048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7048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7048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7048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7048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(1)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这些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ROM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有多少个基本存储单元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(2)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这些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ROM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每次访问几个基本存储单元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(3)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这些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ROM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个有多少个地址线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dirty="0"/>
              <a:t>第</a:t>
            </a:r>
            <a:r>
              <a:rPr lang="en-US" altLang="zh-CN" sz="6000" dirty="0"/>
              <a:t>8</a:t>
            </a:r>
            <a:r>
              <a:rPr lang="zh-CN" altLang="en-US" sz="6000" dirty="0"/>
              <a:t>章 习题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782330" y="467467"/>
            <a:ext cx="105783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8.3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型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D/A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转换器电路中                                           ，求对应输入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5171476" y="474284"/>
          <a:ext cx="38195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714500" imgH="228600" progId="Equation.DSMT4">
                  <p:embed/>
                </p:oleObj>
              </mc:Choice>
              <mc:Fallback>
                <p:oleObj name="Equation" r:id="rId1" imgW="17145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476" y="474284"/>
                        <a:ext cx="38195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823895" y="1083418"/>
            <a:ext cx="69201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011,101,110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种情况下的输出电压       。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6565883" y="1030374"/>
          <a:ext cx="4746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77800" imgH="228600" progId="Equation.DSMT4">
                  <p:embed/>
                </p:oleObj>
              </mc:Choice>
              <mc:Fallback>
                <p:oleObj name="Equation" r:id="rId3" imgW="1778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883" y="1030374"/>
                        <a:ext cx="4746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823895" y="1833042"/>
            <a:ext cx="7108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解：当输入数字量为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时，输出电压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7081238" y="3520136"/>
          <a:ext cx="28876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32308800" imgH="9448800" progId="Equation.DSMT4">
                  <p:embed/>
                </p:oleObj>
              </mc:Choice>
              <mc:Fallback>
                <p:oleObj name="Equation" r:id="rId5" imgW="32308800" imgH="9448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1238" y="3520136"/>
                        <a:ext cx="288766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823895" y="4736236"/>
            <a:ext cx="6394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当输入数字量为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101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时，输出电压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7081238" y="4601409"/>
          <a:ext cx="26797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32613600" imgH="9448800" progId="Equation.DSMT4">
                  <p:embed/>
                </p:oleObj>
              </mc:Choice>
              <mc:Fallback>
                <p:oleObj name="Equation" r:id="rId7" imgW="32613600" imgH="9448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1238" y="4601409"/>
                        <a:ext cx="26797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823895" y="5769995"/>
            <a:ext cx="6394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当输入数字量为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110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时，输出电压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" name="Object 15"/>
          <p:cNvGraphicFramePr>
            <a:graphicFrameLocks noChangeAspect="1"/>
          </p:cNvGraphicFramePr>
          <p:nvPr/>
        </p:nvGraphicFramePr>
        <p:xfrm>
          <a:off x="7081238" y="5616007"/>
          <a:ext cx="287178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32613600" imgH="9448800" progId="Equation.DSMT4">
                  <p:embed/>
                </p:oleObj>
              </mc:Choice>
              <mc:Fallback>
                <p:oleObj name="Equation" r:id="rId9" imgW="32613600" imgH="9448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1238" y="5616007"/>
                        <a:ext cx="2871787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23895" y="3698369"/>
            <a:ext cx="64341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当输入数字量为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011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时，输出电压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" name="Object 10"/>
          <p:cNvGraphicFramePr>
            <a:graphicFrameLocks noChangeAspect="1"/>
          </p:cNvGraphicFramePr>
          <p:nvPr/>
        </p:nvGraphicFramePr>
        <p:xfrm>
          <a:off x="3374365" y="2506142"/>
          <a:ext cx="539432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60350400" imgH="10363200" progId="Equation.DSMT4">
                  <p:embed/>
                </p:oleObj>
              </mc:Choice>
              <mc:Fallback>
                <p:oleObj name="Equation" r:id="rId11" imgW="60350400" imgH="10363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365" y="2506142"/>
                        <a:ext cx="5394325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476360" y="430172"/>
            <a:ext cx="3675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8.5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有一个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ADC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电路，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3848210" y="393659"/>
          <a:ext cx="271303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091565" imgH="228600" progId="Equation.3">
                  <p:embed/>
                </p:oleObj>
              </mc:Choice>
              <mc:Fallback>
                <p:oleObj name="公式" r:id="rId1" imgW="1091565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210" y="393659"/>
                        <a:ext cx="2713037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5566265" y="1016220"/>
          <a:ext cx="3587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39700" imgH="165100" progId="Equation.3">
                  <p:embed/>
                </p:oleObj>
              </mc:Choice>
              <mc:Fallback>
                <p:oleObj name="公式" r:id="rId3" imgW="139700" imgH="165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6265" y="1016220"/>
                        <a:ext cx="35877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5820265" y="974945"/>
            <a:ext cx="1344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。如果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6477110" y="382547"/>
            <a:ext cx="4873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，试分别</a:t>
            </a:r>
            <a:r>
              <a:rPr kumimoji="1" lang="zh-CN" altLang="en-US" sz="2800" b="1" kern="0" dirty="0">
                <a:solidFill>
                  <a:srgbClr val="000000"/>
                </a:solidFill>
              </a:rPr>
              <a:t>求出</a:t>
            </a:r>
            <a:r>
              <a:rPr kumimoji="1"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采用舍尾量化和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" name="Object 8"/>
          <p:cNvGraphicFramePr>
            <a:graphicFrameLocks noChangeAspect="1"/>
          </p:cNvGraphicFramePr>
          <p:nvPr/>
        </p:nvGraphicFramePr>
        <p:xfrm>
          <a:off x="7020438" y="970798"/>
          <a:ext cx="16097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711200" imgH="228600" progId="Equation.DSMT4">
                  <p:embed/>
                </p:oleObj>
              </mc:Choice>
              <mc:Fallback>
                <p:oleObj name="Equation" r:id="rId5" imgW="7112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438" y="970798"/>
                        <a:ext cx="16097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8633290" y="951922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，则转换后的数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505423" y="2449989"/>
            <a:ext cx="2416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解：舍尾法：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/>
        </p:nvGraphicFramePr>
        <p:xfrm>
          <a:off x="2751735" y="2237264"/>
          <a:ext cx="375920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536065" imgH="393700" progId="Equation.DSMT4">
                  <p:embed/>
                </p:oleObj>
              </mc:Choice>
              <mc:Fallback>
                <p:oleObj name="Equation" r:id="rId7" imgW="1536065" imgH="393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735" y="2237264"/>
                        <a:ext cx="375920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582482" y="3530934"/>
            <a:ext cx="2660650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 6.28V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455723" y="1017080"/>
            <a:ext cx="53313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四舍五入量化方式时的量化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单位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" name="Object 16"/>
          <p:cNvGraphicFramePr>
            <a:graphicFrameLocks noChangeAspect="1"/>
          </p:cNvGraphicFramePr>
          <p:nvPr/>
        </p:nvGraphicFramePr>
        <p:xfrm>
          <a:off x="3404858" y="3397584"/>
          <a:ext cx="2919413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1498600" imgH="431800" progId="Equation.DSMT4">
                  <p:embed/>
                </p:oleObj>
              </mc:Choice>
              <mc:Fallback>
                <p:oleObj name="Equation" r:id="rId9" imgW="1498600" imgH="431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4858" y="3397584"/>
                        <a:ext cx="2919413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17"/>
          <p:cNvSpPr>
            <a:spLocks noChangeArrowheads="1"/>
          </p:cNvSpPr>
          <p:nvPr/>
        </p:nvSpPr>
        <p:spPr bwMode="auto">
          <a:xfrm>
            <a:off x="6485996" y="3530934"/>
            <a:ext cx="3562350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所以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(1010)</a:t>
            </a:r>
            <a:r>
              <a:rPr kumimoji="1"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459961" y="1627172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字量分别为多少？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582482" y="4667475"/>
            <a:ext cx="2416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四舍五入法：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2" name="Object 3"/>
          <p:cNvGraphicFramePr>
            <a:graphicFrameLocks noChangeAspect="1"/>
          </p:cNvGraphicFramePr>
          <p:nvPr/>
        </p:nvGraphicFramePr>
        <p:xfrm>
          <a:off x="2998657" y="4449193"/>
          <a:ext cx="45720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1866265" imgH="393700" progId="Equation.DSMT4">
                  <p:embed/>
                </p:oleObj>
              </mc:Choice>
              <mc:Fallback>
                <p:oleObj name="Equation" r:id="rId11" imgW="1866265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657" y="4449193"/>
                        <a:ext cx="45720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582482" y="5615492"/>
            <a:ext cx="2660650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 6.28V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" name="Object 5"/>
          <p:cNvGraphicFramePr>
            <a:graphicFrameLocks noChangeAspect="1"/>
          </p:cNvGraphicFramePr>
          <p:nvPr/>
        </p:nvGraphicFramePr>
        <p:xfrm>
          <a:off x="3346319" y="5482142"/>
          <a:ext cx="2763837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422400" imgH="431800" progId="Equation.DSMT4">
                  <p:embed/>
                </p:oleObj>
              </mc:Choice>
              <mc:Fallback>
                <p:oleObj name="Equation" r:id="rId13" imgW="14224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319" y="5482142"/>
                        <a:ext cx="2763837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6"/>
          <p:cNvSpPr>
            <a:spLocks noChangeArrowheads="1"/>
          </p:cNvSpPr>
          <p:nvPr/>
        </p:nvSpPr>
        <p:spPr bwMode="auto">
          <a:xfrm>
            <a:off x="6485996" y="5615492"/>
            <a:ext cx="3562350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所以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(1010)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 b="1" baseline="-25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1" grpId="0"/>
      <p:bldP spid="16" grpId="0"/>
      <p:bldP spid="25" grpId="0"/>
      <p:bldP spid="34" grpId="0"/>
    </p:bldLst>
  </p:timing>
</p:sld>
</file>

<file path=ppt/tags/tag1.xml><?xml version="1.0" encoding="utf-8"?>
<p:tagLst xmlns:p="http://schemas.openxmlformats.org/presentationml/2006/main">
  <p:tag name="commondata" val="eyJoZGlkIjoiMGVjMDQ4MzkxYTk2OGJmMTBjZDQ3ZGVlN2E1OWI2ZD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7481</Words>
  <Application>WPS 演示</Application>
  <PresentationFormat>宽屏</PresentationFormat>
  <Paragraphs>2744</Paragraphs>
  <Slides>62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83</vt:i4>
      </vt:variant>
      <vt:variant>
        <vt:lpstr>幻灯片标题</vt:lpstr>
      </vt:variant>
      <vt:variant>
        <vt:i4>62</vt:i4>
      </vt:variant>
    </vt:vector>
  </HeadingPairs>
  <TitlesOfParts>
    <vt:vector size="162" baseType="lpstr">
      <vt:lpstr>Arial</vt:lpstr>
      <vt:lpstr>宋体</vt:lpstr>
      <vt:lpstr>Wingdings</vt:lpstr>
      <vt:lpstr>Times New Roman</vt:lpstr>
      <vt:lpstr>华文新魏</vt:lpstr>
      <vt:lpstr>隶书</vt:lpstr>
      <vt:lpstr>微软雅黑</vt:lpstr>
      <vt:lpstr>Arial Unicode MS</vt:lpstr>
      <vt:lpstr>等线 Light</vt:lpstr>
      <vt:lpstr>等线</vt:lpstr>
      <vt:lpstr>Symbol</vt:lpstr>
      <vt:lpstr>Symbol</vt:lpstr>
      <vt:lpstr>黑体</vt:lpstr>
      <vt:lpstr>Arial</vt:lpstr>
      <vt:lpstr>Cambria Math</vt:lpstr>
      <vt:lpstr>Calibri</vt:lpstr>
      <vt:lpstr>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第1章 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习题</dc:title>
  <dc:creator>yhx</dc:creator>
  <cp:lastModifiedBy>zyb</cp:lastModifiedBy>
  <cp:revision>153</cp:revision>
  <dcterms:created xsi:type="dcterms:W3CDTF">2021-03-12T16:31:00Z</dcterms:created>
  <dcterms:modified xsi:type="dcterms:W3CDTF">2024-12-16T02:08:47Z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04061E4F6CCB46E7B19FE43C3D405126_12</vt:lpwstr>
  </property>
  <property fmtid="{D5CDD505-2E9C-101B-9397-08002B2CF9AE}" pid="3" name="KSOProductBuildVer">
    <vt:lpwstr>2052-12.1.0.18276</vt:lpwstr>
  </property>
</Properties>
</file>