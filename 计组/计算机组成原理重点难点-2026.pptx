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ppt/tags/tag239.xml" ContentType="application/vnd.openxmlformats-officedocument.presentationml.tags+xml"/>
  <Override PartName="/ppt/tags/tag24.xml" ContentType="application/vnd.openxmlformats-officedocument.presentationml.tags+xml"/>
  <Override PartName="/ppt/tags/tag240.xml" ContentType="application/vnd.openxmlformats-officedocument.presentationml.tags+xml"/>
  <Override PartName="/ppt/tags/tag241.xml" ContentType="application/vnd.openxmlformats-officedocument.presentationml.tags+xml"/>
  <Override PartName="/ppt/tags/tag242.xml" ContentType="application/vnd.openxmlformats-officedocument.presentationml.tags+xml"/>
  <Override PartName="/ppt/tags/tag243.xml" ContentType="application/vnd.openxmlformats-officedocument.presentationml.tags+xml"/>
  <Override PartName="/ppt/tags/tag244.xml" ContentType="application/vnd.openxmlformats-officedocument.presentationml.tags+xml"/>
  <Override PartName="/ppt/tags/tag245.xml" ContentType="application/vnd.openxmlformats-officedocument.presentationml.tags+xml"/>
  <Override PartName="/ppt/tags/tag246.xml" ContentType="application/vnd.openxmlformats-officedocument.presentationml.tags+xml"/>
  <Override PartName="/ppt/tags/tag247.xml" ContentType="application/vnd.openxmlformats-officedocument.presentationml.tags+xml"/>
  <Override PartName="/ppt/tags/tag248.xml" ContentType="application/vnd.openxmlformats-officedocument.presentationml.tags+xml"/>
  <Override PartName="/ppt/tags/tag249.xml" ContentType="application/vnd.openxmlformats-officedocument.presentationml.tags+xml"/>
  <Override PartName="/ppt/tags/tag25.xml" ContentType="application/vnd.openxmlformats-officedocument.presentationml.tags+xml"/>
  <Override PartName="/ppt/tags/tag250.xml" ContentType="application/vnd.openxmlformats-officedocument.presentationml.tags+xml"/>
  <Override PartName="/ppt/tags/tag251.xml" ContentType="application/vnd.openxmlformats-officedocument.presentationml.tags+xml"/>
  <Override PartName="/ppt/tags/tag252.xml" ContentType="application/vnd.openxmlformats-officedocument.presentationml.tags+xml"/>
  <Override PartName="/ppt/tags/tag253.xml" ContentType="application/vnd.openxmlformats-officedocument.presentationml.tags+xml"/>
  <Override PartName="/ppt/tags/tag254.xml" ContentType="application/vnd.openxmlformats-officedocument.presentationml.tags+xml"/>
  <Override PartName="/ppt/tags/tag255.xml" ContentType="application/vnd.openxmlformats-officedocument.presentationml.tags+xml"/>
  <Override PartName="/ppt/tags/tag256.xml" ContentType="application/vnd.openxmlformats-officedocument.presentationml.tags+xml"/>
  <Override PartName="/ppt/tags/tag257.xml" ContentType="application/vnd.openxmlformats-officedocument.presentationml.tags+xml"/>
  <Override PartName="/ppt/tags/tag258.xml" ContentType="application/vnd.openxmlformats-officedocument.presentationml.tags+xml"/>
  <Override PartName="/ppt/tags/tag259.xml" ContentType="application/vnd.openxmlformats-officedocument.presentationml.tags+xml"/>
  <Override PartName="/ppt/tags/tag26.xml" ContentType="application/vnd.openxmlformats-officedocument.presentationml.tags+xml"/>
  <Override PartName="/ppt/tags/tag260.xml" ContentType="application/vnd.openxmlformats-officedocument.presentationml.tags+xml"/>
  <Override PartName="/ppt/tags/tag261.xml" ContentType="application/vnd.openxmlformats-officedocument.presentationml.tags+xml"/>
  <Override PartName="/ppt/tags/tag262.xml" ContentType="application/vnd.openxmlformats-officedocument.presentationml.tags+xml"/>
  <Override PartName="/ppt/tags/tag263.xml" ContentType="application/vnd.openxmlformats-officedocument.presentationml.tags+xml"/>
  <Override PartName="/ppt/tags/tag264.xml" ContentType="application/vnd.openxmlformats-officedocument.presentationml.tags+xml"/>
  <Override PartName="/ppt/tags/tag265.xml" ContentType="application/vnd.openxmlformats-officedocument.presentationml.tags+xml"/>
  <Override PartName="/ppt/tags/tag266.xml" ContentType="application/vnd.openxmlformats-officedocument.presentationml.tags+xml"/>
  <Override PartName="/ppt/tags/tag267.xml" ContentType="application/vnd.openxmlformats-officedocument.presentationml.tags+xml"/>
  <Override PartName="/ppt/tags/tag268.xml" ContentType="application/vnd.openxmlformats-officedocument.presentationml.tags+xml"/>
  <Override PartName="/ppt/tags/tag269.xml" ContentType="application/vnd.openxmlformats-officedocument.presentationml.tags+xml"/>
  <Override PartName="/ppt/tags/tag27.xml" ContentType="application/vnd.openxmlformats-officedocument.presentationml.tags+xml"/>
  <Override PartName="/ppt/tags/tag270.xml" ContentType="application/vnd.openxmlformats-officedocument.presentationml.tags+xml"/>
  <Override PartName="/ppt/tags/tag271.xml" ContentType="application/vnd.openxmlformats-officedocument.presentationml.tags+xml"/>
  <Override PartName="/ppt/tags/tag272.xml" ContentType="application/vnd.openxmlformats-officedocument.presentationml.tags+xml"/>
  <Override PartName="/ppt/tags/tag273.xml" ContentType="application/vnd.openxmlformats-officedocument.presentationml.tags+xml"/>
  <Override PartName="/ppt/tags/tag274.xml" ContentType="application/vnd.openxmlformats-officedocument.presentationml.tags+xml"/>
  <Override PartName="/ppt/tags/tag275.xml" ContentType="application/vnd.openxmlformats-officedocument.presentationml.tags+xml"/>
  <Override PartName="/ppt/tags/tag276.xml" ContentType="application/vnd.openxmlformats-officedocument.presentationml.tags+xml"/>
  <Override PartName="/ppt/tags/tag277.xml" ContentType="application/vnd.openxmlformats-officedocument.presentationml.tags+xml"/>
  <Override PartName="/ppt/tags/tag278.xml" ContentType="application/vnd.openxmlformats-officedocument.presentationml.tags+xml"/>
  <Override PartName="/ppt/tags/tag279.xml" ContentType="application/vnd.openxmlformats-officedocument.presentationml.tags+xml"/>
  <Override PartName="/ppt/tags/tag28.xml" ContentType="application/vnd.openxmlformats-officedocument.presentationml.tags+xml"/>
  <Override PartName="/ppt/tags/tag280.xml" ContentType="application/vnd.openxmlformats-officedocument.presentationml.tags+xml"/>
  <Override PartName="/ppt/tags/tag281.xml" ContentType="application/vnd.openxmlformats-officedocument.presentationml.tags+xml"/>
  <Override PartName="/ppt/tags/tag282.xml" ContentType="application/vnd.openxmlformats-officedocument.presentationml.tags+xml"/>
  <Override PartName="/ppt/tags/tag283.xml" ContentType="application/vnd.openxmlformats-officedocument.presentationml.tags+xml"/>
  <Override PartName="/ppt/tags/tag284.xml" ContentType="application/vnd.openxmlformats-officedocument.presentationml.tags+xml"/>
  <Override PartName="/ppt/tags/tag285.xml" ContentType="application/vnd.openxmlformats-officedocument.presentationml.tags+xml"/>
  <Override PartName="/ppt/tags/tag286.xml" ContentType="application/vnd.openxmlformats-officedocument.presentationml.tags+xml"/>
  <Override PartName="/ppt/tags/tag287.xml" ContentType="application/vnd.openxmlformats-officedocument.presentationml.tags+xml"/>
  <Override PartName="/ppt/tags/tag288.xml" ContentType="application/vnd.openxmlformats-officedocument.presentationml.tags+xml"/>
  <Override PartName="/ppt/tags/tag289.xml" ContentType="application/vnd.openxmlformats-officedocument.presentationml.tags+xml"/>
  <Override PartName="/ppt/tags/tag29.xml" ContentType="application/vnd.openxmlformats-officedocument.presentationml.tags+xml"/>
  <Override PartName="/ppt/tags/tag290.xml" ContentType="application/vnd.openxmlformats-officedocument.presentationml.tags+xml"/>
  <Override PartName="/ppt/tags/tag291.xml" ContentType="application/vnd.openxmlformats-officedocument.presentationml.tags+xml"/>
  <Override PartName="/ppt/tags/tag292.xml" ContentType="application/vnd.openxmlformats-officedocument.presentationml.tags+xml"/>
  <Override PartName="/ppt/tags/tag293.xml" ContentType="application/vnd.openxmlformats-officedocument.presentationml.tags+xml"/>
  <Override PartName="/ppt/tags/tag294.xml" ContentType="application/vnd.openxmlformats-officedocument.presentationml.tags+xml"/>
  <Override PartName="/ppt/tags/tag295.xml" ContentType="application/vnd.openxmlformats-officedocument.presentationml.tags+xml"/>
  <Override PartName="/ppt/tags/tag296.xml" ContentType="application/vnd.openxmlformats-officedocument.presentationml.tags+xml"/>
  <Override PartName="/ppt/tags/tag297.xml" ContentType="application/vnd.openxmlformats-officedocument.presentationml.tags+xml"/>
  <Override PartName="/ppt/tags/tag298.xml" ContentType="application/vnd.openxmlformats-officedocument.presentationml.tags+xml"/>
  <Override PartName="/ppt/tags/tag29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00.xml" ContentType="application/vnd.openxmlformats-officedocument.presentationml.tags+xml"/>
  <Override PartName="/ppt/tags/tag301.xml" ContentType="application/vnd.openxmlformats-officedocument.presentationml.tags+xml"/>
  <Override PartName="/ppt/tags/tag302.xml" ContentType="application/vnd.openxmlformats-officedocument.presentationml.tags+xml"/>
  <Override PartName="/ppt/tags/tag303.xml" ContentType="application/vnd.openxmlformats-officedocument.presentationml.tags+xml"/>
  <Override PartName="/ppt/tags/tag304.xml" ContentType="application/vnd.openxmlformats-officedocument.presentationml.tags+xml"/>
  <Override PartName="/ppt/tags/tag305.xml" ContentType="application/vnd.openxmlformats-officedocument.presentationml.tags+xml"/>
  <Override PartName="/ppt/tags/tag306.xml" ContentType="application/vnd.openxmlformats-officedocument.presentationml.tags+xml"/>
  <Override PartName="/ppt/tags/tag307.xml" ContentType="application/vnd.openxmlformats-officedocument.presentationml.tags+xml"/>
  <Override PartName="/ppt/tags/tag308.xml" ContentType="application/vnd.openxmlformats-officedocument.presentationml.tags+xml"/>
  <Override PartName="/ppt/tags/tag309.xml" ContentType="application/vnd.openxmlformats-officedocument.presentationml.tags+xml"/>
  <Override PartName="/ppt/tags/tag31.xml" ContentType="application/vnd.openxmlformats-officedocument.presentationml.tags+xml"/>
  <Override PartName="/ppt/tags/tag310.xml" ContentType="application/vnd.openxmlformats-officedocument.presentationml.tags+xml"/>
  <Override PartName="/ppt/tags/tag311.xml" ContentType="application/vnd.openxmlformats-officedocument.presentationml.tags+xml"/>
  <Override PartName="/ppt/tags/tag312.xml" ContentType="application/vnd.openxmlformats-officedocument.presentationml.tags+xml"/>
  <Override PartName="/ppt/tags/tag313.xml" ContentType="application/vnd.openxmlformats-officedocument.presentationml.tags+xml"/>
  <Override PartName="/ppt/tags/tag314.xml" ContentType="application/vnd.openxmlformats-officedocument.presentationml.tags+xml"/>
  <Override PartName="/ppt/tags/tag315.xml" ContentType="application/vnd.openxmlformats-officedocument.presentationml.tags+xml"/>
  <Override PartName="/ppt/tags/tag316.xml" ContentType="application/vnd.openxmlformats-officedocument.presentationml.tags+xml"/>
  <Override PartName="/ppt/tags/tag317.xml" ContentType="application/vnd.openxmlformats-officedocument.presentationml.tags+xml"/>
  <Override PartName="/ppt/tags/tag318.xml" ContentType="application/vnd.openxmlformats-officedocument.presentationml.tags+xml"/>
  <Override PartName="/ppt/tags/tag319.xml" ContentType="application/vnd.openxmlformats-officedocument.presentationml.tags+xml"/>
  <Override PartName="/ppt/tags/tag32.xml" ContentType="application/vnd.openxmlformats-officedocument.presentationml.tags+xml"/>
  <Override PartName="/ppt/tags/tag320.xml" ContentType="application/vnd.openxmlformats-officedocument.presentationml.tags+xml"/>
  <Override PartName="/ppt/tags/tag321.xml" ContentType="application/vnd.openxmlformats-officedocument.presentationml.tags+xml"/>
  <Override PartName="/ppt/tags/tag322.xml" ContentType="application/vnd.openxmlformats-officedocument.presentationml.tags+xml"/>
  <Override PartName="/ppt/tags/tag323.xml" ContentType="application/vnd.openxmlformats-officedocument.presentationml.tags+xml"/>
  <Override PartName="/ppt/tags/tag324.xml" ContentType="application/vnd.openxmlformats-officedocument.presentationml.tags+xml"/>
  <Override PartName="/ppt/tags/tag325.xml" ContentType="application/vnd.openxmlformats-officedocument.presentationml.tags+xml"/>
  <Override PartName="/ppt/tags/tag326.xml" ContentType="application/vnd.openxmlformats-officedocument.presentationml.tags+xml"/>
  <Override PartName="/ppt/tags/tag327.xml" ContentType="application/vnd.openxmlformats-officedocument.presentationml.tags+xml"/>
  <Override PartName="/ppt/tags/tag328.xml" ContentType="application/vnd.openxmlformats-officedocument.presentationml.tags+xml"/>
  <Override PartName="/ppt/tags/tag329.xml" ContentType="application/vnd.openxmlformats-officedocument.presentationml.tags+xml"/>
  <Override PartName="/ppt/tags/tag33.xml" ContentType="application/vnd.openxmlformats-officedocument.presentationml.tags+xml"/>
  <Override PartName="/ppt/tags/tag330.xml" ContentType="application/vnd.openxmlformats-officedocument.presentationml.tags+xml"/>
  <Override PartName="/ppt/tags/tag331.xml" ContentType="application/vnd.openxmlformats-officedocument.presentationml.tags+xml"/>
  <Override PartName="/ppt/tags/tag332.xml" ContentType="application/vnd.openxmlformats-officedocument.presentationml.tags+xml"/>
  <Override PartName="/ppt/tags/tag333.xml" ContentType="application/vnd.openxmlformats-officedocument.presentationml.tags+xml"/>
  <Override PartName="/ppt/tags/tag334.xml" ContentType="application/vnd.openxmlformats-officedocument.presentationml.tags+xml"/>
  <Override PartName="/ppt/tags/tag335.xml" ContentType="application/vnd.openxmlformats-officedocument.presentationml.tags+xml"/>
  <Override PartName="/ppt/tags/tag336.xml" ContentType="application/vnd.openxmlformats-officedocument.presentationml.tags+xml"/>
  <Override PartName="/ppt/tags/tag337.xml" ContentType="application/vnd.openxmlformats-officedocument.presentationml.tags+xml"/>
  <Override PartName="/ppt/tags/tag338.xml" ContentType="application/vnd.openxmlformats-officedocument.presentationml.tags+xml"/>
  <Override PartName="/ppt/tags/tag339.xml" ContentType="application/vnd.openxmlformats-officedocument.presentationml.tags+xml"/>
  <Override PartName="/ppt/tags/tag34.xml" ContentType="application/vnd.openxmlformats-officedocument.presentationml.tags+xml"/>
  <Override PartName="/ppt/tags/tag340.xml" ContentType="application/vnd.openxmlformats-officedocument.presentationml.tags+xml"/>
  <Override PartName="/ppt/tags/tag341.xml" ContentType="application/vnd.openxmlformats-officedocument.presentationml.tags+xml"/>
  <Override PartName="/ppt/tags/tag342.xml" ContentType="application/vnd.openxmlformats-officedocument.presentationml.tags+xml"/>
  <Override PartName="/ppt/tags/tag343.xml" ContentType="application/vnd.openxmlformats-officedocument.presentationml.tags+xml"/>
  <Override PartName="/ppt/tags/tag344.xml" ContentType="application/vnd.openxmlformats-officedocument.presentationml.tags+xml"/>
  <Override PartName="/ppt/tags/tag345.xml" ContentType="application/vnd.openxmlformats-officedocument.presentationml.tags+xml"/>
  <Override PartName="/ppt/tags/tag346.xml" ContentType="application/vnd.openxmlformats-officedocument.presentationml.tags+xml"/>
  <Override PartName="/ppt/tags/tag347.xml" ContentType="application/vnd.openxmlformats-officedocument.presentationml.tags+xml"/>
  <Override PartName="/ppt/tags/tag348.xml" ContentType="application/vnd.openxmlformats-officedocument.presentationml.tags+xml"/>
  <Override PartName="/ppt/tags/tag349.xml" ContentType="application/vnd.openxmlformats-officedocument.presentationml.tags+xml"/>
  <Override PartName="/ppt/tags/tag35.xml" ContentType="application/vnd.openxmlformats-officedocument.presentationml.tags+xml"/>
  <Override PartName="/ppt/tags/tag350.xml" ContentType="application/vnd.openxmlformats-officedocument.presentationml.tags+xml"/>
  <Override PartName="/ppt/tags/tag351.xml" ContentType="application/vnd.openxmlformats-officedocument.presentationml.tags+xml"/>
  <Override PartName="/ppt/tags/tag352.xml" ContentType="application/vnd.openxmlformats-officedocument.presentationml.tags+xml"/>
  <Override PartName="/ppt/tags/tag353.xml" ContentType="application/vnd.openxmlformats-officedocument.presentationml.tags+xml"/>
  <Override PartName="/ppt/tags/tag354.xml" ContentType="application/vnd.openxmlformats-officedocument.presentationml.tags+xml"/>
  <Override PartName="/ppt/tags/tag355.xml" ContentType="application/vnd.openxmlformats-officedocument.presentationml.tags+xml"/>
  <Override PartName="/ppt/tags/tag356.xml" ContentType="application/vnd.openxmlformats-officedocument.presentationml.tags+xml"/>
  <Override PartName="/ppt/tags/tag357.xml" ContentType="application/vnd.openxmlformats-officedocument.presentationml.tags+xml"/>
  <Override PartName="/ppt/tags/tag358.xml" ContentType="application/vnd.openxmlformats-officedocument.presentationml.tags+xml"/>
  <Override PartName="/ppt/tags/tag359.xml" ContentType="application/vnd.openxmlformats-officedocument.presentationml.tags+xml"/>
  <Override PartName="/ppt/tags/tag36.xml" ContentType="application/vnd.openxmlformats-officedocument.presentationml.tags+xml"/>
  <Override PartName="/ppt/tags/tag360.xml" ContentType="application/vnd.openxmlformats-officedocument.presentationml.tags+xml"/>
  <Override PartName="/ppt/tags/tag361.xml" ContentType="application/vnd.openxmlformats-officedocument.presentationml.tags+xml"/>
  <Override PartName="/ppt/tags/tag362.xml" ContentType="application/vnd.openxmlformats-officedocument.presentationml.tags+xml"/>
  <Override PartName="/ppt/tags/tag363.xml" ContentType="application/vnd.openxmlformats-officedocument.presentationml.tags+xml"/>
  <Override PartName="/ppt/tags/tag364.xml" ContentType="application/vnd.openxmlformats-officedocument.presentationml.tags+xml"/>
  <Override PartName="/ppt/tags/tag365.xml" ContentType="application/vnd.openxmlformats-officedocument.presentationml.tags+xml"/>
  <Override PartName="/ppt/tags/tag366.xml" ContentType="application/vnd.openxmlformats-officedocument.presentationml.tags+xml"/>
  <Override PartName="/ppt/tags/tag367.xml" ContentType="application/vnd.openxmlformats-officedocument.presentationml.tags+xml"/>
  <Override PartName="/ppt/tags/tag368.xml" ContentType="application/vnd.openxmlformats-officedocument.presentationml.tags+xml"/>
  <Override PartName="/ppt/tags/tag369.xml" ContentType="application/vnd.openxmlformats-officedocument.presentationml.tags+xml"/>
  <Override PartName="/ppt/tags/tag37.xml" ContentType="application/vnd.openxmlformats-officedocument.presentationml.tags+xml"/>
  <Override PartName="/ppt/tags/tag370.xml" ContentType="application/vnd.openxmlformats-officedocument.presentationml.tags+xml"/>
  <Override PartName="/ppt/tags/tag371.xml" ContentType="application/vnd.openxmlformats-officedocument.presentationml.tags+xml"/>
  <Override PartName="/ppt/tags/tag372.xml" ContentType="application/vnd.openxmlformats-officedocument.presentationml.tags+xml"/>
  <Override PartName="/ppt/tags/tag373.xml" ContentType="application/vnd.openxmlformats-officedocument.presentationml.tags+xml"/>
  <Override PartName="/ppt/tags/tag374.xml" ContentType="application/vnd.openxmlformats-officedocument.presentationml.tags+xml"/>
  <Override PartName="/ppt/tags/tag375.xml" ContentType="application/vnd.openxmlformats-officedocument.presentationml.tags+xml"/>
  <Override PartName="/ppt/tags/tag376.xml" ContentType="application/vnd.openxmlformats-officedocument.presentationml.tags+xml"/>
  <Override PartName="/ppt/tags/tag377.xml" ContentType="application/vnd.openxmlformats-officedocument.presentationml.tags+xml"/>
  <Override PartName="/ppt/tags/tag378.xml" ContentType="application/vnd.openxmlformats-officedocument.presentationml.tags+xml"/>
  <Override PartName="/ppt/tags/tag379.xml" ContentType="application/vnd.openxmlformats-officedocument.presentationml.tags+xml"/>
  <Override PartName="/ppt/tags/tag38.xml" ContentType="application/vnd.openxmlformats-officedocument.presentationml.tags+xml"/>
  <Override PartName="/ppt/tags/tag380.xml" ContentType="application/vnd.openxmlformats-officedocument.presentationml.tags+xml"/>
  <Override PartName="/ppt/tags/tag381.xml" ContentType="application/vnd.openxmlformats-officedocument.presentationml.tags+xml"/>
  <Override PartName="/ppt/tags/tag382.xml" ContentType="application/vnd.openxmlformats-officedocument.presentationml.tags+xml"/>
  <Override PartName="/ppt/tags/tag383.xml" ContentType="application/vnd.openxmlformats-officedocument.presentationml.tags+xml"/>
  <Override PartName="/ppt/tags/tag384.xml" ContentType="application/vnd.openxmlformats-officedocument.presentationml.tags+xml"/>
  <Override PartName="/ppt/tags/tag385.xml" ContentType="application/vnd.openxmlformats-officedocument.presentationml.tags+xml"/>
  <Override PartName="/ppt/tags/tag386.xml" ContentType="application/vnd.openxmlformats-officedocument.presentationml.tags+xml"/>
  <Override PartName="/ppt/tags/tag387.xml" ContentType="application/vnd.openxmlformats-officedocument.presentationml.tags+xml"/>
  <Override PartName="/ppt/tags/tag388.xml" ContentType="application/vnd.openxmlformats-officedocument.presentationml.tags+xml"/>
  <Override PartName="/ppt/tags/tag389.xml" ContentType="application/vnd.openxmlformats-officedocument.presentationml.tags+xml"/>
  <Override PartName="/ppt/tags/tag39.xml" ContentType="application/vnd.openxmlformats-officedocument.presentationml.tags+xml"/>
  <Override PartName="/ppt/tags/tag390.xml" ContentType="application/vnd.openxmlformats-officedocument.presentationml.tags+xml"/>
  <Override PartName="/ppt/tags/tag391.xml" ContentType="application/vnd.openxmlformats-officedocument.presentationml.tags+xml"/>
  <Override PartName="/ppt/tags/tag392.xml" ContentType="application/vnd.openxmlformats-officedocument.presentationml.tags+xml"/>
  <Override PartName="/ppt/tags/tag393.xml" ContentType="application/vnd.openxmlformats-officedocument.presentationml.tags+xml"/>
  <Override PartName="/ppt/tags/tag394.xml" ContentType="application/vnd.openxmlformats-officedocument.presentationml.tags+xml"/>
  <Override PartName="/ppt/tags/tag395.xml" ContentType="application/vnd.openxmlformats-officedocument.presentationml.tags+xml"/>
  <Override PartName="/ppt/tags/tag396.xml" ContentType="application/vnd.openxmlformats-officedocument.presentationml.tags+xml"/>
  <Override PartName="/ppt/tags/tag397.xml" ContentType="application/vnd.openxmlformats-officedocument.presentationml.tags+xml"/>
  <Override PartName="/ppt/tags/tag398.xml" ContentType="application/vnd.openxmlformats-officedocument.presentationml.tags+xml"/>
  <Override PartName="/ppt/tags/tag39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00.xml" ContentType="application/vnd.openxmlformats-officedocument.presentationml.tags+xml"/>
  <Override PartName="/ppt/tags/tag401.xml" ContentType="application/vnd.openxmlformats-officedocument.presentationml.tags+xml"/>
  <Override PartName="/ppt/tags/tag402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  <p:sldMasterId id="2147483660" r:id="rId3"/>
  </p:sldMasterIdLst>
  <p:notesMasterIdLst>
    <p:notesMasterId r:id="rId33"/>
  </p:notesMasterIdLst>
  <p:handoutMasterIdLst>
    <p:handoutMasterId r:id="rId34"/>
  </p:handoutMasterIdLst>
  <p:sldIdLst>
    <p:sldId id="411" r:id="rId4"/>
    <p:sldId id="583" r:id="rId5"/>
    <p:sldId id="576" r:id="rId6"/>
    <p:sldId id="343" r:id="rId7"/>
    <p:sldId id="341" r:id="rId8"/>
    <p:sldId id="586" r:id="rId9"/>
    <p:sldId id="394" r:id="rId10"/>
    <p:sldId id="581" r:id="rId11"/>
    <p:sldId id="513" r:id="rId12"/>
    <p:sldId id="369" r:id="rId13"/>
    <p:sldId id="807" r:id="rId14"/>
    <p:sldId id="808" r:id="rId15"/>
    <p:sldId id="810" r:id="rId16"/>
    <p:sldId id="811" r:id="rId17"/>
    <p:sldId id="812" r:id="rId18"/>
    <p:sldId id="813" r:id="rId19"/>
    <p:sldId id="818" r:id="rId20"/>
    <p:sldId id="819" r:id="rId21"/>
    <p:sldId id="820" r:id="rId22"/>
    <p:sldId id="824" r:id="rId23"/>
    <p:sldId id="825" r:id="rId24"/>
    <p:sldId id="826" r:id="rId25"/>
    <p:sldId id="828" r:id="rId26"/>
    <p:sldId id="346" r:id="rId27"/>
    <p:sldId id="396" r:id="rId28"/>
    <p:sldId id="397" r:id="rId29"/>
    <p:sldId id="398" r:id="rId30"/>
    <p:sldId id="435" r:id="rId31"/>
    <p:sldId id="833" r:id="rId32"/>
  </p:sldIdLst>
  <p:sldSz cx="12192000" cy="6858000"/>
  <p:notesSz cx="6858000" cy="9144000"/>
  <p:kinsoku lang="zh-CN" invalStChars="!),.:;?]}、。—ˇ¨〃々～‖…’”〕〉》」』〗】∶！＂＇），．：；？］｀｜｝·" invalEndChars="([{‘“〔〈《「『〖【（［｛．·"/>
  <p:defaultTextStyle>
    <a:defPPr>
      <a:defRPr lang="en-US"/>
    </a:defPPr>
    <a:lvl1pPr algn="l" rtl="0" fontAlgn="base">
      <a:spcBef>
        <a:spcPct val="20000"/>
      </a:spcBef>
      <a:spcAft>
        <a:spcPct val="0"/>
      </a:spcAft>
      <a:defRPr kumimoji="1" sz="1200" b="1" kern="1200">
        <a:solidFill>
          <a:schemeClr val="tx1"/>
        </a:solidFill>
        <a:latin typeface="宋体" panose="02010600030101010101" pitchFamily="2" charset="-122"/>
        <a:ea typeface="宋体" panose="02010600030101010101" pitchFamily="2" charset="-122"/>
        <a:cs typeface="+mn-cs"/>
      </a:defRPr>
    </a:lvl1pPr>
    <a:lvl2pPr marL="457200" algn="l" rtl="0" fontAlgn="base">
      <a:spcBef>
        <a:spcPct val="20000"/>
      </a:spcBef>
      <a:spcAft>
        <a:spcPct val="0"/>
      </a:spcAft>
      <a:defRPr kumimoji="1" sz="1200" b="1" kern="1200">
        <a:solidFill>
          <a:schemeClr val="tx1"/>
        </a:solidFill>
        <a:latin typeface="宋体" panose="02010600030101010101" pitchFamily="2" charset="-122"/>
        <a:ea typeface="宋体" panose="02010600030101010101" pitchFamily="2" charset="-122"/>
        <a:cs typeface="+mn-cs"/>
      </a:defRPr>
    </a:lvl2pPr>
    <a:lvl3pPr marL="914400" algn="l" rtl="0" fontAlgn="base">
      <a:spcBef>
        <a:spcPct val="20000"/>
      </a:spcBef>
      <a:spcAft>
        <a:spcPct val="0"/>
      </a:spcAft>
      <a:defRPr kumimoji="1" sz="1200" b="1" kern="1200">
        <a:solidFill>
          <a:schemeClr val="tx1"/>
        </a:solidFill>
        <a:latin typeface="宋体" panose="02010600030101010101" pitchFamily="2" charset="-122"/>
        <a:ea typeface="宋体" panose="02010600030101010101" pitchFamily="2" charset="-122"/>
        <a:cs typeface="+mn-cs"/>
      </a:defRPr>
    </a:lvl3pPr>
    <a:lvl4pPr marL="1371600" algn="l" rtl="0" fontAlgn="base">
      <a:spcBef>
        <a:spcPct val="20000"/>
      </a:spcBef>
      <a:spcAft>
        <a:spcPct val="0"/>
      </a:spcAft>
      <a:defRPr kumimoji="1" sz="1200" b="1" kern="1200">
        <a:solidFill>
          <a:schemeClr val="tx1"/>
        </a:solidFill>
        <a:latin typeface="宋体" panose="02010600030101010101" pitchFamily="2" charset="-122"/>
        <a:ea typeface="宋体" panose="02010600030101010101" pitchFamily="2" charset="-122"/>
        <a:cs typeface="+mn-cs"/>
      </a:defRPr>
    </a:lvl4pPr>
    <a:lvl5pPr marL="1828800" algn="l" rtl="0" fontAlgn="base">
      <a:spcBef>
        <a:spcPct val="20000"/>
      </a:spcBef>
      <a:spcAft>
        <a:spcPct val="0"/>
      </a:spcAft>
      <a:defRPr kumimoji="1" sz="1200" b="1" kern="1200">
        <a:solidFill>
          <a:schemeClr val="tx1"/>
        </a:solidFill>
        <a:latin typeface="宋体" panose="02010600030101010101" pitchFamily="2" charset="-122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umimoji="1" sz="1200" b="1" kern="1200">
        <a:solidFill>
          <a:schemeClr val="tx1"/>
        </a:solidFill>
        <a:latin typeface="宋体" panose="02010600030101010101" pitchFamily="2" charset="-122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umimoji="1" sz="1200" b="1" kern="1200">
        <a:solidFill>
          <a:schemeClr val="tx1"/>
        </a:solidFill>
        <a:latin typeface="宋体" panose="02010600030101010101" pitchFamily="2" charset="-122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umimoji="1" sz="1200" b="1" kern="1200">
        <a:solidFill>
          <a:schemeClr val="tx1"/>
        </a:solidFill>
        <a:latin typeface="宋体" panose="02010600030101010101" pitchFamily="2" charset="-122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umimoji="1" sz="1200" b="1" kern="1200">
        <a:solidFill>
          <a:schemeClr val="tx1"/>
        </a:solidFill>
        <a:latin typeface="宋体" panose="02010600030101010101" pitchFamily="2" charset="-122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0" userDrawn="1">
          <p15:clr>
            <a:srgbClr val="A4A3A4"/>
          </p15:clr>
        </p15:guide>
        <p15:guide id="2" pos="3925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99FF"/>
    <a:srgbClr val="3366FF"/>
    <a:srgbClr val="0066FF"/>
    <a:srgbClr val="F0AD04"/>
    <a:srgbClr val="FFFFB1"/>
    <a:srgbClr val="CC9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129" autoAdjust="0"/>
    <p:restoredTop sz="88973" autoAdjust="0"/>
  </p:normalViewPr>
  <p:slideViewPr>
    <p:cSldViewPr showGuides="1">
      <p:cViewPr varScale="1">
        <p:scale>
          <a:sx n="85" d="100"/>
          <a:sy n="85" d="100"/>
        </p:scale>
        <p:origin x="1164" y="60"/>
      </p:cViewPr>
      <p:guideLst>
        <p:guide orient="horz" pos="2150"/>
        <p:guide pos="3925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7482"/>
    </p:cViewPr>
  </p:sorterViewPr>
  <p:notesViewPr>
    <p:cSldViewPr>
      <p:cViewPr varScale="1">
        <p:scale>
          <a:sx n="53" d="100"/>
          <a:sy n="53" d="100"/>
        </p:scale>
        <p:origin x="-1842" y="-96"/>
      </p:cViewPr>
      <p:guideLst>
        <p:guide orient="horz" pos="2866"/>
        <p:guide pos="2208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slide" Target="slides/slide1.xml"/><Relationship Id="rId37" Type="http://schemas.openxmlformats.org/officeDocument/2006/relationships/tableStyles" Target="tableStyles.xml"/><Relationship Id="rId36" Type="http://schemas.openxmlformats.org/officeDocument/2006/relationships/viewProps" Target="viewProps.xml"/><Relationship Id="rId35" Type="http://schemas.openxmlformats.org/officeDocument/2006/relationships/presProps" Target="presProps.xml"/><Relationship Id="rId34" Type="http://schemas.openxmlformats.org/officeDocument/2006/relationships/handoutMaster" Target="handoutMasters/handoutMaster1.xml"/><Relationship Id="rId33" Type="http://schemas.openxmlformats.org/officeDocument/2006/relationships/notesMaster" Target="notesMasters/notesMaster1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25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spcBef>
                <a:spcPct val="0"/>
              </a:spcBef>
              <a:defRPr b="0" smtClean="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r>
              <a:rPr lang="zh-CN" altLang="en-US"/>
              <a:t>计算机组成原理</a:t>
            </a:r>
            <a:endParaRPr lang="zh-CN" altLang="en-US"/>
          </a:p>
        </p:txBody>
      </p:sp>
      <p:sp>
        <p:nvSpPr>
          <p:cNvPr id="181251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spcBef>
                <a:spcPct val="0"/>
              </a:spcBef>
              <a:defRPr b="0" smtClean="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53D2DD71-0C03-4FD3-9524-83CA571E7082}" type="datetime1">
              <a:rPr lang="zh-CN" altLang="en-US"/>
            </a:fld>
            <a:endParaRPr lang="en-US" altLang="zh-CN"/>
          </a:p>
        </p:txBody>
      </p:sp>
      <p:sp>
        <p:nvSpPr>
          <p:cNvPr id="181252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>
              <a:spcBef>
                <a:spcPct val="0"/>
              </a:spcBef>
              <a:defRPr b="0" smtClean="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81253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>
              <a:spcBef>
                <a:spcPct val="0"/>
              </a:spcBef>
              <a:defRPr b="0" smtClean="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20134CCE-87F6-4CFA-913E-9D5A1269E323}" type="slidenum">
              <a:rPr lang="zh-CN" altLang="en-US"/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 smtClean="0"/>
            </a:lvl1pPr>
          </a:lstStyle>
          <a:p>
            <a:pPr>
              <a:defRPr/>
            </a:pPr>
            <a:r>
              <a:rPr lang="zh-CN" altLang="en-US"/>
              <a:t>计算机组成原理</a:t>
            </a:r>
            <a:endParaRPr lang="zh-CN" altLang="en-US"/>
          </a:p>
        </p:txBody>
      </p:sp>
      <p:sp>
        <p:nvSpPr>
          <p:cNvPr id="5120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smtClean="0"/>
            </a:lvl1pPr>
          </a:lstStyle>
          <a:p>
            <a:pPr>
              <a:defRPr/>
            </a:pPr>
            <a:fld id="{E2EC9811-CFFB-403A-A11F-DBC916F062A5}" type="datetime1">
              <a:rPr lang="zh-CN" altLang="en-US"/>
            </a:fld>
            <a:endParaRPr lang="en-US" altLang="zh-CN"/>
          </a:p>
        </p:txBody>
      </p:sp>
      <p:sp>
        <p:nvSpPr>
          <p:cNvPr id="15155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</p:spPr>
      </p:sp>
      <p:sp>
        <p:nvSpPr>
          <p:cNvPr id="5120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 noProof="0"/>
              <a:t>单击此处编辑母版文本样式</a:t>
            </a:r>
            <a:endParaRPr lang="zh-CN" altLang="en-US" noProof="0"/>
          </a:p>
          <a:p>
            <a:pPr lvl="1"/>
            <a:r>
              <a:rPr lang="zh-CN" altLang="en-US" noProof="0"/>
              <a:t>第二级</a:t>
            </a:r>
            <a:endParaRPr lang="zh-CN" altLang="en-US" noProof="0"/>
          </a:p>
          <a:p>
            <a:pPr lvl="2"/>
            <a:r>
              <a:rPr lang="zh-CN" altLang="en-US" noProof="0"/>
              <a:t>第三级</a:t>
            </a:r>
            <a:endParaRPr lang="zh-CN" altLang="en-US" noProof="0"/>
          </a:p>
          <a:p>
            <a:pPr lvl="3"/>
            <a:r>
              <a:rPr lang="zh-CN" altLang="en-US" noProof="0"/>
              <a:t>第四级</a:t>
            </a:r>
            <a:endParaRPr lang="zh-CN" altLang="en-US" noProof="0"/>
          </a:p>
          <a:p>
            <a:pPr lvl="4"/>
            <a:r>
              <a:rPr lang="zh-CN" altLang="en-US" noProof="0"/>
              <a:t>第五级</a:t>
            </a:r>
            <a:endParaRPr lang="zh-CN" altLang="en-US" noProof="0"/>
          </a:p>
        </p:txBody>
      </p:sp>
      <p:sp>
        <p:nvSpPr>
          <p:cNvPr id="5120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>
              <a:defRPr smtClean="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120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>
              <a:defRPr smtClean="0"/>
            </a:lvl1pPr>
          </a:lstStyle>
          <a:p>
            <a:pPr>
              <a:defRPr/>
            </a:pPr>
            <a:fld id="{AFBD0CE5-75D5-405D-96B5-EEFDA2836A74}" type="slidenum">
              <a:rPr lang="zh-CN" altLang="en-US"/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ftr="0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9" Type="http://schemas.openxmlformats.org/officeDocument/2006/relationships/tags" Target="../tags/tag8.xml"/><Relationship Id="rId8" Type="http://schemas.openxmlformats.org/officeDocument/2006/relationships/tags" Target="../tags/tag7.xml"/><Relationship Id="rId7" Type="http://schemas.openxmlformats.org/officeDocument/2006/relationships/tags" Target="../tags/tag6.xml"/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7" Type="http://schemas.openxmlformats.org/officeDocument/2006/relationships/tags" Target="../tags/tag16.xml"/><Relationship Id="rId16" Type="http://schemas.openxmlformats.org/officeDocument/2006/relationships/tags" Target="../tags/tag15.xml"/><Relationship Id="rId15" Type="http://schemas.openxmlformats.org/officeDocument/2006/relationships/tags" Target="../tags/tag14.xml"/><Relationship Id="rId14" Type="http://schemas.openxmlformats.org/officeDocument/2006/relationships/tags" Target="../tags/tag13.xml"/><Relationship Id="rId13" Type="http://schemas.openxmlformats.org/officeDocument/2006/relationships/tags" Target="../tags/tag12.xml"/><Relationship Id="rId12" Type="http://schemas.openxmlformats.org/officeDocument/2006/relationships/tags" Target="../tags/tag11.xml"/><Relationship Id="rId11" Type="http://schemas.openxmlformats.org/officeDocument/2006/relationships/tags" Target="../tags/tag10.xml"/><Relationship Id="rId10" Type="http://schemas.openxmlformats.org/officeDocument/2006/relationships/tags" Target="../tags/tag9.xml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7" Type="http://schemas.openxmlformats.org/officeDocument/2006/relationships/tags" Target="../tags/tag22.xml"/><Relationship Id="rId6" Type="http://schemas.openxmlformats.org/officeDocument/2006/relationships/tags" Target="../tags/tag21.xml"/><Relationship Id="rId5" Type="http://schemas.openxmlformats.org/officeDocument/2006/relationships/tags" Target="../tags/tag20.xml"/><Relationship Id="rId4" Type="http://schemas.openxmlformats.org/officeDocument/2006/relationships/tags" Target="../tags/tag19.xml"/><Relationship Id="rId3" Type="http://schemas.openxmlformats.org/officeDocument/2006/relationships/tags" Target="../tags/tag18.xml"/><Relationship Id="rId2" Type="http://schemas.openxmlformats.org/officeDocument/2006/relationships/tags" Target="../tags/tag17.xml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7" Type="http://schemas.openxmlformats.org/officeDocument/2006/relationships/tags" Target="../tags/tag28.xml"/><Relationship Id="rId6" Type="http://schemas.openxmlformats.org/officeDocument/2006/relationships/tags" Target="../tags/tag27.xml"/><Relationship Id="rId5" Type="http://schemas.openxmlformats.org/officeDocument/2006/relationships/tags" Target="../tags/tag26.xml"/><Relationship Id="rId4" Type="http://schemas.openxmlformats.org/officeDocument/2006/relationships/tags" Target="../tags/tag25.xml"/><Relationship Id="rId3" Type="http://schemas.openxmlformats.org/officeDocument/2006/relationships/tags" Target="../tags/tag24.xml"/><Relationship Id="rId2" Type="http://schemas.openxmlformats.org/officeDocument/2006/relationships/tags" Target="../tags/tag23.xml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9" Type="http://schemas.openxmlformats.org/officeDocument/2006/relationships/tags" Target="../tags/tag36.xml"/><Relationship Id="rId8" Type="http://schemas.openxmlformats.org/officeDocument/2006/relationships/tags" Target="../tags/tag35.xml"/><Relationship Id="rId7" Type="http://schemas.openxmlformats.org/officeDocument/2006/relationships/tags" Target="../tags/tag34.xml"/><Relationship Id="rId6" Type="http://schemas.openxmlformats.org/officeDocument/2006/relationships/tags" Target="../tags/tag33.xml"/><Relationship Id="rId5" Type="http://schemas.openxmlformats.org/officeDocument/2006/relationships/tags" Target="../tags/tag32.xml"/><Relationship Id="rId4" Type="http://schemas.openxmlformats.org/officeDocument/2006/relationships/tags" Target="../tags/tag31.xml"/><Relationship Id="rId3" Type="http://schemas.openxmlformats.org/officeDocument/2006/relationships/tags" Target="../tags/tag30.xml"/><Relationship Id="rId2" Type="http://schemas.openxmlformats.org/officeDocument/2006/relationships/tags" Target="../tags/tag29.xml"/><Relationship Id="rId11" Type="http://schemas.openxmlformats.org/officeDocument/2006/relationships/tags" Target="../tags/tag38.xml"/><Relationship Id="rId10" Type="http://schemas.openxmlformats.org/officeDocument/2006/relationships/tags" Target="../tags/tag37.xml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8" Type="http://schemas.openxmlformats.org/officeDocument/2006/relationships/tags" Target="../tags/tag45.xml"/><Relationship Id="rId7" Type="http://schemas.openxmlformats.org/officeDocument/2006/relationships/tags" Target="../tags/tag44.xml"/><Relationship Id="rId6" Type="http://schemas.openxmlformats.org/officeDocument/2006/relationships/tags" Target="../tags/tag43.xml"/><Relationship Id="rId5" Type="http://schemas.openxmlformats.org/officeDocument/2006/relationships/tags" Target="../tags/tag42.xml"/><Relationship Id="rId4" Type="http://schemas.openxmlformats.org/officeDocument/2006/relationships/tags" Target="../tags/tag41.xml"/><Relationship Id="rId3" Type="http://schemas.openxmlformats.org/officeDocument/2006/relationships/tags" Target="../tags/tag40.xml"/><Relationship Id="rId2" Type="http://schemas.openxmlformats.org/officeDocument/2006/relationships/tags" Target="../tags/tag39.xml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9" Type="http://schemas.openxmlformats.org/officeDocument/2006/relationships/tags" Target="../tags/tag53.xml"/><Relationship Id="rId8" Type="http://schemas.openxmlformats.org/officeDocument/2006/relationships/tags" Target="../tags/tag52.xml"/><Relationship Id="rId7" Type="http://schemas.openxmlformats.org/officeDocument/2006/relationships/tags" Target="../tags/tag51.xml"/><Relationship Id="rId6" Type="http://schemas.openxmlformats.org/officeDocument/2006/relationships/tags" Target="../tags/tag50.xml"/><Relationship Id="rId5" Type="http://schemas.openxmlformats.org/officeDocument/2006/relationships/tags" Target="../tags/tag49.xml"/><Relationship Id="rId4" Type="http://schemas.openxmlformats.org/officeDocument/2006/relationships/tags" Target="../tags/tag48.xml"/><Relationship Id="rId3" Type="http://schemas.openxmlformats.org/officeDocument/2006/relationships/tags" Target="../tags/tag47.xml"/><Relationship Id="rId2" Type="http://schemas.openxmlformats.org/officeDocument/2006/relationships/tags" Target="../tags/tag46.xml"/><Relationship Id="rId10" Type="http://schemas.openxmlformats.org/officeDocument/2006/relationships/tags" Target="../tags/tag54.xml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6" Type="http://schemas.openxmlformats.org/officeDocument/2006/relationships/tags" Target="../tags/tag59.xml"/><Relationship Id="rId5" Type="http://schemas.openxmlformats.org/officeDocument/2006/relationships/tags" Target="../tags/tag58.xml"/><Relationship Id="rId4" Type="http://schemas.openxmlformats.org/officeDocument/2006/relationships/tags" Target="../tags/tag57.xml"/><Relationship Id="rId3" Type="http://schemas.openxmlformats.org/officeDocument/2006/relationships/tags" Target="../tags/tag56.xml"/><Relationship Id="rId2" Type="http://schemas.openxmlformats.org/officeDocument/2006/relationships/tags" Target="../tags/tag55.xml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5" Type="http://schemas.openxmlformats.org/officeDocument/2006/relationships/tags" Target="../tags/tag63.xml"/><Relationship Id="rId4" Type="http://schemas.openxmlformats.org/officeDocument/2006/relationships/tags" Target="../tags/tag62.xml"/><Relationship Id="rId3" Type="http://schemas.openxmlformats.org/officeDocument/2006/relationships/tags" Target="../tags/tag61.xml"/><Relationship Id="rId2" Type="http://schemas.openxmlformats.org/officeDocument/2006/relationships/tags" Target="../tags/tag60.xml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6" Type="http://schemas.openxmlformats.org/officeDocument/2006/relationships/tags" Target="../tags/tag68.xml"/><Relationship Id="rId5" Type="http://schemas.openxmlformats.org/officeDocument/2006/relationships/tags" Target="../tags/tag67.xml"/><Relationship Id="rId4" Type="http://schemas.openxmlformats.org/officeDocument/2006/relationships/tags" Target="../tags/tag66.xml"/><Relationship Id="rId3" Type="http://schemas.openxmlformats.org/officeDocument/2006/relationships/tags" Target="../tags/tag65.xml"/><Relationship Id="rId2" Type="http://schemas.openxmlformats.org/officeDocument/2006/relationships/tags" Target="../tags/tag64.xml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7" Type="http://schemas.openxmlformats.org/officeDocument/2006/relationships/tags" Target="../tags/tag74.xml"/><Relationship Id="rId6" Type="http://schemas.openxmlformats.org/officeDocument/2006/relationships/tags" Target="../tags/tag73.xml"/><Relationship Id="rId5" Type="http://schemas.openxmlformats.org/officeDocument/2006/relationships/tags" Target="../tags/tag72.xml"/><Relationship Id="rId4" Type="http://schemas.openxmlformats.org/officeDocument/2006/relationships/tags" Target="../tags/tag71.xml"/><Relationship Id="rId3" Type="http://schemas.openxmlformats.org/officeDocument/2006/relationships/tags" Target="../tags/tag70.xml"/><Relationship Id="rId2" Type="http://schemas.openxmlformats.org/officeDocument/2006/relationships/tags" Target="../tags/tag69.xml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9" Type="http://schemas.openxmlformats.org/officeDocument/2006/relationships/tags" Target="../tags/tag82.xml"/><Relationship Id="rId8" Type="http://schemas.openxmlformats.org/officeDocument/2006/relationships/tags" Target="../tags/tag81.xml"/><Relationship Id="rId7" Type="http://schemas.openxmlformats.org/officeDocument/2006/relationships/tags" Target="../tags/tag80.xml"/><Relationship Id="rId6" Type="http://schemas.openxmlformats.org/officeDocument/2006/relationships/tags" Target="../tags/tag79.xml"/><Relationship Id="rId5" Type="http://schemas.openxmlformats.org/officeDocument/2006/relationships/tags" Target="../tags/tag78.xml"/><Relationship Id="rId4" Type="http://schemas.openxmlformats.org/officeDocument/2006/relationships/tags" Target="../tags/tag77.xml"/><Relationship Id="rId3" Type="http://schemas.openxmlformats.org/officeDocument/2006/relationships/tags" Target="../tags/tag76.xml"/><Relationship Id="rId2" Type="http://schemas.openxmlformats.org/officeDocument/2006/relationships/tags" Target="../tags/tag75.xml"/><Relationship Id="rId17" Type="http://schemas.openxmlformats.org/officeDocument/2006/relationships/tags" Target="../tags/tag90.xml"/><Relationship Id="rId16" Type="http://schemas.openxmlformats.org/officeDocument/2006/relationships/tags" Target="../tags/tag89.xml"/><Relationship Id="rId15" Type="http://schemas.openxmlformats.org/officeDocument/2006/relationships/tags" Target="../tags/tag88.xml"/><Relationship Id="rId14" Type="http://schemas.openxmlformats.org/officeDocument/2006/relationships/tags" Target="../tags/tag87.xml"/><Relationship Id="rId13" Type="http://schemas.openxmlformats.org/officeDocument/2006/relationships/tags" Target="../tags/tag86.xml"/><Relationship Id="rId12" Type="http://schemas.openxmlformats.org/officeDocument/2006/relationships/tags" Target="../tags/tag85.xml"/><Relationship Id="rId11" Type="http://schemas.openxmlformats.org/officeDocument/2006/relationships/tags" Target="../tags/tag84.xml"/><Relationship Id="rId10" Type="http://schemas.openxmlformats.org/officeDocument/2006/relationships/tags" Target="../tags/tag83.xml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标题幻灯片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7"/>
          <p:cNvSpPr>
            <a:spLocks noGrp="1"/>
          </p:cNvSpPr>
          <p:nvPr>
            <p:ph type="ctrTitle"/>
          </p:nvPr>
        </p:nvSpPr>
        <p:spPr>
          <a:xfrm>
            <a:off x="3048000" y="3124200"/>
            <a:ext cx="8229600" cy="1894362"/>
          </a:xfrm>
        </p:spPr>
        <p:txBody>
          <a:bodyPr/>
          <a:lstStyle>
            <a:lvl1pPr>
              <a:defRPr b="1"/>
            </a:lvl1pPr>
          </a:lstStyle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9" name="副标题 8"/>
          <p:cNvSpPr>
            <a:spLocks noGrp="1"/>
          </p:cNvSpPr>
          <p:nvPr>
            <p:ph type="subTitle" idx="1"/>
          </p:nvPr>
        </p:nvSpPr>
        <p:spPr>
          <a:xfrm>
            <a:off x="3048000" y="5003322"/>
            <a:ext cx="8229600" cy="1371600"/>
          </a:xfrm>
        </p:spPr>
        <p:txBody>
          <a:bodyPr/>
          <a:lstStyle>
            <a:lvl1pPr marL="0" indent="0" algn="l">
              <a:buNone/>
              <a:defRPr sz="1800" b="1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zh-CN" altLang="en-US"/>
              <a:t>单击此处编辑母版副标题样式</a:t>
            </a:r>
            <a:endParaRPr kumimoji="0" lang="en-US"/>
          </a:p>
        </p:txBody>
      </p:sp>
      <p:sp>
        <p:nvSpPr>
          <p:cNvPr id="28" name="日期占位符 27"/>
          <p:cNvSpPr>
            <a:spLocks noGrp="1"/>
          </p:cNvSpPr>
          <p:nvPr>
            <p:ph type="dt" sz="half" idx="10"/>
          </p:nvPr>
        </p:nvSpPr>
        <p:spPr bwMode="auto">
          <a:xfrm rot="5400000">
            <a:off x="10352828" y="1174097"/>
            <a:ext cx="3048000" cy="381000"/>
          </a:xfrm>
        </p:spPr>
        <p:txBody>
          <a:bodyPr/>
          <a:lstStyle/>
          <a:p>
            <a:fld id="{E6F9B8CD-342D-4579-98EC-A8FD6B7370E1}" type="datetimeFigureOut">
              <a:rPr lang="en-US" smtClean="0"/>
            </a:fld>
            <a:endParaRPr lang="en-US" dirty="0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</p:nvPr>
        </p:nvSpPr>
        <p:spPr bwMode="auto">
          <a:xfrm rot="5400000">
            <a:off x="9436359" y="4181669"/>
            <a:ext cx="4876800" cy="384048"/>
          </a:xfrm>
        </p:spPr>
        <p:txBody>
          <a:bodyPr/>
          <a:lstStyle/>
          <a:p>
            <a:endParaRPr kumimoji="0" lang="en-US" dirty="0"/>
          </a:p>
        </p:txBody>
      </p:sp>
      <p:sp>
        <p:nvSpPr>
          <p:cNvPr id="10" name="矩形 9"/>
          <p:cNvSpPr/>
          <p:nvPr/>
        </p:nvSpPr>
        <p:spPr bwMode="auto">
          <a:xfrm>
            <a:off x="508000" y="0"/>
            <a:ext cx="812800" cy="6858000"/>
          </a:xfrm>
          <a:prstGeom prst="rect">
            <a:avLst/>
          </a:prstGeom>
          <a:solidFill>
            <a:schemeClr val="accent1">
              <a:tint val="60000"/>
              <a:alpha val="54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矩形 11"/>
          <p:cNvSpPr/>
          <p:nvPr/>
        </p:nvSpPr>
        <p:spPr bwMode="auto">
          <a:xfrm>
            <a:off x="368448" y="0"/>
            <a:ext cx="139552" cy="6858000"/>
          </a:xfrm>
          <a:prstGeom prst="rect">
            <a:avLst/>
          </a:prstGeom>
          <a:solidFill>
            <a:schemeClr val="accent1">
              <a:tint val="40000"/>
              <a:alpha val="36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4" name="矩形 13"/>
          <p:cNvSpPr/>
          <p:nvPr/>
        </p:nvSpPr>
        <p:spPr bwMode="auto">
          <a:xfrm>
            <a:off x="1320800" y="0"/>
            <a:ext cx="242496" cy="6858000"/>
          </a:xfrm>
          <a:prstGeom prst="rect">
            <a:avLst/>
          </a:prstGeom>
          <a:solidFill>
            <a:schemeClr val="accent1">
              <a:tint val="40000"/>
              <a:alpha val="7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9" name="矩形 18"/>
          <p:cNvSpPr/>
          <p:nvPr/>
        </p:nvSpPr>
        <p:spPr bwMode="auto">
          <a:xfrm>
            <a:off x="1521760" y="0"/>
            <a:ext cx="307040" cy="6858000"/>
          </a:xfrm>
          <a:prstGeom prst="rect">
            <a:avLst/>
          </a:prstGeom>
          <a:solidFill>
            <a:schemeClr val="accent1">
              <a:tint val="20000"/>
              <a:alpha val="7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直接连接符 10"/>
          <p:cNvSpPr>
            <a:spLocks noChangeShapeType="1"/>
          </p:cNvSpPr>
          <p:nvPr/>
        </p:nvSpPr>
        <p:spPr bwMode="auto">
          <a:xfrm>
            <a:off x="141792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  <a:alpha val="7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>
              <a:latin typeface="+mn-lt"/>
              <a:ea typeface="+mn-ea"/>
            </a:endParaRPr>
          </a:p>
        </p:txBody>
      </p:sp>
      <p:sp>
        <p:nvSpPr>
          <p:cNvPr id="18" name="直接连接符 17"/>
          <p:cNvSpPr>
            <a:spLocks noChangeShapeType="1"/>
          </p:cNvSpPr>
          <p:nvPr/>
        </p:nvSpPr>
        <p:spPr bwMode="auto">
          <a:xfrm>
            <a:off x="1219200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20000"/>
                <a:alpha val="8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>
              <a:latin typeface="+mn-lt"/>
              <a:ea typeface="+mn-ea"/>
            </a:endParaRPr>
          </a:p>
        </p:txBody>
      </p:sp>
      <p:sp>
        <p:nvSpPr>
          <p:cNvPr id="20" name="直接连接符 19"/>
          <p:cNvSpPr>
            <a:spLocks noChangeShapeType="1"/>
          </p:cNvSpPr>
          <p:nvPr/>
        </p:nvSpPr>
        <p:spPr bwMode="auto">
          <a:xfrm>
            <a:off x="1138816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>
              <a:latin typeface="+mn-lt"/>
              <a:ea typeface="+mn-ea"/>
            </a:endParaRPr>
          </a:p>
        </p:txBody>
      </p:sp>
      <p:sp>
        <p:nvSpPr>
          <p:cNvPr id="16" name="直接连接符 15"/>
          <p:cNvSpPr>
            <a:spLocks noChangeShapeType="1"/>
          </p:cNvSpPr>
          <p:nvPr/>
        </p:nvSpPr>
        <p:spPr bwMode="auto">
          <a:xfrm>
            <a:off x="2302187" y="0"/>
            <a:ext cx="0" cy="6858000"/>
          </a:xfrm>
          <a:prstGeom prst="line">
            <a:avLst/>
          </a:prstGeom>
          <a:noFill/>
          <a:ln w="28575" cap="flat" cmpd="sng" algn="ctr">
            <a:solidFill>
              <a:schemeClr val="accent1">
                <a:tint val="60000"/>
                <a:alpha val="82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>
              <a:latin typeface="+mn-lt"/>
              <a:ea typeface="+mn-ea"/>
            </a:endParaRPr>
          </a:p>
        </p:txBody>
      </p:sp>
      <p:sp>
        <p:nvSpPr>
          <p:cNvPr id="15" name="直接连接符 14"/>
          <p:cNvSpPr>
            <a:spLocks noChangeShapeType="1"/>
          </p:cNvSpPr>
          <p:nvPr/>
        </p:nvSpPr>
        <p:spPr bwMode="auto">
          <a:xfrm>
            <a:off x="1422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>
              <a:latin typeface="+mn-lt"/>
              <a:ea typeface="+mn-ea"/>
            </a:endParaRPr>
          </a:p>
        </p:txBody>
      </p:sp>
      <p:sp>
        <p:nvSpPr>
          <p:cNvPr id="22" name="直接连接符 21"/>
          <p:cNvSpPr>
            <a:spLocks noChangeShapeType="1"/>
          </p:cNvSpPr>
          <p:nvPr/>
        </p:nvSpPr>
        <p:spPr bwMode="auto">
          <a:xfrm>
            <a:off x="12151808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>
              <a:latin typeface="+mn-lt"/>
              <a:ea typeface="+mn-ea"/>
            </a:endParaRPr>
          </a:p>
        </p:txBody>
      </p:sp>
      <p:sp>
        <p:nvSpPr>
          <p:cNvPr id="27" name="矩形 26"/>
          <p:cNvSpPr/>
          <p:nvPr/>
        </p:nvSpPr>
        <p:spPr bwMode="auto">
          <a:xfrm>
            <a:off x="1625600" y="0"/>
            <a:ext cx="101600" cy="6858000"/>
          </a:xfrm>
          <a:prstGeom prst="rect">
            <a:avLst/>
          </a:prstGeom>
          <a:solidFill>
            <a:schemeClr val="accent1">
              <a:tint val="60000"/>
              <a:alpha val="5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1" name="椭圆 20"/>
          <p:cNvSpPr/>
          <p:nvPr/>
        </p:nvSpPr>
        <p:spPr bwMode="auto">
          <a:xfrm>
            <a:off x="812800" y="3429000"/>
            <a:ext cx="1727200" cy="1295400"/>
          </a:xfrm>
          <a:prstGeom prst="ellipse">
            <a:avLst/>
          </a:prstGeom>
          <a:solidFill>
            <a:schemeClr val="accent1"/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3" name="椭圆 22"/>
          <p:cNvSpPr/>
          <p:nvPr/>
        </p:nvSpPr>
        <p:spPr bwMode="auto">
          <a:xfrm>
            <a:off x="1746176" y="4866752"/>
            <a:ext cx="855232" cy="641424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4" name="椭圆 23"/>
          <p:cNvSpPr/>
          <p:nvPr/>
        </p:nvSpPr>
        <p:spPr bwMode="auto">
          <a:xfrm>
            <a:off x="1454773" y="5500632"/>
            <a:ext cx="182880" cy="13716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6" name="椭圆 25"/>
          <p:cNvSpPr/>
          <p:nvPr/>
        </p:nvSpPr>
        <p:spPr bwMode="auto">
          <a:xfrm>
            <a:off x="2218944" y="5788152"/>
            <a:ext cx="365760" cy="27432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5" name="椭圆 24"/>
          <p:cNvSpPr/>
          <p:nvPr/>
        </p:nvSpPr>
        <p:spPr>
          <a:xfrm>
            <a:off x="2540000" y="4495800"/>
            <a:ext cx="487680" cy="365760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9" name="灯片编号占位符 28"/>
          <p:cNvSpPr>
            <a:spLocks noGrp="1"/>
          </p:cNvSpPr>
          <p:nvPr>
            <p:ph type="sldNum" sz="quarter" idx="12"/>
          </p:nvPr>
        </p:nvSpPr>
        <p:spPr bwMode="auto">
          <a:xfrm>
            <a:off x="1767392" y="4928702"/>
            <a:ext cx="812800" cy="517524"/>
          </a:xfrm>
        </p:spPr>
        <p:txBody>
          <a:bodyPr/>
          <a:lstStyle/>
          <a:p>
            <a:fld id="{2BBB5E19-F10A-4C2F-BF6F-11C513378A2E}" type="slidenum">
              <a:rPr kumimoji="0" lang="en-US" smtClean="0"/>
            </a:fld>
            <a:endParaRPr kumimoji="0" 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8" name="内容占位符 7"/>
          <p:cNvSpPr>
            <a:spLocks noGrp="1"/>
          </p:cNvSpPr>
          <p:nvPr>
            <p:ph sz="quarter" idx="1"/>
          </p:nvPr>
        </p:nvSpPr>
        <p:spPr>
          <a:xfrm>
            <a:off x="609600" y="1600200"/>
            <a:ext cx="9956800" cy="4873752"/>
          </a:xfrm>
        </p:spPr>
        <p:txBody>
          <a:bodyPr/>
          <a:lstStyle/>
          <a:p>
            <a:pPr lvl="0" eaLnBrk="1" latinLnBrk="0" hangingPunct="1"/>
            <a:r>
              <a:rPr lang="zh-CN" altLang="en-US"/>
              <a:t>单击此处编辑母版文本样式</a:t>
            </a:r>
            <a:endParaRPr lang="zh-CN" altLang="en-US"/>
          </a:p>
          <a:p>
            <a:pPr lvl="1" eaLnBrk="1" latinLnBrk="0" hangingPunct="1"/>
            <a:r>
              <a:rPr lang="zh-CN" altLang="en-US"/>
              <a:t>第二级</a:t>
            </a:r>
            <a:endParaRPr lang="zh-CN" altLang="en-US"/>
          </a:p>
          <a:p>
            <a:pPr lvl="2" eaLnBrk="1" latinLnBrk="0" hangingPunct="1"/>
            <a:r>
              <a:rPr lang="zh-CN" altLang="en-US"/>
              <a:t>第三级</a:t>
            </a:r>
            <a:endParaRPr lang="zh-CN" altLang="en-US"/>
          </a:p>
          <a:p>
            <a:pPr lvl="3" eaLnBrk="1" latinLnBrk="0" hangingPunct="1"/>
            <a:r>
              <a:rPr lang="zh-CN" altLang="en-US"/>
              <a:t>第四级</a:t>
            </a:r>
            <a:endParaRPr lang="zh-CN" altLang="en-US"/>
          </a:p>
          <a:p>
            <a:pPr lvl="4" eaLnBrk="1" latinLnBrk="0" hangingPunct="1"/>
            <a:r>
              <a:rPr lang="zh-CN" altLang="en-US"/>
              <a:t>第五级</a:t>
            </a:r>
            <a:endParaRPr kumimoji="0" 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4"/>
          </p:nvPr>
        </p:nvSpPr>
        <p:spPr/>
        <p:txBody>
          <a:bodyPr rtlCol="0"/>
          <a:lstStyle/>
          <a:p>
            <a:fld id="{26201486-5497-4331-98D7-82ADB148CFC4}" type="datetime1">
              <a:rPr lang="zh-CN" altLang="en-US" smtClean="0"/>
            </a:fld>
            <a:endParaRPr lang="zh-CN" altLang="en-US" dirty="0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5"/>
          </p:nvPr>
        </p:nvSpPr>
        <p:spPr/>
        <p:txBody>
          <a:bodyPr rtlCol="0"/>
          <a:lstStyle/>
          <a:p>
            <a:fld id="{0503CE10-F9D3-4072-A615-6A95AA0B7B65}" type="slidenum">
              <a:rPr lang="zh-CN" altLang="en-US" smtClean="0"/>
            </a:fld>
            <a:endParaRPr lang="zh-CN" altLang="en-US" dirty="0"/>
          </a:p>
        </p:txBody>
      </p:sp>
      <p:sp>
        <p:nvSpPr>
          <p:cNvPr id="10" name="页脚占位符 9"/>
          <p:cNvSpPr>
            <a:spLocks noGrp="1"/>
          </p:cNvSpPr>
          <p:nvPr>
            <p:ph type="ftr" sz="quarter" idx="16"/>
          </p:nvPr>
        </p:nvSpPr>
        <p:spPr/>
        <p:txBody>
          <a:bodyPr rtlCol="0"/>
          <a:lstStyle/>
          <a:p>
            <a:endParaRPr lang="zh-CN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 showMasterSp="0">
  <p:cSld name="节标题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048000" y="2895600"/>
            <a:ext cx="8229600" cy="2053590"/>
          </a:xfrm>
        </p:spPr>
        <p:txBody>
          <a:bodyPr/>
          <a:lstStyle>
            <a:lvl1pPr algn="l">
              <a:buNone/>
              <a:defRPr sz="3000" b="1" cap="small" baseline="0"/>
            </a:lvl1pPr>
          </a:lstStyle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3048000" y="5010150"/>
            <a:ext cx="8229600" cy="1371600"/>
          </a:xfrm>
        </p:spPr>
        <p:txBody>
          <a:bodyPr anchor="t"/>
          <a:lstStyle>
            <a:lvl1pPr marL="0" indent="0">
              <a:buNone/>
              <a:defRPr sz="1800" b="1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zh-CN" altLang="en-US"/>
              <a:t>单击此处编辑母版文本样式</a:t>
            </a:r>
            <a:endParaRPr kumimoji="0"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 bwMode="auto">
          <a:xfrm rot="5400000">
            <a:off x="10351008" y="1170432"/>
            <a:ext cx="3048000" cy="381000"/>
          </a:xfrm>
        </p:spPr>
        <p:txBody>
          <a:bodyPr/>
          <a:lstStyle/>
          <a:p>
            <a:fld id="{D30A59A3-D0D5-4685-9DF3-9FBE51A2A8D7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 bwMode="auto">
          <a:xfrm rot="5400000">
            <a:off x="9436608" y="4178808"/>
            <a:ext cx="4876800" cy="384048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9" name="矩形 8"/>
          <p:cNvSpPr/>
          <p:nvPr/>
        </p:nvSpPr>
        <p:spPr bwMode="auto">
          <a:xfrm>
            <a:off x="508000" y="0"/>
            <a:ext cx="812800" cy="6858000"/>
          </a:xfrm>
          <a:prstGeom prst="rect">
            <a:avLst/>
          </a:prstGeom>
          <a:solidFill>
            <a:schemeClr val="accent1">
              <a:tint val="60000"/>
              <a:alpha val="54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矩形 9"/>
          <p:cNvSpPr/>
          <p:nvPr/>
        </p:nvSpPr>
        <p:spPr bwMode="auto">
          <a:xfrm>
            <a:off x="368448" y="0"/>
            <a:ext cx="139552" cy="6858000"/>
          </a:xfrm>
          <a:prstGeom prst="rect">
            <a:avLst/>
          </a:prstGeom>
          <a:solidFill>
            <a:schemeClr val="accent1">
              <a:tint val="40000"/>
              <a:alpha val="36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矩形 10"/>
          <p:cNvSpPr/>
          <p:nvPr/>
        </p:nvSpPr>
        <p:spPr bwMode="auto">
          <a:xfrm>
            <a:off x="1320800" y="0"/>
            <a:ext cx="242496" cy="6858000"/>
          </a:xfrm>
          <a:prstGeom prst="rect">
            <a:avLst/>
          </a:prstGeom>
          <a:solidFill>
            <a:schemeClr val="accent1">
              <a:tint val="40000"/>
              <a:alpha val="7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矩形 11"/>
          <p:cNvSpPr/>
          <p:nvPr/>
        </p:nvSpPr>
        <p:spPr bwMode="auto">
          <a:xfrm>
            <a:off x="1521760" y="0"/>
            <a:ext cx="307040" cy="6858000"/>
          </a:xfrm>
          <a:prstGeom prst="rect">
            <a:avLst/>
          </a:prstGeom>
          <a:solidFill>
            <a:schemeClr val="accent1">
              <a:tint val="20000"/>
              <a:alpha val="7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直接连接符 12"/>
          <p:cNvSpPr>
            <a:spLocks noChangeShapeType="1"/>
          </p:cNvSpPr>
          <p:nvPr/>
        </p:nvSpPr>
        <p:spPr bwMode="auto">
          <a:xfrm>
            <a:off x="141792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  <a:alpha val="7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>
              <a:latin typeface="+mn-lt"/>
              <a:ea typeface="+mn-ea"/>
            </a:endParaRPr>
          </a:p>
        </p:txBody>
      </p:sp>
      <p:sp>
        <p:nvSpPr>
          <p:cNvPr id="14" name="直接连接符 13"/>
          <p:cNvSpPr>
            <a:spLocks noChangeShapeType="1"/>
          </p:cNvSpPr>
          <p:nvPr/>
        </p:nvSpPr>
        <p:spPr bwMode="auto">
          <a:xfrm>
            <a:off x="1219200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20000"/>
                <a:alpha val="8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>
              <a:latin typeface="+mn-lt"/>
              <a:ea typeface="+mn-ea"/>
            </a:endParaRPr>
          </a:p>
        </p:txBody>
      </p:sp>
      <p:sp>
        <p:nvSpPr>
          <p:cNvPr id="15" name="直接连接符 14"/>
          <p:cNvSpPr>
            <a:spLocks noChangeShapeType="1"/>
          </p:cNvSpPr>
          <p:nvPr/>
        </p:nvSpPr>
        <p:spPr bwMode="auto">
          <a:xfrm>
            <a:off x="1138816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>
              <a:latin typeface="+mn-lt"/>
              <a:ea typeface="+mn-ea"/>
            </a:endParaRPr>
          </a:p>
        </p:txBody>
      </p:sp>
      <p:sp>
        <p:nvSpPr>
          <p:cNvPr id="16" name="直接连接符 15"/>
          <p:cNvSpPr>
            <a:spLocks noChangeShapeType="1"/>
          </p:cNvSpPr>
          <p:nvPr/>
        </p:nvSpPr>
        <p:spPr bwMode="auto">
          <a:xfrm>
            <a:off x="2302187" y="0"/>
            <a:ext cx="0" cy="6858000"/>
          </a:xfrm>
          <a:prstGeom prst="line">
            <a:avLst/>
          </a:prstGeom>
          <a:noFill/>
          <a:ln w="28575" cap="flat" cmpd="sng" algn="ctr">
            <a:solidFill>
              <a:schemeClr val="accent1">
                <a:tint val="60000"/>
                <a:alpha val="82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>
              <a:latin typeface="+mn-lt"/>
              <a:ea typeface="+mn-ea"/>
            </a:endParaRPr>
          </a:p>
        </p:txBody>
      </p:sp>
      <p:sp>
        <p:nvSpPr>
          <p:cNvPr id="17" name="直接连接符 16"/>
          <p:cNvSpPr>
            <a:spLocks noChangeShapeType="1"/>
          </p:cNvSpPr>
          <p:nvPr/>
        </p:nvSpPr>
        <p:spPr bwMode="auto">
          <a:xfrm>
            <a:off x="1422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>
              <a:latin typeface="+mn-lt"/>
              <a:ea typeface="+mn-ea"/>
            </a:endParaRPr>
          </a:p>
        </p:txBody>
      </p:sp>
      <p:sp>
        <p:nvSpPr>
          <p:cNvPr id="18" name="矩形 17"/>
          <p:cNvSpPr/>
          <p:nvPr/>
        </p:nvSpPr>
        <p:spPr bwMode="auto">
          <a:xfrm>
            <a:off x="1625600" y="0"/>
            <a:ext cx="101600" cy="6858000"/>
          </a:xfrm>
          <a:prstGeom prst="rect">
            <a:avLst/>
          </a:prstGeom>
          <a:solidFill>
            <a:schemeClr val="accent1">
              <a:tint val="60000"/>
              <a:alpha val="5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9" name="椭圆 18"/>
          <p:cNvSpPr/>
          <p:nvPr/>
        </p:nvSpPr>
        <p:spPr bwMode="auto">
          <a:xfrm>
            <a:off x="812800" y="3429000"/>
            <a:ext cx="1727200" cy="129540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0" name="椭圆 19"/>
          <p:cNvSpPr/>
          <p:nvPr/>
        </p:nvSpPr>
        <p:spPr bwMode="auto">
          <a:xfrm>
            <a:off x="1766272" y="4866752"/>
            <a:ext cx="855232" cy="641424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1" name="椭圆 20"/>
          <p:cNvSpPr/>
          <p:nvPr/>
        </p:nvSpPr>
        <p:spPr bwMode="auto">
          <a:xfrm>
            <a:off x="1454773" y="5500632"/>
            <a:ext cx="182880" cy="13716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2" name="椭圆 21"/>
          <p:cNvSpPr/>
          <p:nvPr/>
        </p:nvSpPr>
        <p:spPr bwMode="auto">
          <a:xfrm>
            <a:off x="2218944" y="5791200"/>
            <a:ext cx="365760" cy="27432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3" name="椭圆 22"/>
          <p:cNvSpPr/>
          <p:nvPr/>
        </p:nvSpPr>
        <p:spPr bwMode="auto">
          <a:xfrm>
            <a:off x="2505387" y="4479888"/>
            <a:ext cx="487680" cy="365760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6" name="直接连接符 25"/>
          <p:cNvSpPr>
            <a:spLocks noChangeShapeType="1"/>
          </p:cNvSpPr>
          <p:nvPr/>
        </p:nvSpPr>
        <p:spPr bwMode="auto">
          <a:xfrm>
            <a:off x="12130592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>
              <a:latin typeface="+mn-lt"/>
              <a:ea typeface="+mn-ea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 bwMode="auto">
          <a:xfrm>
            <a:off x="1787488" y="4928702"/>
            <a:ext cx="812800" cy="517524"/>
          </a:xfrm>
        </p:spPr>
        <p:txBody>
          <a:bodyPr/>
          <a:lstStyle/>
          <a:p>
            <a:fld id="{0503CE10-F9D3-4072-A615-6A95AA0B7B65}" type="slidenum">
              <a:rPr lang="zh-CN" altLang="en-US" smtClean="0"/>
            </a:fld>
            <a:endParaRPr lang="zh-CN" alt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ADCF37-95A8-4487-A04A-0E8708DEF2D1}" type="datetime1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03CE10-F9D3-4072-A615-6A95AA0B7B65}" type="slidenum">
              <a:rPr lang="zh-CN" altLang="en-US" smtClean="0"/>
            </a:fld>
            <a:endParaRPr lang="zh-CN" altLang="en-US"/>
          </a:p>
        </p:txBody>
      </p:sp>
      <p:sp>
        <p:nvSpPr>
          <p:cNvPr id="9" name="内容占位符 8"/>
          <p:cNvSpPr>
            <a:spLocks noGrp="1"/>
          </p:cNvSpPr>
          <p:nvPr>
            <p:ph sz="quarter" idx="1"/>
          </p:nvPr>
        </p:nvSpPr>
        <p:spPr>
          <a:xfrm>
            <a:off x="609600" y="1600200"/>
            <a:ext cx="4876800" cy="4572000"/>
          </a:xfrm>
        </p:spPr>
        <p:txBody>
          <a:bodyPr/>
          <a:lstStyle/>
          <a:p>
            <a:pPr lvl="0" eaLnBrk="1" latinLnBrk="0" hangingPunct="1"/>
            <a:r>
              <a:rPr lang="zh-CN" altLang="en-US"/>
              <a:t>单击此处编辑母版文本样式</a:t>
            </a:r>
            <a:endParaRPr lang="zh-CN" altLang="en-US"/>
          </a:p>
          <a:p>
            <a:pPr lvl="1" eaLnBrk="1" latinLnBrk="0" hangingPunct="1"/>
            <a:r>
              <a:rPr lang="zh-CN" altLang="en-US"/>
              <a:t>第二级</a:t>
            </a:r>
            <a:endParaRPr lang="zh-CN" altLang="en-US"/>
          </a:p>
          <a:p>
            <a:pPr lvl="2" eaLnBrk="1" latinLnBrk="0" hangingPunct="1"/>
            <a:r>
              <a:rPr lang="zh-CN" altLang="en-US"/>
              <a:t>第三级</a:t>
            </a:r>
            <a:endParaRPr lang="zh-CN" altLang="en-US"/>
          </a:p>
          <a:p>
            <a:pPr lvl="3" eaLnBrk="1" latinLnBrk="0" hangingPunct="1"/>
            <a:r>
              <a:rPr lang="zh-CN" altLang="en-US"/>
              <a:t>第四级</a:t>
            </a:r>
            <a:endParaRPr lang="zh-CN" altLang="en-US"/>
          </a:p>
          <a:p>
            <a:pPr lvl="4" eaLnBrk="1" latinLnBrk="0" hangingPunct="1"/>
            <a:r>
              <a:rPr lang="zh-CN" altLang="en-US"/>
              <a:t>第五级</a:t>
            </a:r>
            <a:endParaRPr kumimoji="0" lang="en-US"/>
          </a:p>
        </p:txBody>
      </p:sp>
      <p:sp>
        <p:nvSpPr>
          <p:cNvPr id="11" name="内容占位符 10"/>
          <p:cNvSpPr>
            <a:spLocks noGrp="1"/>
          </p:cNvSpPr>
          <p:nvPr>
            <p:ph sz="quarter" idx="2"/>
          </p:nvPr>
        </p:nvSpPr>
        <p:spPr>
          <a:xfrm>
            <a:off x="5693664" y="1600200"/>
            <a:ext cx="4876800" cy="4572000"/>
          </a:xfrm>
        </p:spPr>
        <p:txBody>
          <a:bodyPr/>
          <a:lstStyle/>
          <a:p>
            <a:pPr lvl="0" eaLnBrk="1" latinLnBrk="0" hangingPunct="1"/>
            <a:r>
              <a:rPr lang="zh-CN" altLang="en-US"/>
              <a:t>单击此处编辑母版文本样式</a:t>
            </a:r>
            <a:endParaRPr lang="zh-CN" altLang="en-US"/>
          </a:p>
          <a:p>
            <a:pPr lvl="1" eaLnBrk="1" latinLnBrk="0" hangingPunct="1"/>
            <a:r>
              <a:rPr lang="zh-CN" altLang="en-US"/>
              <a:t>第二级</a:t>
            </a:r>
            <a:endParaRPr lang="zh-CN" altLang="en-US"/>
          </a:p>
          <a:p>
            <a:pPr lvl="2" eaLnBrk="1" latinLnBrk="0" hangingPunct="1"/>
            <a:r>
              <a:rPr lang="zh-CN" altLang="en-US"/>
              <a:t>第三级</a:t>
            </a:r>
            <a:endParaRPr lang="zh-CN" altLang="en-US"/>
          </a:p>
          <a:p>
            <a:pPr lvl="3" eaLnBrk="1" latinLnBrk="0" hangingPunct="1"/>
            <a:r>
              <a:rPr lang="zh-CN" altLang="en-US"/>
              <a:t>第四级</a:t>
            </a:r>
            <a:endParaRPr lang="zh-CN" altLang="en-US"/>
          </a:p>
          <a:p>
            <a:pPr lvl="4" eaLnBrk="1" latinLnBrk="0" hangingPunct="1"/>
            <a:r>
              <a:rPr lang="zh-CN" altLang="en-US"/>
              <a:t>第五级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10058400" cy="1143000"/>
          </a:xfrm>
        </p:spPr>
        <p:txBody>
          <a:bodyPr anchor="b"/>
          <a:lstStyle>
            <a:lvl1pPr>
              <a:defRPr/>
            </a:lvl1pPr>
          </a:lstStyle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B8A8D6-DE92-4700-AEC4-F76587B574CA}" type="datetime1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03CE10-F9D3-4072-A615-6A95AA0B7B65}" type="slidenum">
              <a:rPr lang="zh-CN" altLang="en-US" smtClean="0"/>
            </a:fld>
            <a:endParaRPr lang="zh-CN" altLang="en-US"/>
          </a:p>
        </p:txBody>
      </p:sp>
      <p:sp>
        <p:nvSpPr>
          <p:cNvPr id="11" name="内容占位符 10"/>
          <p:cNvSpPr>
            <a:spLocks noGrp="1"/>
          </p:cNvSpPr>
          <p:nvPr>
            <p:ph sz="quarter" idx="2"/>
          </p:nvPr>
        </p:nvSpPr>
        <p:spPr>
          <a:xfrm>
            <a:off x="609600" y="2362200"/>
            <a:ext cx="4876800" cy="3886200"/>
          </a:xfrm>
        </p:spPr>
        <p:txBody>
          <a:bodyPr/>
          <a:lstStyle/>
          <a:p>
            <a:pPr lvl="0" eaLnBrk="1" latinLnBrk="0" hangingPunct="1"/>
            <a:r>
              <a:rPr lang="zh-CN" altLang="en-US"/>
              <a:t>单击此处编辑母版文本样式</a:t>
            </a:r>
            <a:endParaRPr lang="zh-CN" altLang="en-US"/>
          </a:p>
          <a:p>
            <a:pPr lvl="1" eaLnBrk="1" latinLnBrk="0" hangingPunct="1"/>
            <a:r>
              <a:rPr lang="zh-CN" altLang="en-US"/>
              <a:t>第二级</a:t>
            </a:r>
            <a:endParaRPr lang="zh-CN" altLang="en-US"/>
          </a:p>
          <a:p>
            <a:pPr lvl="2" eaLnBrk="1" latinLnBrk="0" hangingPunct="1"/>
            <a:r>
              <a:rPr lang="zh-CN" altLang="en-US"/>
              <a:t>第三级</a:t>
            </a:r>
            <a:endParaRPr lang="zh-CN" altLang="en-US"/>
          </a:p>
          <a:p>
            <a:pPr lvl="3" eaLnBrk="1" latinLnBrk="0" hangingPunct="1"/>
            <a:r>
              <a:rPr lang="zh-CN" altLang="en-US"/>
              <a:t>第四级</a:t>
            </a:r>
            <a:endParaRPr lang="zh-CN" altLang="en-US"/>
          </a:p>
          <a:p>
            <a:pPr lvl="4" eaLnBrk="1" latinLnBrk="0" hangingPunct="1"/>
            <a:r>
              <a:rPr lang="zh-CN" altLang="en-US"/>
              <a:t>第五级</a:t>
            </a:r>
            <a:endParaRPr kumimoji="0" lang="en-US"/>
          </a:p>
        </p:txBody>
      </p:sp>
      <p:sp>
        <p:nvSpPr>
          <p:cNvPr id="13" name="内容占位符 12"/>
          <p:cNvSpPr>
            <a:spLocks noGrp="1"/>
          </p:cNvSpPr>
          <p:nvPr>
            <p:ph sz="quarter" idx="4"/>
          </p:nvPr>
        </p:nvSpPr>
        <p:spPr>
          <a:xfrm>
            <a:off x="5829300" y="2362200"/>
            <a:ext cx="4876800" cy="3886200"/>
          </a:xfrm>
        </p:spPr>
        <p:txBody>
          <a:bodyPr/>
          <a:lstStyle/>
          <a:p>
            <a:pPr lvl="0" eaLnBrk="1" latinLnBrk="0" hangingPunct="1"/>
            <a:r>
              <a:rPr lang="zh-CN" altLang="en-US"/>
              <a:t>单击此处编辑母版文本样式</a:t>
            </a:r>
            <a:endParaRPr lang="zh-CN" altLang="en-US"/>
          </a:p>
          <a:p>
            <a:pPr lvl="1" eaLnBrk="1" latinLnBrk="0" hangingPunct="1"/>
            <a:r>
              <a:rPr lang="zh-CN" altLang="en-US"/>
              <a:t>第二级</a:t>
            </a:r>
            <a:endParaRPr lang="zh-CN" altLang="en-US"/>
          </a:p>
          <a:p>
            <a:pPr lvl="2" eaLnBrk="1" latinLnBrk="0" hangingPunct="1"/>
            <a:r>
              <a:rPr lang="zh-CN" altLang="en-US"/>
              <a:t>第三级</a:t>
            </a:r>
            <a:endParaRPr lang="zh-CN" altLang="en-US"/>
          </a:p>
          <a:p>
            <a:pPr lvl="3" eaLnBrk="1" latinLnBrk="0" hangingPunct="1"/>
            <a:r>
              <a:rPr lang="zh-CN" altLang="en-US"/>
              <a:t>第四级</a:t>
            </a:r>
            <a:endParaRPr lang="zh-CN" altLang="en-US"/>
          </a:p>
          <a:p>
            <a:pPr lvl="4" eaLnBrk="1" latinLnBrk="0" hangingPunct="1"/>
            <a:r>
              <a:rPr lang="zh-CN" altLang="en-US"/>
              <a:t>第五级</a:t>
            </a:r>
            <a:endParaRPr kumimoji="0" lang="en-US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"/>
          </p:nvPr>
        </p:nvSpPr>
        <p:spPr>
          <a:xfrm>
            <a:off x="609600" y="1569720"/>
            <a:ext cx="4876800" cy="658368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</p:spPr>
        <p:txBody>
          <a:bodyPr rtlCol="0" anchor="ctr">
            <a:noAutofit/>
          </a:bodyPr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zh-CN" altLang="en-US"/>
              <a:t>单击此处编辑母版文本样式</a:t>
            </a:r>
            <a:endParaRPr kumimoji="0" lang="zh-CN" altLang="en-US"/>
          </a:p>
        </p:txBody>
      </p:sp>
      <p:sp>
        <p:nvSpPr>
          <p:cNvPr id="14" name="文本占位符 13"/>
          <p:cNvSpPr>
            <a:spLocks noGrp="1"/>
          </p:cNvSpPr>
          <p:nvPr>
            <p:ph type="body" sz="quarter" idx="3"/>
          </p:nvPr>
        </p:nvSpPr>
        <p:spPr>
          <a:xfrm>
            <a:off x="5791200" y="1569720"/>
            <a:ext cx="4876800" cy="658368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</p:spPr>
        <p:txBody>
          <a:bodyPr rtlCol="0" anchor="ctr">
            <a:noAutofit/>
          </a:bodyPr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zh-CN" altLang="en-US"/>
              <a:t>单击此处编辑母版文本样式</a:t>
            </a:r>
            <a:endParaRPr kumimoji="0"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fld id="{EE5772AF-D736-466B-83B6-796858980C36}" type="datetime1">
              <a:rPr lang="zh-CN" altLang="en-US" smtClean="0"/>
            </a:fld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fld id="{0503CE10-F9D3-4072-A615-6A95AA0B7B65}" type="slidenum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201486-5497-4331-98D7-82ADB148CFC4}" type="datetime1">
              <a:rPr lang="zh-CN" altLang="en-US" smtClean="0"/>
            </a:fld>
            <a:endParaRPr lang="zh-CN" altLang="en-US" dirty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03CE10-F9D3-4072-A615-6A95AA0B7B65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 showMasterSp="0">
  <p:cSld name="内容与标题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直接连接符 9"/>
          <p:cNvSpPr>
            <a:spLocks noChangeShapeType="1"/>
          </p:cNvSpPr>
          <p:nvPr/>
        </p:nvSpPr>
        <p:spPr bwMode="auto">
          <a:xfrm>
            <a:off x="11684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  <a:alpha val="9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>
              <a:latin typeface="+mn-lt"/>
              <a:ea typeface="+mn-ea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 rot="5400000">
            <a:off x="4495800" y="3200400"/>
            <a:ext cx="8412480" cy="457200"/>
          </a:xfrm>
        </p:spPr>
        <p:txBody>
          <a:bodyPr anchor="b"/>
          <a:lstStyle>
            <a:lvl1pPr algn="l">
              <a:buNone/>
              <a:defRPr sz="2000" b="1" cap="small" baseline="0"/>
            </a:lvl1pPr>
          </a:lstStyle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2"/>
          </p:nvPr>
        </p:nvSpPr>
        <p:spPr>
          <a:xfrm>
            <a:off x="9083040" y="274320"/>
            <a:ext cx="2036064" cy="4983480"/>
          </a:xfrm>
        </p:spPr>
        <p:txBody>
          <a:bodyPr/>
          <a:lstStyle>
            <a:lvl1pPr marL="0" indent="0">
              <a:spcBef>
                <a:spcPts val="400"/>
              </a:spcBef>
              <a:spcAft>
                <a:spcPts val="1000"/>
              </a:spcAft>
              <a:buNone/>
              <a:defRPr sz="12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zh-CN" altLang="en-US"/>
              <a:t>单击此处编辑母版文本样式</a:t>
            </a:r>
            <a:endParaRPr kumimoji="0" lang="zh-CN" altLang="en-US"/>
          </a:p>
        </p:txBody>
      </p:sp>
      <p:sp>
        <p:nvSpPr>
          <p:cNvPr id="8" name="直接连接符 7"/>
          <p:cNvSpPr>
            <a:spLocks noChangeShapeType="1"/>
          </p:cNvSpPr>
          <p:nvPr/>
        </p:nvSpPr>
        <p:spPr bwMode="auto">
          <a:xfrm>
            <a:off x="83312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>
              <a:latin typeface="+mn-lt"/>
              <a:ea typeface="+mn-ea"/>
            </a:endParaRPr>
          </a:p>
        </p:txBody>
      </p:sp>
      <p:sp>
        <p:nvSpPr>
          <p:cNvPr id="9" name="直接连接符 8"/>
          <p:cNvSpPr>
            <a:spLocks noChangeShapeType="1"/>
          </p:cNvSpPr>
          <p:nvPr/>
        </p:nvSpPr>
        <p:spPr bwMode="auto">
          <a:xfrm>
            <a:off x="8256395" y="0"/>
            <a:ext cx="0" cy="6858000"/>
          </a:xfrm>
          <a:prstGeom prst="line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>
              <a:latin typeface="+mn-lt"/>
              <a:ea typeface="+mn-ea"/>
            </a:endParaRPr>
          </a:p>
        </p:txBody>
      </p:sp>
      <p:sp>
        <p:nvSpPr>
          <p:cNvPr id="11" name="直接连接符 10"/>
          <p:cNvSpPr>
            <a:spLocks noChangeShapeType="1"/>
          </p:cNvSpPr>
          <p:nvPr/>
        </p:nvSpPr>
        <p:spPr bwMode="auto">
          <a:xfrm>
            <a:off x="11988800" y="0"/>
            <a:ext cx="0" cy="6858000"/>
          </a:xfrm>
          <a:prstGeom prst="line">
            <a:avLst/>
          </a:prstGeom>
          <a:noFill/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>
              <a:latin typeface="+mn-lt"/>
              <a:ea typeface="+mn-ea"/>
            </a:endParaRPr>
          </a:p>
        </p:txBody>
      </p:sp>
      <p:sp>
        <p:nvSpPr>
          <p:cNvPr id="12" name="矩形 11"/>
          <p:cNvSpPr/>
          <p:nvPr/>
        </p:nvSpPr>
        <p:spPr bwMode="auto">
          <a:xfrm>
            <a:off x="11785600" y="0"/>
            <a:ext cx="406400" cy="6858000"/>
          </a:xfrm>
          <a:prstGeom prst="rect">
            <a:avLst/>
          </a:prstGeom>
          <a:solidFill>
            <a:schemeClr val="accent1">
              <a:tint val="60000"/>
              <a:alpha val="87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直接连接符 12"/>
          <p:cNvSpPr>
            <a:spLocks noChangeShapeType="1"/>
          </p:cNvSpPr>
          <p:nvPr/>
        </p:nvSpPr>
        <p:spPr bwMode="auto">
          <a:xfrm>
            <a:off x="118872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>
              <a:latin typeface="+mn-lt"/>
              <a:ea typeface="+mn-ea"/>
            </a:endParaRPr>
          </a:p>
        </p:txBody>
      </p:sp>
      <p:sp>
        <p:nvSpPr>
          <p:cNvPr id="14" name="椭圆 13"/>
          <p:cNvSpPr/>
          <p:nvPr/>
        </p:nvSpPr>
        <p:spPr>
          <a:xfrm>
            <a:off x="10875264" y="5715000"/>
            <a:ext cx="731520" cy="54864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8" name="内容占位符 17"/>
          <p:cNvSpPr>
            <a:spLocks noGrp="1"/>
          </p:cNvSpPr>
          <p:nvPr>
            <p:ph sz="quarter" idx="1"/>
          </p:nvPr>
        </p:nvSpPr>
        <p:spPr>
          <a:xfrm>
            <a:off x="406400" y="274320"/>
            <a:ext cx="7518400" cy="6327648"/>
          </a:xfrm>
        </p:spPr>
        <p:txBody>
          <a:bodyPr/>
          <a:lstStyle/>
          <a:p>
            <a:pPr lvl="0" eaLnBrk="1" latinLnBrk="0" hangingPunct="1"/>
            <a:r>
              <a:rPr lang="zh-CN" altLang="en-US"/>
              <a:t>单击此处编辑母版文本样式</a:t>
            </a:r>
            <a:endParaRPr lang="zh-CN" altLang="en-US"/>
          </a:p>
          <a:p>
            <a:pPr lvl="1" eaLnBrk="1" latinLnBrk="0" hangingPunct="1"/>
            <a:r>
              <a:rPr lang="zh-CN" altLang="en-US"/>
              <a:t>第二级</a:t>
            </a:r>
            <a:endParaRPr lang="zh-CN" altLang="en-US"/>
          </a:p>
          <a:p>
            <a:pPr lvl="2" eaLnBrk="1" latinLnBrk="0" hangingPunct="1"/>
            <a:r>
              <a:rPr lang="zh-CN" altLang="en-US"/>
              <a:t>第三级</a:t>
            </a:r>
            <a:endParaRPr lang="zh-CN" altLang="en-US"/>
          </a:p>
          <a:p>
            <a:pPr lvl="3" eaLnBrk="1" latinLnBrk="0" hangingPunct="1"/>
            <a:r>
              <a:rPr lang="zh-CN" altLang="en-US"/>
              <a:t>第四级</a:t>
            </a:r>
            <a:endParaRPr lang="zh-CN" altLang="en-US"/>
          </a:p>
          <a:p>
            <a:pPr lvl="4" eaLnBrk="1" latinLnBrk="0" hangingPunct="1"/>
            <a:r>
              <a:rPr lang="zh-CN" altLang="en-US"/>
              <a:t>第五级</a:t>
            </a:r>
            <a:endParaRPr kumimoji="0" lang="en-US"/>
          </a:p>
        </p:txBody>
      </p:sp>
      <p:sp>
        <p:nvSpPr>
          <p:cNvPr id="21" name="日期占位符 20"/>
          <p:cNvSpPr>
            <a:spLocks noGrp="1"/>
          </p:cNvSpPr>
          <p:nvPr>
            <p:ph type="dt" sz="half" idx="14"/>
          </p:nvPr>
        </p:nvSpPr>
        <p:spPr/>
        <p:txBody>
          <a:bodyPr rtlCol="0"/>
          <a:lstStyle/>
          <a:p>
            <a:fld id="{C3C2881E-3D2B-4151-ADBD-1A4FE6251212}" type="datetime1">
              <a:rPr lang="zh-CN" altLang="en-US" smtClean="0"/>
            </a:fld>
            <a:endParaRPr lang="zh-CN" altLang="en-US"/>
          </a:p>
        </p:txBody>
      </p:sp>
      <p:sp>
        <p:nvSpPr>
          <p:cNvPr id="22" name="灯片编号占位符 21"/>
          <p:cNvSpPr>
            <a:spLocks noGrp="1"/>
          </p:cNvSpPr>
          <p:nvPr>
            <p:ph type="sldNum" sz="quarter" idx="15"/>
          </p:nvPr>
        </p:nvSpPr>
        <p:spPr/>
        <p:txBody>
          <a:bodyPr rtlCol="0"/>
          <a:lstStyle/>
          <a:p>
            <a:fld id="{0503CE10-F9D3-4072-A615-6A95AA0B7B65}" type="slidenum">
              <a:rPr lang="zh-CN" altLang="en-US" smtClean="0"/>
            </a:fld>
            <a:endParaRPr lang="zh-CN" altLang="en-US"/>
          </a:p>
        </p:txBody>
      </p:sp>
      <p:sp>
        <p:nvSpPr>
          <p:cNvPr id="23" name="页脚占位符 22"/>
          <p:cNvSpPr>
            <a:spLocks noGrp="1"/>
          </p:cNvSpPr>
          <p:nvPr>
            <p:ph type="ftr" sz="quarter" idx="16"/>
          </p:nvPr>
        </p:nvSpPr>
        <p:spPr/>
        <p:txBody>
          <a:bodyPr rtlCol="0"/>
          <a:lstStyle/>
          <a:p>
            <a:endParaRPr lang="zh-CN" alt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 showMasterSp="0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直接连接符 8"/>
          <p:cNvSpPr>
            <a:spLocks noChangeShapeType="1"/>
          </p:cNvSpPr>
          <p:nvPr/>
        </p:nvSpPr>
        <p:spPr bwMode="auto">
          <a:xfrm>
            <a:off x="11684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>
              <a:latin typeface="+mn-lt"/>
              <a:ea typeface="+mn-ea"/>
            </a:endParaRPr>
          </a:p>
        </p:txBody>
      </p:sp>
      <p:sp>
        <p:nvSpPr>
          <p:cNvPr id="13" name="椭圆 12"/>
          <p:cNvSpPr/>
          <p:nvPr/>
        </p:nvSpPr>
        <p:spPr>
          <a:xfrm>
            <a:off x="10875264" y="5715000"/>
            <a:ext cx="731520" cy="54864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 rot="5400000">
            <a:off x="4466844" y="3200400"/>
            <a:ext cx="8412480" cy="457200"/>
          </a:xfrm>
        </p:spPr>
        <p:txBody>
          <a:bodyPr anchor="b"/>
          <a:lstStyle>
            <a:lvl1pPr algn="l">
              <a:buNone/>
              <a:defRPr sz="2000" b="1"/>
            </a:lvl1pPr>
          </a:lstStyle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0" y="0"/>
            <a:ext cx="8229600" cy="6858000"/>
          </a:xfrm>
          <a:solidFill>
            <a:schemeClr val="bg2"/>
          </a:solidFill>
          <a:ln w="1270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/>
          <a:lstStyle>
            <a:lvl1pPr marL="0" indent="0">
              <a:buNone/>
              <a:defRPr sz="3200"/>
            </a:lvl1pPr>
          </a:lstStyle>
          <a:p>
            <a:pPr algn="ctr" eaLnBrk="1" latinLnBrk="0" hangingPunct="1">
              <a:buFontTx/>
              <a:buNone/>
            </a:pPr>
            <a:r>
              <a:rPr kumimoji="0" lang="zh-CN" altLang="en-US"/>
              <a:t>单击图标添加图片</a:t>
            </a:r>
            <a:endParaRPr kumimoji="0" 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9021064" y="264795"/>
            <a:ext cx="2032000" cy="4956048"/>
          </a:xfrm>
        </p:spPr>
        <p:txBody>
          <a:bodyPr rot="0" spcFirstLastPara="0" vertOverflow="overflow" horzOverflow="overflow" vert="horz" wrap="square" lIns="91440" tIns="45720" rIns="91440" bIns="45720" numCol="1" spcCol="274320" rtlCol="0" fromWordArt="0" anchor="t" anchorCtr="0" forceAA="0" compatLnSpc="1">
            <a:normAutofit/>
          </a:bodyPr>
          <a:lstStyle>
            <a:lvl1pPr marL="0" indent="0">
              <a:spcBef>
                <a:spcPts val="100"/>
              </a:spcBef>
              <a:spcAft>
                <a:spcPts val="400"/>
              </a:spcAft>
              <a:buFontTx/>
              <a:buNone/>
              <a:defRPr sz="12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zh-CN" altLang="en-US"/>
              <a:t>单击此处编辑母版文本样式</a:t>
            </a:r>
            <a:endParaRPr kumimoji="0" lang="zh-CN" altLang="en-US"/>
          </a:p>
        </p:txBody>
      </p:sp>
      <p:sp>
        <p:nvSpPr>
          <p:cNvPr id="10" name="直接连接符 9"/>
          <p:cNvSpPr>
            <a:spLocks noChangeShapeType="1"/>
          </p:cNvSpPr>
          <p:nvPr/>
        </p:nvSpPr>
        <p:spPr bwMode="auto">
          <a:xfrm>
            <a:off x="119888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>
              <a:latin typeface="+mn-lt"/>
              <a:ea typeface="+mn-ea"/>
            </a:endParaRPr>
          </a:p>
        </p:txBody>
      </p:sp>
      <p:sp>
        <p:nvSpPr>
          <p:cNvPr id="11" name="矩形 10"/>
          <p:cNvSpPr/>
          <p:nvPr/>
        </p:nvSpPr>
        <p:spPr bwMode="auto">
          <a:xfrm>
            <a:off x="11785600" y="0"/>
            <a:ext cx="406400" cy="6858000"/>
          </a:xfrm>
          <a:prstGeom prst="rect">
            <a:avLst/>
          </a:prstGeom>
          <a:solidFill>
            <a:schemeClr val="accent1">
              <a:tint val="6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直接连接符 11"/>
          <p:cNvSpPr>
            <a:spLocks noChangeShapeType="1"/>
          </p:cNvSpPr>
          <p:nvPr/>
        </p:nvSpPr>
        <p:spPr bwMode="auto">
          <a:xfrm>
            <a:off x="118872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>
              <a:latin typeface="+mn-lt"/>
              <a:ea typeface="+mn-ea"/>
            </a:endParaRPr>
          </a:p>
        </p:txBody>
      </p:sp>
      <p:sp>
        <p:nvSpPr>
          <p:cNvPr id="19" name="直接连接符 18"/>
          <p:cNvSpPr>
            <a:spLocks noChangeShapeType="1"/>
          </p:cNvSpPr>
          <p:nvPr/>
        </p:nvSpPr>
        <p:spPr bwMode="auto">
          <a:xfrm>
            <a:off x="83312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>
              <a:latin typeface="+mn-lt"/>
              <a:ea typeface="+mn-ea"/>
            </a:endParaRPr>
          </a:p>
        </p:txBody>
      </p:sp>
      <p:sp>
        <p:nvSpPr>
          <p:cNvPr id="20" name="直接连接符 19"/>
          <p:cNvSpPr>
            <a:spLocks noChangeShapeType="1"/>
          </p:cNvSpPr>
          <p:nvPr/>
        </p:nvSpPr>
        <p:spPr bwMode="auto">
          <a:xfrm>
            <a:off x="8256395" y="0"/>
            <a:ext cx="0" cy="6858000"/>
          </a:xfrm>
          <a:prstGeom prst="line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>
              <a:latin typeface="+mn-lt"/>
              <a:ea typeface="+mn-ea"/>
            </a:endParaRPr>
          </a:p>
        </p:txBody>
      </p:sp>
      <p:sp>
        <p:nvSpPr>
          <p:cNvPr id="17" name="日期占位符 1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fld id="{4BB95D9B-88AD-4636-9BE4-EC5AF2F17845}" type="datetime1">
              <a:rPr lang="zh-CN" altLang="en-US" smtClean="0"/>
            </a:fld>
            <a:endParaRPr lang="zh-CN" altLang="en-US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fld id="{0503CE10-F9D3-4072-A615-6A95AA0B7B65}" type="slidenum">
              <a:rPr lang="zh-CN" altLang="en-US" smtClean="0"/>
            </a:fld>
            <a:endParaRPr lang="zh-CN" altLang="en-US"/>
          </a:p>
        </p:txBody>
      </p:sp>
      <p:sp>
        <p:nvSpPr>
          <p:cNvPr id="21" name="页脚占位符 20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zh-CN" altLang="en-US"/>
              <a:t>单击此处编辑母版文本样式</a:t>
            </a:r>
            <a:endParaRPr lang="zh-CN" altLang="en-US"/>
          </a:p>
          <a:p>
            <a:pPr lvl="1" eaLnBrk="1" latinLnBrk="0" hangingPunct="1"/>
            <a:r>
              <a:rPr lang="zh-CN" altLang="en-US"/>
              <a:t>第二级</a:t>
            </a:r>
            <a:endParaRPr lang="zh-CN" altLang="en-US"/>
          </a:p>
          <a:p>
            <a:pPr lvl="2" eaLnBrk="1" latinLnBrk="0" hangingPunct="1"/>
            <a:r>
              <a:rPr lang="zh-CN" altLang="en-US"/>
              <a:t>第三级</a:t>
            </a:r>
            <a:endParaRPr lang="zh-CN" altLang="en-US"/>
          </a:p>
          <a:p>
            <a:pPr lvl="3" eaLnBrk="1" latinLnBrk="0" hangingPunct="1"/>
            <a:r>
              <a:rPr lang="zh-CN" altLang="en-US"/>
              <a:t>第四级</a:t>
            </a:r>
            <a:endParaRPr lang="zh-CN" altLang="en-US"/>
          </a:p>
          <a:p>
            <a:pPr lvl="4" eaLnBrk="1" latinLnBrk="0" hangingPunct="1"/>
            <a:r>
              <a:rPr lang="zh-CN" altLang="en-US"/>
              <a:t>第五级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276F73-21C5-45D9-8220-EB627377FB1B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03CE10-F9D3-4072-A615-6A95AA0B7B6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235200" cy="5851525"/>
          </a:xfrm>
        </p:spPr>
        <p:txBody>
          <a:bodyPr vert="eaVert"/>
          <a:lstStyle/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274638"/>
            <a:ext cx="8026400" cy="5851525"/>
          </a:xfrm>
        </p:spPr>
        <p:txBody>
          <a:bodyPr vert="eaVert"/>
          <a:lstStyle/>
          <a:p>
            <a:pPr lvl="0" eaLnBrk="1" latinLnBrk="0" hangingPunct="1"/>
            <a:r>
              <a:rPr lang="zh-CN" altLang="en-US"/>
              <a:t>单击此处编辑母版文本样式</a:t>
            </a:r>
            <a:endParaRPr lang="zh-CN" altLang="en-US"/>
          </a:p>
          <a:p>
            <a:pPr lvl="1" eaLnBrk="1" latinLnBrk="0" hangingPunct="1"/>
            <a:r>
              <a:rPr lang="zh-CN" altLang="en-US"/>
              <a:t>第二级</a:t>
            </a:r>
            <a:endParaRPr lang="zh-CN" altLang="en-US"/>
          </a:p>
          <a:p>
            <a:pPr lvl="2" eaLnBrk="1" latinLnBrk="0" hangingPunct="1"/>
            <a:r>
              <a:rPr lang="zh-CN" altLang="en-US"/>
              <a:t>第三级</a:t>
            </a:r>
            <a:endParaRPr lang="zh-CN" altLang="en-US"/>
          </a:p>
          <a:p>
            <a:pPr lvl="3" eaLnBrk="1" latinLnBrk="0" hangingPunct="1"/>
            <a:r>
              <a:rPr lang="zh-CN" altLang="en-US"/>
              <a:t>第四级</a:t>
            </a:r>
            <a:endParaRPr lang="zh-CN" altLang="en-US"/>
          </a:p>
          <a:p>
            <a:pPr lvl="4" eaLnBrk="1" latinLnBrk="0" hangingPunct="1"/>
            <a:r>
              <a:rPr lang="zh-CN" altLang="en-US"/>
              <a:t>第五级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201486-5497-4331-98D7-82ADB148CFC4}" type="datetime1">
              <a:rPr lang="zh-CN" altLang="en-US" smtClean="0"/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03CE10-F9D3-4072-A615-6A95AA0B7B65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标题幻灯片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任意多边形 14"/>
          <p:cNvSpPr/>
          <p:nvPr>
            <p:custDataLst>
              <p:tags r:id="rId2"/>
            </p:custDataLst>
          </p:nvPr>
        </p:nvSpPr>
        <p:spPr>
          <a:xfrm>
            <a:off x="-14605" y="0"/>
            <a:ext cx="6006465" cy="6858000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9459" h="10862">
                <a:moveTo>
                  <a:pt x="0" y="0"/>
                </a:moveTo>
                <a:lnTo>
                  <a:pt x="7595" y="0"/>
                </a:lnTo>
                <a:lnTo>
                  <a:pt x="7612" y="22"/>
                </a:lnTo>
                <a:cubicBezTo>
                  <a:pt x="8770" y="1514"/>
                  <a:pt x="9459" y="3388"/>
                  <a:pt x="9459" y="5423"/>
                </a:cubicBezTo>
                <a:cubicBezTo>
                  <a:pt x="9459" y="7458"/>
                  <a:pt x="8770" y="9332"/>
                  <a:pt x="7612" y="10824"/>
                </a:cubicBezTo>
                <a:lnTo>
                  <a:pt x="7582" y="10862"/>
                </a:lnTo>
                <a:lnTo>
                  <a:pt x="0" y="10862"/>
                </a:lnTo>
                <a:lnTo>
                  <a:pt x="0" y="0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  <a:effectLst>
            <a:outerShdw blurRad="495300" dist="38100" dir="2700000" algn="tl" rotWithShape="0">
              <a:schemeClr val="accent1">
                <a:alpha val="1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 defTabSz="914400" fontAlgn="auto">
              <a:spcBef>
                <a:spcPct val="0"/>
              </a:spcBef>
            </a:pPr>
            <a:endParaRPr lang="zh-CN" altLang="en-US" sz="1800" b="0">
              <a:cs typeface="MiSans Normal" panose="00000500000000000000" charset="-122"/>
            </a:endParaRPr>
          </a:p>
        </p:txBody>
      </p:sp>
      <p:sp>
        <p:nvSpPr>
          <p:cNvPr id="12" name="任意多边形 11"/>
          <p:cNvSpPr/>
          <p:nvPr>
            <p:custDataLst>
              <p:tags r:id="rId3"/>
            </p:custDataLst>
          </p:nvPr>
        </p:nvSpPr>
        <p:spPr>
          <a:xfrm rot="16200000">
            <a:off x="-1383662" y="1369058"/>
            <a:ext cx="6857999" cy="4119881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">
                <a:pos x="hc" y="t"/>
              </a:cxn>
              <a:cxn ang="3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">
                <a:pos x="ir" y="it"/>
              </a:cxn>
            </a:cxnLst>
            <a:rect l="l" t="t" r="r" b="b"/>
            <a:pathLst>
              <a:path w="10858" h="6488">
                <a:moveTo>
                  <a:pt x="0" y="0"/>
                </a:moveTo>
                <a:lnTo>
                  <a:pt x="10858" y="0"/>
                </a:lnTo>
                <a:lnTo>
                  <a:pt x="10858" y="2789"/>
                </a:lnTo>
                <a:lnTo>
                  <a:pt x="10834" y="2850"/>
                </a:lnTo>
                <a:cubicBezTo>
                  <a:pt x="9962" y="4984"/>
                  <a:pt x="7865" y="6488"/>
                  <a:pt x="5417" y="6488"/>
                </a:cubicBezTo>
                <a:cubicBezTo>
                  <a:pt x="2982" y="6488"/>
                  <a:pt x="895" y="5001"/>
                  <a:pt x="15" y="2885"/>
                </a:cubicBezTo>
                <a:lnTo>
                  <a:pt x="0" y="2849"/>
                </a:lnTo>
                <a:lnTo>
                  <a:pt x="0" y="0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  <a:effectLst>
            <a:outerShdw blurRad="495300" dist="152400" dir="2700000" algn="tl" rotWithShape="0">
              <a:schemeClr val="accent1">
                <a:alpha val="1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 defTabSz="914400" fontAlgn="auto">
              <a:spcBef>
                <a:spcPct val="0"/>
              </a:spcBef>
            </a:pPr>
            <a:endParaRPr lang="zh-CN" altLang="en-US" sz="1800" b="0" dirty="0">
              <a:solidFill>
                <a:schemeClr val="lt1"/>
              </a:solidFill>
              <a:cs typeface="MiSans Normal" panose="00000500000000000000" charset="-122"/>
            </a:endParaRPr>
          </a:p>
        </p:txBody>
      </p:sp>
      <p:sp>
        <p:nvSpPr>
          <p:cNvPr id="11" name="任意多边形 10"/>
          <p:cNvSpPr/>
          <p:nvPr>
            <p:custDataLst>
              <p:tags r:id="rId4"/>
            </p:custDataLst>
          </p:nvPr>
        </p:nvSpPr>
        <p:spPr>
          <a:xfrm rot="16200000">
            <a:off x="-1331245" y="2313346"/>
            <a:ext cx="4864351" cy="2231073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">
                <a:pos x="hc" y="t"/>
              </a:cxn>
              <a:cxn ang="3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">
                <a:pos x="ir" y="it"/>
              </a:cxn>
            </a:cxnLst>
            <a:rect l="l" t="t" r="r" b="b"/>
            <a:pathLst>
              <a:path w="7660" h="3514">
                <a:moveTo>
                  <a:pt x="0" y="0"/>
                </a:moveTo>
                <a:lnTo>
                  <a:pt x="7660" y="0"/>
                </a:lnTo>
                <a:lnTo>
                  <a:pt x="7659" y="14"/>
                </a:lnTo>
                <a:cubicBezTo>
                  <a:pt x="7485" y="1975"/>
                  <a:pt x="5837" y="3514"/>
                  <a:pt x="3830" y="3514"/>
                </a:cubicBezTo>
                <a:cubicBezTo>
                  <a:pt x="1822" y="3514"/>
                  <a:pt x="173" y="1974"/>
                  <a:pt x="1" y="10"/>
                </a:cubicBezTo>
                <a:lnTo>
                  <a:pt x="0" y="0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  <a:effectLst>
            <a:outerShdw blurRad="495300" dist="38100" dir="2700000" algn="tl" rotWithShape="0">
              <a:schemeClr val="accent1">
                <a:alpha val="2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 defTabSz="914400" fontAlgn="auto">
              <a:spcBef>
                <a:spcPct val="0"/>
              </a:spcBef>
            </a:pPr>
            <a:endParaRPr lang="zh-CN" altLang="en-US" sz="1800" b="0">
              <a:solidFill>
                <a:schemeClr val="lt1"/>
              </a:solidFill>
              <a:cs typeface="MiSans Normal" panose="00000500000000000000" charset="-122"/>
            </a:endParaRPr>
          </a:p>
        </p:txBody>
      </p:sp>
      <p:sp>
        <p:nvSpPr>
          <p:cNvPr id="25" name="圆角矩形 24"/>
          <p:cNvSpPr/>
          <p:nvPr>
            <p:custDataLst>
              <p:tags r:id="rId5"/>
            </p:custDataLst>
          </p:nvPr>
        </p:nvSpPr>
        <p:spPr>
          <a:xfrm rot="10800000">
            <a:off x="5155565" y="3855720"/>
            <a:ext cx="5383530" cy="111125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25000" lnSpcReduction="20000"/>
          </a:bodyPr>
          <a:lstStyle/>
          <a:p>
            <a:pPr algn="ctr" defTabSz="914400" fontAlgn="auto">
              <a:spcBef>
                <a:spcPct val="0"/>
              </a:spcBef>
            </a:pPr>
            <a:endParaRPr lang="zh-CN" altLang="en-US" sz="1800" b="0">
              <a:cs typeface="MiSans Normal" panose="00000500000000000000" charset="-122"/>
            </a:endParaRPr>
          </a:p>
        </p:txBody>
      </p:sp>
      <p:cxnSp>
        <p:nvCxnSpPr>
          <p:cNvPr id="10" name="直接连接符 9"/>
          <p:cNvCxnSpPr/>
          <p:nvPr>
            <p:custDataLst>
              <p:tags r:id="rId6"/>
            </p:custDataLst>
          </p:nvPr>
        </p:nvCxnSpPr>
        <p:spPr>
          <a:xfrm>
            <a:off x="11197590" y="3002915"/>
            <a:ext cx="215900" cy="0"/>
          </a:xfrm>
          <a:prstGeom prst="line">
            <a:avLst/>
          </a:prstGeom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直接连接符 35"/>
          <p:cNvCxnSpPr/>
          <p:nvPr>
            <p:custDataLst>
              <p:tags r:id="rId7"/>
            </p:custDataLst>
          </p:nvPr>
        </p:nvCxnSpPr>
        <p:spPr>
          <a:xfrm>
            <a:off x="11305540" y="1934210"/>
            <a:ext cx="0" cy="594995"/>
          </a:xfrm>
          <a:prstGeom prst="line">
            <a:avLst/>
          </a:prstGeom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>
            <p:custDataLst>
              <p:tags r:id="rId8"/>
            </p:custDataLst>
          </p:nvPr>
        </p:nvCxnSpPr>
        <p:spPr>
          <a:xfrm>
            <a:off x="11305540" y="3476625"/>
            <a:ext cx="0" cy="636905"/>
          </a:xfrm>
          <a:prstGeom prst="line">
            <a:avLst/>
          </a:prstGeom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椭圆 21"/>
          <p:cNvSpPr/>
          <p:nvPr>
            <p:custDataLst>
              <p:tags r:id="rId9"/>
            </p:custDataLst>
          </p:nvPr>
        </p:nvSpPr>
        <p:spPr>
          <a:xfrm>
            <a:off x="10027285" y="4343400"/>
            <a:ext cx="538480" cy="538480"/>
          </a:xfrm>
          <a:prstGeom prst="ellipse">
            <a:avLst/>
          </a:prstGeom>
          <a:solidFill>
            <a:schemeClr val="accent1"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 defTabSz="914400" fontAlgn="auto">
              <a:spcBef>
                <a:spcPct val="0"/>
              </a:spcBef>
            </a:pPr>
            <a:endParaRPr lang="zh-CN" altLang="en-US" sz="1800" b="0">
              <a:cs typeface="MiSans Normal" panose="00000500000000000000" charset="-122"/>
            </a:endParaRPr>
          </a:p>
        </p:txBody>
      </p:sp>
      <p:sp>
        <p:nvSpPr>
          <p:cNvPr id="21" name="椭圆 20"/>
          <p:cNvSpPr/>
          <p:nvPr>
            <p:custDataLst>
              <p:tags r:id="rId10"/>
            </p:custDataLst>
          </p:nvPr>
        </p:nvSpPr>
        <p:spPr>
          <a:xfrm>
            <a:off x="10133965" y="4450080"/>
            <a:ext cx="325120" cy="32512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60000" lnSpcReduction="20000"/>
          </a:bodyPr>
          <a:lstStyle/>
          <a:p>
            <a:pPr algn="ctr" defTabSz="914400" fontAlgn="auto">
              <a:spcBef>
                <a:spcPct val="0"/>
              </a:spcBef>
            </a:pPr>
            <a:endParaRPr lang="zh-CN" altLang="en-US" sz="1800" b="0">
              <a:cs typeface="MiSans Normal" panose="00000500000000000000" charset="-122"/>
            </a:endParaRPr>
          </a:p>
        </p:txBody>
      </p:sp>
      <p:sp>
        <p:nvSpPr>
          <p:cNvPr id="90" name="向下箭头"/>
          <p:cNvSpPr/>
          <p:nvPr>
            <p:custDataLst>
              <p:tags r:id="rId11"/>
            </p:custDataLst>
          </p:nvPr>
        </p:nvSpPr>
        <p:spPr>
          <a:xfrm>
            <a:off x="10238105" y="4542790"/>
            <a:ext cx="118745" cy="139700"/>
          </a:xfrm>
          <a:custGeom>
            <a:avLst/>
            <a:gdLst>
              <a:gd name="connsiteX0" fmla="*/ 222512 w 477622"/>
              <a:gd name="connsiteY0" fmla="*/ 0 h 559381"/>
              <a:gd name="connsiteX1" fmla="*/ 258512 w 477622"/>
              <a:gd name="connsiteY1" fmla="*/ 0 h 559381"/>
              <a:gd name="connsiteX2" fmla="*/ 258512 w 477622"/>
              <a:gd name="connsiteY2" fmla="*/ 488296 h 559381"/>
              <a:gd name="connsiteX3" fmla="*/ 452168 w 477622"/>
              <a:gd name="connsiteY3" fmla="*/ 294641 h 559381"/>
              <a:gd name="connsiteX4" fmla="*/ 477622 w 477622"/>
              <a:gd name="connsiteY4" fmla="*/ 320096 h 559381"/>
              <a:gd name="connsiteX5" fmla="*/ 264266 w 477622"/>
              <a:gd name="connsiteY5" fmla="*/ 533452 h 559381"/>
              <a:gd name="connsiteX6" fmla="*/ 264740 w 477622"/>
              <a:gd name="connsiteY6" fmla="*/ 533926 h 559381"/>
              <a:gd name="connsiteX7" fmla="*/ 239284 w 477622"/>
              <a:gd name="connsiteY7" fmla="*/ 559381 h 559381"/>
              <a:gd name="connsiteX8" fmla="*/ 238812 w 477622"/>
              <a:gd name="connsiteY8" fmla="*/ 558908 h 559381"/>
              <a:gd name="connsiteX9" fmla="*/ 238338 w 477622"/>
              <a:gd name="connsiteY9" fmla="*/ 559381 h 559381"/>
              <a:gd name="connsiteX10" fmla="*/ 212882 w 477622"/>
              <a:gd name="connsiteY10" fmla="*/ 533926 h 559381"/>
              <a:gd name="connsiteX11" fmla="*/ 213356 w 477622"/>
              <a:gd name="connsiteY11" fmla="*/ 533452 h 559381"/>
              <a:gd name="connsiteX12" fmla="*/ 0 w 477622"/>
              <a:gd name="connsiteY12" fmla="*/ 320096 h 559381"/>
              <a:gd name="connsiteX13" fmla="*/ 25456 w 477622"/>
              <a:gd name="connsiteY13" fmla="*/ 294641 h 559381"/>
              <a:gd name="connsiteX14" fmla="*/ 222512 w 477622"/>
              <a:gd name="connsiteY14" fmla="*/ 491698 h 559381"/>
              <a:gd name="connsiteX15" fmla="*/ 222512 w 477622"/>
              <a:gd name="connsiteY15" fmla="*/ 0 h 5593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477622" h="559381">
                <a:moveTo>
                  <a:pt x="222512" y="0"/>
                </a:moveTo>
                <a:lnTo>
                  <a:pt x="258512" y="0"/>
                </a:lnTo>
                <a:lnTo>
                  <a:pt x="258512" y="488296"/>
                </a:lnTo>
                <a:lnTo>
                  <a:pt x="452168" y="294641"/>
                </a:lnTo>
                <a:lnTo>
                  <a:pt x="477622" y="320096"/>
                </a:lnTo>
                <a:lnTo>
                  <a:pt x="264266" y="533452"/>
                </a:lnTo>
                <a:lnTo>
                  <a:pt x="264740" y="533926"/>
                </a:lnTo>
                <a:lnTo>
                  <a:pt x="239284" y="559381"/>
                </a:lnTo>
                <a:lnTo>
                  <a:pt x="238812" y="558908"/>
                </a:lnTo>
                <a:lnTo>
                  <a:pt x="238338" y="559381"/>
                </a:lnTo>
                <a:lnTo>
                  <a:pt x="212882" y="533926"/>
                </a:lnTo>
                <a:lnTo>
                  <a:pt x="213356" y="533452"/>
                </a:lnTo>
                <a:lnTo>
                  <a:pt x="0" y="320096"/>
                </a:lnTo>
                <a:lnTo>
                  <a:pt x="25456" y="294641"/>
                </a:lnTo>
                <a:lnTo>
                  <a:pt x="222512" y="491698"/>
                </a:lnTo>
                <a:lnTo>
                  <a:pt x="222512" y="0"/>
                </a:lnTo>
                <a:close/>
              </a:path>
            </a:pathLst>
          </a:custGeom>
          <a:solidFill>
            <a:schemeClr val="bg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rmAutofit fontScale="25000" lnSpcReduction="20000"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ct val="0"/>
              </a:spcBef>
            </a:pPr>
            <a:endParaRPr lang="zh-CN" altLang="en-US" b="0">
              <a:cs typeface="MiSans Normal" panose="00000500000000000000" charset="-122"/>
            </a:endParaRPr>
          </a:p>
        </p:txBody>
      </p:sp>
      <p:sp>
        <p:nvSpPr>
          <p:cNvPr id="14" name="任意多边形 13"/>
          <p:cNvSpPr/>
          <p:nvPr>
            <p:custDataLst>
              <p:tags r:id="rId12"/>
            </p:custDataLst>
          </p:nvPr>
        </p:nvSpPr>
        <p:spPr>
          <a:xfrm>
            <a:off x="8945880" y="5997575"/>
            <a:ext cx="3246120" cy="86042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5112" h="1355">
                <a:moveTo>
                  <a:pt x="301" y="0"/>
                </a:moveTo>
                <a:lnTo>
                  <a:pt x="5112" y="0"/>
                </a:lnTo>
                <a:lnTo>
                  <a:pt x="5112" y="1355"/>
                </a:lnTo>
                <a:lnTo>
                  <a:pt x="0" y="1355"/>
                </a:lnTo>
                <a:lnTo>
                  <a:pt x="0" y="301"/>
                </a:lnTo>
                <a:cubicBezTo>
                  <a:pt x="0" y="135"/>
                  <a:pt x="135" y="0"/>
                  <a:pt x="301" y="0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ct val="0"/>
              </a:spcBef>
            </a:pPr>
            <a:endParaRPr lang="zh-CN" altLang="en-US" b="0">
              <a:cs typeface="MiSans Normal" panose="00000500000000000000" charset="-122"/>
            </a:endParaRPr>
          </a:p>
        </p:txBody>
      </p:sp>
      <p:sp>
        <p:nvSpPr>
          <p:cNvPr id="7" name="标题"/>
          <p:cNvSpPr txBox="1">
            <a:spLocks noGrp="1"/>
          </p:cNvSpPr>
          <p:nvPr>
            <p:ph type="title" idx="1" hasCustomPrompt="1"/>
            <p:custDataLst>
              <p:tags r:id="rId13"/>
            </p:custDataLst>
          </p:nvPr>
        </p:nvSpPr>
        <p:spPr>
          <a:xfrm>
            <a:off x="2273300" y="1901190"/>
            <a:ext cx="8413750" cy="1709420"/>
          </a:xfrm>
          <a:prstGeom prst="rect">
            <a:avLst/>
          </a:prstGeom>
          <a:noFill/>
        </p:spPr>
        <p:txBody>
          <a:bodyPr wrap="square" lIns="91440" tIns="45720" rIns="91440" bIns="45720" rtlCol="0" anchor="b" anchorCtr="0">
            <a:normAutofit/>
          </a:bodyPr>
          <a:lstStyle>
            <a:lvl1pPr marL="0" marR="0" lvl="0" algn="r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7200" b="0" i="0" u="none" strike="noStrike" kern="1200" cap="none" spc="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  <a:cs typeface="MiSans Heavy" panose="00000A00000000000000" charset="-122"/>
                <a:sym typeface="+mn-ea"/>
              </a:defRPr>
            </a:lvl1pPr>
          </a:lstStyle>
          <a:p>
            <a:pPr lvl="0" algn="r">
              <a:buClrTx/>
              <a:buSzTx/>
              <a:buFontTx/>
            </a:pPr>
            <a:r>
              <a:rPr dirty="0">
                <a:sym typeface="+mn-ea"/>
              </a:rPr>
              <a:t>单击此处编辑标题</a:t>
            </a:r>
            <a:endParaRPr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18" name="署名占位符 10"/>
          <p:cNvSpPr>
            <a:spLocks noGrp="1"/>
          </p:cNvSpPr>
          <p:nvPr>
            <p:ph type="body" sz="quarter" idx="17" hasCustomPrompt="1"/>
            <p:custDataLst>
              <p:tags r:id="rId17"/>
            </p:custDataLst>
          </p:nvPr>
        </p:nvSpPr>
        <p:spPr>
          <a:xfrm>
            <a:off x="2273299" y="4275976"/>
            <a:ext cx="7589519" cy="656600"/>
          </a:xfrm>
        </p:spPr>
        <p:txBody>
          <a:bodyPr wrap="square" anchor="ctr">
            <a:normAutofit/>
          </a:bodyPr>
          <a:lstStyle>
            <a:lvl1pPr marL="0" indent="0" algn="r">
              <a:lnSpc>
                <a:spcPct val="100000"/>
              </a:lnSpc>
              <a:buNone/>
              <a:defRPr sz="2000" b="0">
                <a:solidFill>
                  <a:schemeClr val="tx1"/>
                </a:solidFill>
                <a:latin typeface="+mj-ea"/>
                <a:ea typeface="+mj-ea"/>
              </a:defRPr>
            </a:lvl1pPr>
          </a:lstStyle>
          <a:p>
            <a:pPr lvl="0"/>
            <a:r>
              <a:rPr lang="zh-CN" altLang="en-US" dirty="0"/>
              <a:t>署名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 showMasterSp="0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正文"/>
          <p:cNvSpPr txBox="1">
            <a:spLocks noGrp="1"/>
          </p:cNvSpPr>
          <p:nvPr>
            <p:ph idx="3"/>
            <p:custDataLst>
              <p:tags r:id="rId2"/>
            </p:custDataLst>
          </p:nvPr>
        </p:nvSpPr>
        <p:spPr>
          <a:xfrm>
            <a:off x="695960" y="1245235"/>
            <a:ext cx="10800080" cy="4931410"/>
          </a:xfrm>
          <a:prstGeom prst="rect">
            <a:avLst/>
          </a:prstGeom>
          <a:ln>
            <a:noFill/>
            <a:prstDash val="sysDash"/>
          </a:ln>
        </p:spPr>
        <p:txBody>
          <a:bodyPr vert="horz" lIns="90000" tIns="46800" rIns="90000" bIns="46800" rtlCol="0">
            <a:normAutofit/>
          </a:bodyPr>
          <a:lstStyle>
            <a:defPPr>
              <a:defRPr lang="zh-CN"/>
            </a:defPPr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●"/>
              <a:defRPr kumimoji="0" lang="zh-CN" altLang="en-US" sz="1800" b="0" i="0" u="none" strike="noStrike" kern="1200" cap="none" spc="150" normalizeH="0" baseline="0" noProof="1" dirty="0">
                <a:ln>
                  <a:noFill/>
                  <a:prstDash val="sysDot"/>
                </a:ln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MiSans Normal" panose="00000500000000000000" charset="-122"/>
                <a:sym typeface="+mn-ea"/>
              </a:defRPr>
            </a:lvl1pPr>
            <a:lvl2pPr marL="449580" marR="0" lvl="1" indent="-231775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sz="1600" b="0" i="0" u="none" strike="noStrike" cap="none" spc="150" normalizeH="0" baseline="0">
                <a:ln>
                  <a:noFill/>
                  <a:prstDash val="sysDot"/>
                </a:ln>
                <a:solidFill>
                  <a:schemeClr val="tx1">
                    <a:lumMod val="50000"/>
                    <a:lumOff val="50000"/>
                  </a:schemeClr>
                </a:solidFill>
                <a:uFillTx/>
                <a:latin typeface="+mn-ea"/>
                <a:ea typeface="+mn-ea"/>
              </a:defRPr>
            </a:lvl2pPr>
            <a:lvl3pPr marL="719455" marR="0" lvl="2" indent="-276225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sz="1600" b="0" i="0" u="none" strike="noStrike" cap="none" spc="150" normalizeH="0" baseline="0">
                <a:ln>
                  <a:noFill/>
                  <a:prstDash val="sysDot"/>
                </a:ln>
                <a:solidFill>
                  <a:schemeClr val="tx1">
                    <a:lumMod val="50000"/>
                    <a:lumOff val="50000"/>
                  </a:schemeClr>
                </a:solidFill>
                <a:uFillTx/>
                <a:latin typeface="+mn-ea"/>
                <a:ea typeface="+mn-ea"/>
              </a:defRPr>
            </a:lvl3pPr>
            <a:lvl4pPr marL="987425" marR="0" lvl="3" indent="-262255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tabLst>
                <a:tab pos="899795" algn="l"/>
              </a:tabLst>
              <a:defRPr kumimoji="0" sz="1400" b="0" i="0" u="none" strike="noStrike" cap="none" spc="150" normalizeH="0" baseline="0">
                <a:ln>
                  <a:noFill/>
                  <a:prstDash val="sysDot"/>
                </a:ln>
                <a:solidFill>
                  <a:schemeClr val="tx1">
                    <a:lumMod val="50000"/>
                    <a:lumOff val="50000"/>
                  </a:schemeClr>
                </a:solidFill>
                <a:uFillTx/>
                <a:latin typeface="+mn-ea"/>
                <a:ea typeface="+mn-ea"/>
              </a:defRPr>
            </a:lvl4pPr>
            <a:lvl5pPr marL="1256030" marR="0" lvl="4" indent="-262255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sz="1400" b="0" i="0" u="none" strike="noStrike" cap="none" spc="150" normalizeH="0" baseline="0">
                <a:ln>
                  <a:noFill/>
                  <a:prstDash val="sysDot"/>
                </a:ln>
                <a:solidFill>
                  <a:schemeClr val="tx1">
                    <a:lumMod val="50000"/>
                    <a:lumOff val="50000"/>
                  </a:schemeClr>
                </a:solidFill>
                <a:uFillTx/>
                <a:latin typeface="+mn-ea"/>
                <a:ea typeface="+mn-ea"/>
              </a:defRPr>
            </a:lvl5pPr>
            <a:lvl6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>
              <a:spcBef>
                <a:spcPts val="1200"/>
              </a:spcBef>
              <a:spcAft>
                <a:spcPts val="0"/>
              </a:spcAft>
            </a:pPr>
            <a:r>
              <a:rPr>
                <a:sym typeface="+mn-ea"/>
              </a:rPr>
              <a:t>单击此处编辑母版文本样式</a:t>
            </a:r>
            <a:endParaRPr>
              <a:sym typeface="+mn-ea"/>
            </a:endParaRPr>
          </a:p>
          <a:p>
            <a:pPr lvl="1">
              <a:spcBef>
                <a:spcPts val="1200"/>
              </a:spcBef>
              <a:spcAft>
                <a:spcPts val="0"/>
              </a:spcAft>
            </a:pPr>
            <a:r>
              <a:rPr>
                <a:sym typeface="+mn-ea"/>
              </a:rPr>
              <a:t>第二级</a:t>
            </a:r>
            <a:endParaRPr>
              <a:sym typeface="+mn-ea"/>
            </a:endParaRPr>
          </a:p>
          <a:p>
            <a:pPr lvl="2">
              <a:spcBef>
                <a:spcPts val="1200"/>
              </a:spcBef>
              <a:spcAft>
                <a:spcPts val="0"/>
              </a:spcAft>
            </a:pPr>
            <a:r>
              <a:rPr>
                <a:sym typeface="+mn-ea"/>
              </a:rPr>
              <a:t>第三级</a:t>
            </a:r>
            <a:endParaRPr>
              <a:sym typeface="+mn-ea"/>
            </a:endParaRPr>
          </a:p>
          <a:p>
            <a:pPr lvl="3">
              <a:spcBef>
                <a:spcPts val="1200"/>
              </a:spcBef>
              <a:spcAft>
                <a:spcPts val="0"/>
              </a:spcAft>
            </a:pPr>
            <a:r>
              <a:rPr>
                <a:sym typeface="+mn-ea"/>
              </a:rPr>
              <a:t>第四级</a:t>
            </a:r>
            <a:endParaRPr>
              <a:sym typeface="+mn-ea"/>
            </a:endParaRPr>
          </a:p>
          <a:p>
            <a:pPr lvl="4">
              <a:spcBef>
                <a:spcPts val="1200"/>
              </a:spcBef>
              <a:spcAft>
                <a:spcPts val="0"/>
              </a:spcAft>
            </a:pPr>
            <a:r>
              <a:rPr>
                <a:sym typeface="+mn-ea"/>
              </a:rPr>
              <a:t>第五级</a:t>
            </a:r>
            <a:endParaRPr>
              <a:sym typeface="+mn-ea"/>
            </a:endParaRPr>
          </a:p>
        </p:txBody>
      </p:sp>
      <p:sp>
        <p:nvSpPr>
          <p:cNvPr id="14" name="任意多边形 13"/>
          <p:cNvSpPr/>
          <p:nvPr userDrawn="1">
            <p:custDataLst>
              <p:tags r:id="rId3"/>
            </p:custDataLst>
          </p:nvPr>
        </p:nvSpPr>
        <p:spPr>
          <a:xfrm rot="5400000" flipV="1">
            <a:off x="-300990" y="301625"/>
            <a:ext cx="987425" cy="384810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001" h="606">
                <a:moveTo>
                  <a:pt x="0" y="0"/>
                </a:moveTo>
                <a:lnTo>
                  <a:pt x="2001" y="0"/>
                </a:lnTo>
                <a:lnTo>
                  <a:pt x="2001" y="256"/>
                </a:lnTo>
                <a:cubicBezTo>
                  <a:pt x="2001" y="450"/>
                  <a:pt x="1845" y="606"/>
                  <a:pt x="1651" y="606"/>
                </a:cubicBezTo>
                <a:lnTo>
                  <a:pt x="0" y="606"/>
                </a:lnTo>
                <a:lnTo>
                  <a:pt x="0" y="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ct val="0"/>
              </a:spcBef>
            </a:pPr>
            <a:endParaRPr lang="zh-CN" altLang="en-US" b="0">
              <a:cs typeface="MiSans Normal" panose="00000500000000000000" charset="-122"/>
            </a:endParaRPr>
          </a:p>
        </p:txBody>
      </p:sp>
      <p:sp>
        <p:nvSpPr>
          <p:cNvPr id="7" name="标题"/>
          <p:cNvSpPr>
            <a:spLocks noGrp="1"/>
          </p:cNvSpPr>
          <p:nvPr>
            <p:ph type="title" idx="1"/>
            <p:custDataLst>
              <p:tags r:id="rId4"/>
            </p:custDataLst>
          </p:nvPr>
        </p:nvSpPr>
        <p:spPr>
          <a:xfrm>
            <a:off x="695960" y="360000"/>
            <a:ext cx="10800080" cy="720000"/>
          </a:xfrm>
          <a:prstGeom prst="rect">
            <a:avLst/>
          </a:prstGeom>
          <a:noFill/>
        </p:spPr>
        <p:txBody>
          <a:bodyPr vert="horz" wrap="square" lIns="0" tIns="0" rIns="0" bIns="0" rtlCol="0" anchor="b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3600" b="0" i="0" u="none" strike="noStrike" kern="1200" cap="none" spc="300" normalizeH="0" baseline="0" noProof="1" dirty="0" smtClean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+mj-lt"/>
                <a:ea typeface="+mj-lt"/>
                <a:cs typeface="MiSans Normal" panose="00000500000000000000" charset="-122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>
          <a:xfrm>
            <a:off x="694055" y="6314440"/>
            <a:ext cx="2618105" cy="316865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>
          <a:xfrm>
            <a:off x="8877300" y="6314440"/>
            <a:ext cx="2618740" cy="316865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目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0" name="直接连接符 59"/>
          <p:cNvCxnSpPr/>
          <p:nvPr>
            <p:custDataLst>
              <p:tags r:id="rId2"/>
            </p:custDataLst>
          </p:nvPr>
        </p:nvCxnSpPr>
        <p:spPr>
          <a:xfrm>
            <a:off x="3509010" y="1475105"/>
            <a:ext cx="0" cy="4572000"/>
          </a:xfrm>
          <a:prstGeom prst="line">
            <a:avLst/>
          </a:prstGeom>
          <a:ln>
            <a:solidFill>
              <a:schemeClr val="bg2">
                <a:lumMod val="50000"/>
                <a:alpha val="20000"/>
              </a:schemeClr>
            </a:solidFill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任意多边形 7"/>
          <p:cNvSpPr/>
          <p:nvPr>
            <p:custDataLst>
              <p:tags r:id="rId3"/>
            </p:custDataLst>
          </p:nvPr>
        </p:nvSpPr>
        <p:spPr>
          <a:xfrm>
            <a:off x="-18415" y="0"/>
            <a:ext cx="2251075" cy="87185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3545" h="1373">
                <a:moveTo>
                  <a:pt x="0" y="0"/>
                </a:moveTo>
                <a:lnTo>
                  <a:pt x="3545" y="0"/>
                </a:lnTo>
                <a:lnTo>
                  <a:pt x="3545" y="1023"/>
                </a:lnTo>
                <a:cubicBezTo>
                  <a:pt x="3545" y="1217"/>
                  <a:pt x="3389" y="1373"/>
                  <a:pt x="3195" y="1373"/>
                </a:cubicBezTo>
                <a:lnTo>
                  <a:pt x="9" y="1373"/>
                </a:lnTo>
                <a:lnTo>
                  <a:pt x="0" y="1373"/>
                </a:lnTo>
                <a:lnTo>
                  <a:pt x="0" y="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ct val="0"/>
              </a:spcBef>
            </a:pPr>
            <a:endParaRPr lang="zh-CN" altLang="en-US" b="0">
              <a:cs typeface="MiSans Normal" panose="00000500000000000000" charset="-122"/>
            </a:endParaRPr>
          </a:p>
        </p:txBody>
      </p:sp>
      <p:sp>
        <p:nvSpPr>
          <p:cNvPr id="6" name="标题"/>
          <p:cNvSpPr txBox="1">
            <a:spLocks noGrp="1"/>
          </p:cNvSpPr>
          <p:nvPr>
            <p:ph type="title" idx="1" hasCustomPrompt="1"/>
            <p:custDataLst>
              <p:tags r:id="rId4"/>
            </p:custDataLst>
          </p:nvPr>
        </p:nvSpPr>
        <p:spPr>
          <a:xfrm>
            <a:off x="1166495" y="1793240"/>
            <a:ext cx="1375410" cy="3604895"/>
          </a:xfrm>
          <a:prstGeom prst="rect">
            <a:avLst/>
          </a:prstGeom>
          <a:noFill/>
        </p:spPr>
        <p:txBody>
          <a:bodyPr vert="eaVert" wrap="square" lIns="91440" tIns="45720" rIns="91440" bIns="45720" rtlCol="0" anchor="ctr" anchorCtr="0">
            <a:normAutofit/>
          </a:bodyPr>
          <a:lstStyle>
            <a:lvl1pPr marL="0" marR="0" lvl="0" algn="ctr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6000" b="0" i="0" u="none" strike="noStrike" kern="1200" cap="none" spc="0" normalizeH="0" baseline="0" noProof="1"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  <a:cs typeface="MiSans Normal" panose="00000500000000000000" charset="-122"/>
                <a:sym typeface="+mn-ea"/>
              </a:defRPr>
            </a:lvl1pPr>
          </a:lstStyle>
          <a:p>
            <a:pPr lvl="0" algn="l">
              <a:buClrTx/>
              <a:buSzTx/>
              <a:buFontTx/>
            </a:pPr>
            <a:r>
              <a:rPr dirty="0">
                <a:sym typeface="+mn-ea"/>
              </a:rPr>
              <a:t>标题</a:t>
            </a:r>
            <a:endParaRPr dirty="0"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 showMasterSp="0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椭圆 11"/>
          <p:cNvSpPr/>
          <p:nvPr>
            <p:custDataLst>
              <p:tags r:id="rId2"/>
            </p:custDataLst>
          </p:nvPr>
        </p:nvSpPr>
        <p:spPr>
          <a:xfrm rot="16200000">
            <a:off x="977900" y="1336040"/>
            <a:ext cx="4351020" cy="4351020"/>
          </a:xfrm>
          <a:prstGeom prst="ellipse">
            <a:avLst/>
          </a:prstGeom>
          <a:solidFill>
            <a:schemeClr val="bg2"/>
          </a:solidFill>
          <a:ln>
            <a:noFill/>
          </a:ln>
          <a:effectLst>
            <a:outerShdw blurRad="495300" dist="38100" dir="2700000" algn="tl" rotWithShape="0">
              <a:schemeClr val="accent1">
                <a:alpha val="18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 defTabSz="914400" fontAlgn="auto">
              <a:spcBef>
                <a:spcPct val="0"/>
              </a:spcBef>
            </a:pPr>
            <a:endParaRPr lang="zh-CN" altLang="en-US" sz="1800" b="0">
              <a:solidFill>
                <a:schemeClr val="lt1"/>
              </a:solidFill>
              <a:cs typeface="MiSans Normal" panose="00000500000000000000" charset="-122"/>
            </a:endParaRPr>
          </a:p>
        </p:txBody>
      </p:sp>
      <p:sp>
        <p:nvSpPr>
          <p:cNvPr id="11" name="椭圆 10"/>
          <p:cNvSpPr/>
          <p:nvPr>
            <p:custDataLst>
              <p:tags r:id="rId3"/>
            </p:custDataLst>
          </p:nvPr>
        </p:nvSpPr>
        <p:spPr>
          <a:xfrm rot="16200000">
            <a:off x="1828800" y="2186940"/>
            <a:ext cx="2649220" cy="2649220"/>
          </a:xfrm>
          <a:prstGeom prst="ellipse">
            <a:avLst/>
          </a:prstGeom>
          <a:solidFill>
            <a:schemeClr val="bg2"/>
          </a:solidFill>
          <a:ln>
            <a:noFill/>
          </a:ln>
          <a:effectLst>
            <a:outerShdw blurRad="495300" dist="38100" dir="2700000" algn="tl" rotWithShape="0">
              <a:schemeClr val="accent1">
                <a:alpha val="2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 defTabSz="914400" fontAlgn="auto">
              <a:spcBef>
                <a:spcPct val="0"/>
              </a:spcBef>
            </a:pPr>
            <a:endParaRPr lang="zh-CN" altLang="en-US" sz="1800" b="0">
              <a:solidFill>
                <a:schemeClr val="lt1"/>
              </a:solidFill>
              <a:cs typeface="MiSans Normal" panose="00000500000000000000" charset="-122"/>
            </a:endParaRPr>
          </a:p>
        </p:txBody>
      </p:sp>
      <p:sp>
        <p:nvSpPr>
          <p:cNvPr id="9" name="弧形 8"/>
          <p:cNvSpPr/>
          <p:nvPr>
            <p:custDataLst>
              <p:tags r:id="rId4"/>
            </p:custDataLst>
          </p:nvPr>
        </p:nvSpPr>
        <p:spPr>
          <a:xfrm>
            <a:off x="301625" y="659765"/>
            <a:ext cx="5703570" cy="5703570"/>
          </a:xfrm>
          <a:prstGeom prst="arc">
            <a:avLst>
              <a:gd name="adj1" fmla="val 16200000"/>
              <a:gd name="adj2" fmla="val 5319923"/>
            </a:avLst>
          </a:prstGeom>
          <a:ln>
            <a:solidFill>
              <a:schemeClr val="bg2">
                <a:lumMod val="85000"/>
              </a:schemeClr>
            </a:solidFill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 defTabSz="914400" fontAlgn="auto">
              <a:spcBef>
                <a:spcPct val="0"/>
              </a:spcBef>
            </a:pPr>
            <a:endParaRPr lang="zh-CN" altLang="en-US" sz="1800" b="0">
              <a:cs typeface="MiSans Normal" panose="00000500000000000000" charset="-122"/>
            </a:endParaRPr>
          </a:p>
        </p:txBody>
      </p:sp>
      <p:sp>
        <p:nvSpPr>
          <p:cNvPr id="10" name="圆角矩形 9"/>
          <p:cNvSpPr/>
          <p:nvPr>
            <p:custDataLst>
              <p:tags r:id="rId5"/>
            </p:custDataLst>
          </p:nvPr>
        </p:nvSpPr>
        <p:spPr>
          <a:xfrm rot="10800000">
            <a:off x="6876415" y="3851910"/>
            <a:ext cx="2408555" cy="159385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25000" lnSpcReduction="20000"/>
          </a:bodyPr>
          <a:lstStyle/>
          <a:p>
            <a:pPr algn="ctr" defTabSz="914400" fontAlgn="auto">
              <a:spcBef>
                <a:spcPct val="0"/>
              </a:spcBef>
            </a:pPr>
            <a:endParaRPr lang="zh-CN" altLang="en-US" sz="1800" b="0">
              <a:cs typeface="MiSans Normal" panose="00000500000000000000" charset="-122"/>
            </a:endParaRPr>
          </a:p>
        </p:txBody>
      </p:sp>
      <p:sp>
        <p:nvSpPr>
          <p:cNvPr id="14" name="任意多边形 13"/>
          <p:cNvSpPr/>
          <p:nvPr>
            <p:custDataLst>
              <p:tags r:id="rId6"/>
            </p:custDataLst>
          </p:nvPr>
        </p:nvSpPr>
        <p:spPr>
          <a:xfrm flipV="1">
            <a:off x="8945880" y="0"/>
            <a:ext cx="3246120" cy="86042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5112" h="1355">
                <a:moveTo>
                  <a:pt x="301" y="0"/>
                </a:moveTo>
                <a:lnTo>
                  <a:pt x="5112" y="0"/>
                </a:lnTo>
                <a:lnTo>
                  <a:pt x="5112" y="1355"/>
                </a:lnTo>
                <a:lnTo>
                  <a:pt x="0" y="1355"/>
                </a:lnTo>
                <a:lnTo>
                  <a:pt x="0" y="301"/>
                </a:lnTo>
                <a:cubicBezTo>
                  <a:pt x="0" y="135"/>
                  <a:pt x="135" y="0"/>
                  <a:pt x="301" y="0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ct val="0"/>
              </a:spcBef>
            </a:pPr>
            <a:endParaRPr lang="zh-CN" altLang="en-US" b="0">
              <a:cs typeface="MiSans Normal" panose="00000500000000000000" charset="-122"/>
            </a:endParaRPr>
          </a:p>
        </p:txBody>
      </p:sp>
      <p:sp>
        <p:nvSpPr>
          <p:cNvPr id="8" name="节编号"/>
          <p:cNvSpPr txBox="1">
            <a:spLocks noGrp="1"/>
          </p:cNvSpPr>
          <p:nvPr>
            <p:ph type="body" idx="2" hasCustomPrompt="1"/>
            <p:custDataLst>
              <p:tags r:id="rId7"/>
            </p:custDataLst>
          </p:nvPr>
        </p:nvSpPr>
        <p:spPr>
          <a:xfrm>
            <a:off x="1828800" y="3004185"/>
            <a:ext cx="2649220" cy="1208405"/>
          </a:xfrm>
          <a:prstGeom prst="rect">
            <a:avLst/>
          </a:prstGeom>
          <a:noFill/>
        </p:spPr>
        <p:txBody>
          <a:bodyPr wrap="square" lIns="91440" tIns="45720" rIns="91440" bIns="45720" rtlCol="0" anchor="t" anchorCtr="0">
            <a:normAutofit/>
          </a:bodyPr>
          <a:lstStyle>
            <a:lvl1pPr marL="0" marR="0" lvl="0" algn="ctr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altLang="zh-CN" sz="6000" b="0" i="0" u="none" strike="noStrike" kern="1200" cap="none" spc="200" normalizeH="0" baseline="0" noProof="1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MiSans Heavy" panose="00000A00000000000000" charset="-122"/>
                <a:ea typeface="MiSans Heavy" panose="00000A00000000000000" charset="-122"/>
                <a:cs typeface="MiSans Normal" panose="00000500000000000000" charset="-122"/>
                <a:sym typeface="+mn-ea"/>
              </a:defRPr>
            </a:lvl1pPr>
          </a:lstStyle>
          <a:p>
            <a:pPr lvl="0" algn="ctr">
              <a:buClrTx/>
              <a:buSzTx/>
              <a:buFontTx/>
            </a:pPr>
            <a:r>
              <a:rPr>
                <a:sym typeface="+mn-ea"/>
              </a:rPr>
              <a:t>节编号</a:t>
            </a:r>
            <a:endParaRPr>
              <a:sym typeface="+mn-ea"/>
            </a:endParaRPr>
          </a:p>
        </p:txBody>
      </p:sp>
      <p:sp>
        <p:nvSpPr>
          <p:cNvPr id="7" name="标题"/>
          <p:cNvSpPr txBox="1">
            <a:spLocks noGrp="1"/>
          </p:cNvSpPr>
          <p:nvPr>
            <p:ph type="title" idx="1" hasCustomPrompt="1"/>
            <p:custDataLst>
              <p:tags r:id="rId8"/>
            </p:custDataLst>
          </p:nvPr>
        </p:nvSpPr>
        <p:spPr>
          <a:xfrm>
            <a:off x="6732905" y="2092325"/>
            <a:ext cx="5005070" cy="1684020"/>
          </a:xfrm>
          <a:prstGeom prst="rect">
            <a:avLst/>
          </a:prstGeom>
          <a:noFill/>
        </p:spPr>
        <p:txBody>
          <a:bodyPr wrap="square" lIns="91440" tIns="45720" rIns="91440" bIns="45720" rtlCol="0" anchor="b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4800" b="0" i="0" u="none" strike="noStrike" kern="1200" cap="none" spc="200" normalizeH="0" baseline="0" noProof="1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+mj-ea"/>
                <a:ea typeface="+mj-ea"/>
                <a:cs typeface="MiSans Normal" panose="00000500000000000000" charset="-122"/>
                <a:sym typeface="+mn-ea"/>
              </a:defRPr>
            </a:lvl1pPr>
          </a:lstStyle>
          <a:p>
            <a:pPr lvl="0" algn="l">
              <a:buClrTx/>
              <a:buSzTx/>
              <a:buFontTx/>
            </a:pPr>
            <a:r>
              <a:rPr>
                <a:sym typeface="+mn-ea"/>
              </a:rPr>
              <a:t>单击编辑标题</a:t>
            </a:r>
            <a:endParaRPr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9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10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11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 showMasterSp="0">
  <p:cSld name="标题和两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正文"/>
          <p:cNvSpPr txBox="1">
            <a:spLocks noGrp="1"/>
          </p:cNvSpPr>
          <p:nvPr>
            <p:ph idx="4"/>
            <p:custDataLst>
              <p:tags r:id="rId2"/>
            </p:custDataLst>
          </p:nvPr>
        </p:nvSpPr>
        <p:spPr>
          <a:xfrm>
            <a:off x="6400800" y="1245235"/>
            <a:ext cx="5095240" cy="4930775"/>
          </a:xfrm>
          <a:prstGeom prst="rect">
            <a:avLst/>
          </a:prstGeom>
          <a:ln>
            <a:noFill/>
            <a:prstDash val="sysDash"/>
          </a:ln>
        </p:spPr>
        <p:txBody>
          <a:bodyPr vert="horz" lIns="90000" tIns="46800" rIns="90000" bIns="46800" rtlCol="0">
            <a:normAutofit/>
          </a:bodyPr>
          <a:lstStyle>
            <a:defPPr>
              <a:defRPr lang="zh-CN"/>
            </a:defPPr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18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●"/>
              <a:defRPr kumimoji="0" lang="zh-CN" altLang="en-US" sz="1800" b="0" i="0" u="none" strike="noStrike" kern="1200" cap="none" spc="150" normalizeH="0" baseline="0" noProof="1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+mn-ea"/>
                <a:ea typeface="+mn-ea"/>
                <a:cs typeface="MiSans Normal" panose="00000500000000000000" charset="-122"/>
                <a:sym typeface="+mn-ea"/>
              </a:defRPr>
            </a:lvl1pPr>
            <a:lvl2pPr marL="449580" marR="0" lvl="1" indent="-231775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sz="1600" b="0" i="0" u="none" strike="noStrike" cap="none" spc="150" normalizeH="0" baseline="0">
                <a:ln>
                  <a:noFill/>
                  <a:prstDash val="sysDot"/>
                </a:ln>
                <a:solidFill>
                  <a:schemeClr val="tx1">
                    <a:lumMod val="50000"/>
                    <a:lumOff val="50000"/>
                  </a:schemeClr>
                </a:solidFill>
                <a:uFillTx/>
                <a:latin typeface="+mn-ea"/>
                <a:ea typeface="+mn-ea"/>
              </a:defRPr>
            </a:lvl2pPr>
            <a:lvl3pPr marL="719455" marR="0" lvl="2" indent="-276225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sz="1600" b="0" i="0" u="none" strike="noStrike" cap="none" spc="150" normalizeH="0" baseline="0">
                <a:ln>
                  <a:noFill/>
                  <a:prstDash val="sysDot"/>
                </a:ln>
                <a:solidFill>
                  <a:schemeClr val="tx1">
                    <a:lumMod val="50000"/>
                    <a:lumOff val="50000"/>
                  </a:schemeClr>
                </a:solidFill>
                <a:uFillTx/>
                <a:latin typeface="+mn-ea"/>
                <a:ea typeface="+mn-ea"/>
              </a:defRPr>
            </a:lvl3pPr>
            <a:lvl4pPr marL="987425" marR="0" lvl="3" indent="-262255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tabLst>
                <a:tab pos="899795" algn="l"/>
              </a:tabLst>
              <a:defRPr kumimoji="0" sz="1400" b="0" i="0" u="none" strike="noStrike" cap="none" spc="150" normalizeH="0" baseline="0">
                <a:ln>
                  <a:noFill/>
                  <a:prstDash val="sysDot"/>
                </a:ln>
                <a:solidFill>
                  <a:schemeClr val="tx1">
                    <a:lumMod val="50000"/>
                    <a:lumOff val="50000"/>
                  </a:schemeClr>
                </a:solidFill>
                <a:uFillTx/>
                <a:latin typeface="+mn-ea"/>
                <a:ea typeface="+mn-ea"/>
              </a:defRPr>
            </a:lvl4pPr>
            <a:lvl5pPr marL="1256030" marR="0" lvl="4" indent="-262255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sz="1400" b="0" i="0" u="none" strike="noStrike" cap="none" spc="150" normalizeH="0" baseline="0">
                <a:ln>
                  <a:noFill/>
                  <a:prstDash val="sysDot"/>
                </a:ln>
                <a:solidFill>
                  <a:schemeClr val="tx1">
                    <a:lumMod val="50000"/>
                    <a:lumOff val="50000"/>
                  </a:schemeClr>
                </a:solidFill>
                <a:uFillTx/>
                <a:latin typeface="+mn-ea"/>
                <a:ea typeface="+mn-ea"/>
              </a:defRPr>
            </a:lvl5pPr>
            <a:lvl6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/>
            <a:r>
              <a:rPr>
                <a:sym typeface="+mn-ea"/>
              </a:rPr>
              <a:t>单击此处编辑母版文本样式</a:t>
            </a:r>
            <a:endParaRPr>
              <a:sym typeface="+mn-ea"/>
            </a:endParaRPr>
          </a:p>
          <a:p>
            <a:pPr lvl="1"/>
            <a:r>
              <a:rPr>
                <a:sym typeface="+mn-ea"/>
              </a:rPr>
              <a:t>第二级</a:t>
            </a:r>
            <a:endParaRPr>
              <a:sym typeface="+mn-ea"/>
            </a:endParaRPr>
          </a:p>
          <a:p>
            <a:pPr lvl="2"/>
            <a:r>
              <a:rPr>
                <a:sym typeface="+mn-ea"/>
              </a:rPr>
              <a:t>第三级</a:t>
            </a:r>
            <a:endParaRPr>
              <a:sym typeface="+mn-ea"/>
            </a:endParaRPr>
          </a:p>
          <a:p>
            <a:pPr lvl="3"/>
            <a:r>
              <a:rPr>
                <a:sym typeface="+mn-ea"/>
              </a:rPr>
              <a:t>第四级</a:t>
            </a:r>
            <a:endParaRPr>
              <a:sym typeface="+mn-ea"/>
            </a:endParaRPr>
          </a:p>
          <a:p>
            <a:pPr lvl="4"/>
            <a:r>
              <a:rPr>
                <a:sym typeface="+mn-ea"/>
              </a:rPr>
              <a:t>第五级</a:t>
            </a:r>
            <a:endParaRPr>
              <a:sym typeface="+mn-ea"/>
            </a:endParaRPr>
          </a:p>
        </p:txBody>
      </p:sp>
      <p:sp>
        <p:nvSpPr>
          <p:cNvPr id="9" name="正文"/>
          <p:cNvSpPr txBox="1">
            <a:spLocks noGrp="1"/>
          </p:cNvSpPr>
          <p:nvPr>
            <p:ph idx="3"/>
            <p:custDataLst>
              <p:tags r:id="rId3"/>
            </p:custDataLst>
          </p:nvPr>
        </p:nvSpPr>
        <p:spPr>
          <a:xfrm>
            <a:off x="695960" y="1245235"/>
            <a:ext cx="5088890" cy="4930775"/>
          </a:xfrm>
          <a:prstGeom prst="rect">
            <a:avLst/>
          </a:prstGeom>
          <a:ln>
            <a:noFill/>
            <a:prstDash val="sysDash"/>
          </a:ln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18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●"/>
              <a:defRPr kumimoji="0" lang="zh-CN" altLang="en-US" sz="1800" b="0" i="0" u="none" strike="noStrike" kern="1200" cap="none" spc="150" normalizeH="0" baseline="0" noProof="1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+mn-ea"/>
                <a:ea typeface="+mn-ea"/>
                <a:cs typeface="MiSans Normal" panose="00000500000000000000" charset="-122"/>
                <a:sym typeface="+mn-ea"/>
              </a:defRPr>
            </a:lvl1pPr>
            <a:lvl2pPr marL="685800" marR="0" lvl="1" indent="-22860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sz="16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ea"/>
                <a:ea typeface="+mn-ea"/>
              </a:defRPr>
            </a:lvl2pPr>
            <a:lvl3pPr marL="1143000" marR="0" lvl="2" indent="-22860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sz="16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ea"/>
                <a:ea typeface="+mn-ea"/>
              </a:defRPr>
            </a:lvl3pPr>
            <a:lvl4pPr marL="1600200" marR="0" lvl="3" indent="-22860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sz="14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ea"/>
                <a:ea typeface="+mn-ea"/>
              </a:defRPr>
            </a:lvl4pPr>
            <a:lvl5pPr marL="2057400" marR="0" lvl="4" indent="-22860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sz="14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ea"/>
                <a:ea typeface="+mn-ea"/>
              </a:defRPr>
            </a:lvl5pPr>
            <a:lvl6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>
              <a:spcBef>
                <a:spcPts val="1800"/>
              </a:spcBef>
              <a:spcAft>
                <a:spcPts val="0"/>
              </a:spcAft>
            </a:pPr>
            <a:r>
              <a:rPr>
                <a:sym typeface="+mn-ea"/>
              </a:rPr>
              <a:t>单击此处编辑母版文本样式</a:t>
            </a:r>
            <a:endParaRPr>
              <a:sym typeface="+mn-ea"/>
            </a:endParaRPr>
          </a:p>
          <a:p>
            <a:pPr lvl="1">
              <a:spcBef>
                <a:spcPts val="1800"/>
              </a:spcBef>
              <a:spcAft>
                <a:spcPts val="0"/>
              </a:spcAft>
            </a:pPr>
            <a:r>
              <a:rPr>
                <a:sym typeface="+mn-ea"/>
              </a:rPr>
              <a:t>第二级</a:t>
            </a:r>
            <a:endParaRPr>
              <a:sym typeface="+mn-ea"/>
            </a:endParaRPr>
          </a:p>
          <a:p>
            <a:pPr lvl="2">
              <a:spcBef>
                <a:spcPts val="1800"/>
              </a:spcBef>
              <a:spcAft>
                <a:spcPts val="0"/>
              </a:spcAft>
            </a:pPr>
            <a:r>
              <a:rPr>
                <a:sym typeface="+mn-ea"/>
              </a:rPr>
              <a:t>第三级</a:t>
            </a:r>
            <a:endParaRPr>
              <a:sym typeface="+mn-ea"/>
            </a:endParaRPr>
          </a:p>
          <a:p>
            <a:pPr lvl="3">
              <a:spcBef>
                <a:spcPts val="1800"/>
              </a:spcBef>
              <a:spcAft>
                <a:spcPts val="0"/>
              </a:spcAft>
            </a:pPr>
            <a:r>
              <a:rPr>
                <a:sym typeface="+mn-ea"/>
              </a:rPr>
              <a:t>第四级</a:t>
            </a:r>
            <a:endParaRPr>
              <a:sym typeface="+mn-ea"/>
            </a:endParaRPr>
          </a:p>
          <a:p>
            <a:pPr lvl="4">
              <a:spcBef>
                <a:spcPts val="1800"/>
              </a:spcBef>
              <a:spcAft>
                <a:spcPts val="0"/>
              </a:spcAft>
            </a:pPr>
            <a:r>
              <a:rPr>
                <a:sym typeface="+mn-ea"/>
              </a:rPr>
              <a:t>第五级</a:t>
            </a:r>
            <a:endParaRPr>
              <a:sym typeface="+mn-ea"/>
            </a:endParaRPr>
          </a:p>
        </p:txBody>
      </p:sp>
      <p:sp>
        <p:nvSpPr>
          <p:cNvPr id="14" name="任意多边形 13"/>
          <p:cNvSpPr/>
          <p:nvPr userDrawn="1">
            <p:custDataLst>
              <p:tags r:id="rId4"/>
            </p:custDataLst>
          </p:nvPr>
        </p:nvSpPr>
        <p:spPr>
          <a:xfrm rot="5400000" flipV="1">
            <a:off x="-300990" y="301625"/>
            <a:ext cx="987425" cy="384810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001" h="606">
                <a:moveTo>
                  <a:pt x="0" y="0"/>
                </a:moveTo>
                <a:lnTo>
                  <a:pt x="2001" y="0"/>
                </a:lnTo>
                <a:lnTo>
                  <a:pt x="2001" y="256"/>
                </a:lnTo>
                <a:cubicBezTo>
                  <a:pt x="2001" y="450"/>
                  <a:pt x="1845" y="606"/>
                  <a:pt x="1651" y="606"/>
                </a:cubicBezTo>
                <a:lnTo>
                  <a:pt x="0" y="606"/>
                </a:lnTo>
                <a:lnTo>
                  <a:pt x="0" y="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ct val="0"/>
              </a:spcBef>
            </a:pPr>
            <a:endParaRPr lang="zh-CN" altLang="en-US" b="0">
              <a:cs typeface="MiSans Normal" panose="00000500000000000000" charset="-122"/>
            </a:endParaRPr>
          </a:p>
        </p:txBody>
      </p:sp>
      <p:sp>
        <p:nvSpPr>
          <p:cNvPr id="8" name="标题"/>
          <p:cNvSpPr>
            <a:spLocks noGrp="1"/>
          </p:cNvSpPr>
          <p:nvPr>
            <p:ph type="title" idx="1"/>
            <p:custDataLst>
              <p:tags r:id="rId5"/>
            </p:custDataLst>
          </p:nvPr>
        </p:nvSpPr>
        <p:spPr>
          <a:xfrm>
            <a:off x="695960" y="360000"/>
            <a:ext cx="10800080" cy="720000"/>
          </a:xfrm>
          <a:prstGeom prst="rect">
            <a:avLst/>
          </a:prstGeom>
          <a:noFill/>
        </p:spPr>
        <p:txBody>
          <a:bodyPr vert="horz" wrap="square" lIns="0" tIns="0" rIns="0" bIns="0" rtlCol="0" anchor="b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3600" b="0" i="0" u="none" strike="noStrike" kern="1200" cap="none" spc="300" normalizeH="0" baseline="0" noProof="1" dirty="0" smtClean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+mj-lt"/>
                <a:ea typeface="+mj-lt"/>
                <a:cs typeface="MiSans Normal" panose="00000500000000000000" charset="-122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>
          <a:xfrm>
            <a:off x="694055" y="6314440"/>
            <a:ext cx="2618105" cy="316865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>
          <a:xfrm>
            <a:off x="8877300" y="6314440"/>
            <a:ext cx="2618740" cy="316865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 showMasterSp="0">
  <p:cSld name="标题和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正文"/>
          <p:cNvSpPr txBox="1">
            <a:spLocks noGrp="1"/>
          </p:cNvSpPr>
          <p:nvPr>
            <p:ph idx="6"/>
            <p:custDataLst>
              <p:tags r:id="rId2"/>
            </p:custDataLst>
          </p:nvPr>
        </p:nvSpPr>
        <p:spPr>
          <a:xfrm>
            <a:off x="6235065" y="1671955"/>
            <a:ext cx="5260975" cy="4504690"/>
          </a:xfrm>
          <a:prstGeom prst="rect">
            <a:avLst/>
          </a:prstGeom>
          <a:ln>
            <a:noFill/>
            <a:prstDash val="sysDash"/>
          </a:ln>
        </p:spPr>
        <p:txBody>
          <a:bodyPr vert="horz" lIns="90000" tIns="46800" rIns="90000" bIns="46800" rtlCol="0">
            <a:normAutofit/>
          </a:bodyPr>
          <a:lstStyle>
            <a:defPPr>
              <a:defRPr lang="zh-CN"/>
            </a:defPPr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18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●"/>
              <a:defRPr kumimoji="0" lang="zh-CN" altLang="en-US" sz="1800" b="0" i="0" u="none" strike="noStrike" kern="1200" cap="none" spc="150" normalizeH="0" baseline="0" noProof="1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+mn-ea"/>
                <a:ea typeface="+mn-ea"/>
                <a:cs typeface="MiSans Normal" panose="00000500000000000000" charset="-122"/>
                <a:sym typeface="+mn-ea"/>
              </a:defRPr>
            </a:lvl1pPr>
            <a:lvl2pPr marL="449580" marR="0" lvl="1" indent="-231775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sz="1600" b="0" i="0" u="none" strike="noStrike" cap="none" spc="150" normalizeH="0" baseline="0">
                <a:ln>
                  <a:noFill/>
                  <a:prstDash val="sysDot"/>
                </a:ln>
                <a:solidFill>
                  <a:schemeClr val="tx1">
                    <a:lumMod val="50000"/>
                    <a:lumOff val="50000"/>
                  </a:schemeClr>
                </a:solidFill>
                <a:uFillTx/>
                <a:latin typeface="+mn-ea"/>
                <a:ea typeface="+mn-ea"/>
              </a:defRPr>
            </a:lvl2pPr>
            <a:lvl3pPr marL="719455" marR="0" lvl="2" indent="-276225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sz="1600" b="0" i="0" u="none" strike="noStrike" cap="none" spc="150" normalizeH="0" baseline="0">
                <a:ln>
                  <a:noFill/>
                  <a:prstDash val="sysDot"/>
                </a:ln>
                <a:solidFill>
                  <a:schemeClr val="tx1">
                    <a:lumMod val="50000"/>
                    <a:lumOff val="50000"/>
                  </a:schemeClr>
                </a:solidFill>
                <a:uFillTx/>
                <a:latin typeface="+mn-ea"/>
                <a:ea typeface="+mn-ea"/>
              </a:defRPr>
            </a:lvl3pPr>
            <a:lvl4pPr marL="987425" marR="0" lvl="3" indent="-262255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tabLst>
                <a:tab pos="899795" algn="l"/>
              </a:tabLst>
              <a:defRPr kumimoji="0" sz="1400" b="0" i="0" u="none" strike="noStrike" cap="none" spc="150" normalizeH="0" baseline="0">
                <a:ln>
                  <a:noFill/>
                  <a:prstDash val="sysDot"/>
                </a:ln>
                <a:solidFill>
                  <a:schemeClr val="tx1">
                    <a:lumMod val="50000"/>
                    <a:lumOff val="50000"/>
                  </a:schemeClr>
                </a:solidFill>
                <a:uFillTx/>
                <a:latin typeface="+mn-ea"/>
                <a:ea typeface="+mn-ea"/>
              </a:defRPr>
            </a:lvl4pPr>
            <a:lvl5pPr marL="1256030" marR="0" lvl="4" indent="-262255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sz="1400" b="0" i="0" u="none" strike="noStrike" cap="none" spc="150" normalizeH="0" baseline="0">
                <a:ln>
                  <a:noFill/>
                  <a:prstDash val="sysDot"/>
                </a:ln>
                <a:solidFill>
                  <a:schemeClr val="tx1">
                    <a:lumMod val="50000"/>
                    <a:lumOff val="50000"/>
                  </a:schemeClr>
                </a:solidFill>
                <a:uFillTx/>
                <a:latin typeface="+mn-ea"/>
                <a:ea typeface="+mn-ea"/>
              </a:defRPr>
            </a:lvl5pPr>
            <a:lvl6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/>
            <a:r>
              <a:rPr>
                <a:sym typeface="+mn-ea"/>
              </a:rPr>
              <a:t>单击此处编辑母版文本样式</a:t>
            </a:r>
            <a:endParaRPr>
              <a:sym typeface="+mn-ea"/>
            </a:endParaRPr>
          </a:p>
          <a:p>
            <a:pPr lvl="1"/>
            <a:r>
              <a:rPr>
                <a:sym typeface="+mn-ea"/>
              </a:rPr>
              <a:t>第二级</a:t>
            </a:r>
            <a:endParaRPr>
              <a:sym typeface="+mn-ea"/>
            </a:endParaRPr>
          </a:p>
          <a:p>
            <a:pPr lvl="2"/>
            <a:r>
              <a:rPr>
                <a:sym typeface="+mn-ea"/>
              </a:rPr>
              <a:t>第三级</a:t>
            </a:r>
            <a:endParaRPr>
              <a:sym typeface="+mn-ea"/>
            </a:endParaRPr>
          </a:p>
          <a:p>
            <a:pPr lvl="3"/>
            <a:r>
              <a:rPr>
                <a:sym typeface="+mn-ea"/>
              </a:rPr>
              <a:t>第四级</a:t>
            </a:r>
            <a:endParaRPr>
              <a:sym typeface="+mn-ea"/>
            </a:endParaRPr>
          </a:p>
          <a:p>
            <a:pPr lvl="4"/>
            <a:r>
              <a:rPr>
                <a:sym typeface="+mn-ea"/>
              </a:rPr>
              <a:t>第五级</a:t>
            </a:r>
            <a:endParaRPr>
              <a:sym typeface="+mn-ea"/>
            </a:endParaRPr>
          </a:p>
        </p:txBody>
      </p:sp>
      <p:sp>
        <p:nvSpPr>
          <p:cNvPr id="14" name="标题"/>
          <p:cNvSpPr txBox="1">
            <a:spLocks noGrp="1"/>
          </p:cNvSpPr>
          <p:nvPr>
            <p:ph type="title" idx="5"/>
            <p:custDataLst>
              <p:tags r:id="rId3"/>
            </p:custDataLst>
          </p:nvPr>
        </p:nvSpPr>
        <p:spPr>
          <a:xfrm>
            <a:off x="6235065" y="1247140"/>
            <a:ext cx="5260975" cy="400050"/>
          </a:xfrm>
          <a:prstGeom prst="rect">
            <a:avLst/>
          </a:prstGeom>
          <a:noFill/>
          <a:ln>
            <a:noFill/>
            <a:prstDash val="sysDash"/>
          </a:ln>
        </p:spPr>
        <p:txBody>
          <a:bodyPr wrap="square" rtlCol="0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2000" b="1" i="0" u="none" strike="noStrike" kern="1200" cap="none" spc="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  <a:cs typeface="MiSans Normal" panose="00000500000000000000" charset="-122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13" name="正文"/>
          <p:cNvSpPr txBox="1">
            <a:spLocks noGrp="1"/>
          </p:cNvSpPr>
          <p:nvPr>
            <p:ph idx="4"/>
            <p:custDataLst>
              <p:tags r:id="rId4"/>
            </p:custDataLst>
          </p:nvPr>
        </p:nvSpPr>
        <p:spPr>
          <a:xfrm>
            <a:off x="695325" y="1671955"/>
            <a:ext cx="5255260" cy="4504690"/>
          </a:xfrm>
          <a:prstGeom prst="rect">
            <a:avLst/>
          </a:prstGeom>
          <a:ln>
            <a:noFill/>
            <a:prstDash val="sysDash"/>
          </a:ln>
        </p:spPr>
        <p:txBody>
          <a:bodyPr vert="horz" lIns="90000" tIns="46800" rIns="90000" bIns="46800" rtlCol="0">
            <a:normAutofit/>
          </a:bodyPr>
          <a:lstStyle>
            <a:defPPr>
              <a:defRPr lang="zh-CN"/>
            </a:defPPr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18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●"/>
              <a:defRPr kumimoji="0" lang="zh-CN" altLang="en-US" sz="1800" b="0" i="0" u="none" strike="noStrike" kern="1200" cap="none" spc="150" normalizeH="0" baseline="0" noProof="1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+mn-ea"/>
                <a:ea typeface="+mn-ea"/>
                <a:cs typeface="MiSans Normal" panose="00000500000000000000" charset="-122"/>
                <a:sym typeface="+mn-ea"/>
              </a:defRPr>
            </a:lvl1pPr>
            <a:lvl2pPr marL="449580" marR="0" lvl="1" indent="-231775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sz="1600" b="0" i="0" u="none" strike="noStrike" cap="none" spc="150" normalizeH="0" baseline="0">
                <a:ln>
                  <a:noFill/>
                  <a:prstDash val="sysDot"/>
                </a:ln>
                <a:solidFill>
                  <a:schemeClr val="tx1">
                    <a:lumMod val="50000"/>
                    <a:lumOff val="50000"/>
                  </a:schemeClr>
                </a:solidFill>
                <a:uFillTx/>
                <a:latin typeface="+mn-ea"/>
                <a:ea typeface="+mn-ea"/>
              </a:defRPr>
            </a:lvl2pPr>
            <a:lvl3pPr marL="719455" marR="0" lvl="2" indent="-276225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sz="1600" b="0" i="0" u="none" strike="noStrike" cap="none" spc="150" normalizeH="0" baseline="0">
                <a:ln>
                  <a:noFill/>
                  <a:prstDash val="sysDot"/>
                </a:ln>
                <a:solidFill>
                  <a:schemeClr val="tx1">
                    <a:lumMod val="50000"/>
                    <a:lumOff val="50000"/>
                  </a:schemeClr>
                </a:solidFill>
                <a:uFillTx/>
                <a:latin typeface="+mn-ea"/>
                <a:ea typeface="+mn-ea"/>
              </a:defRPr>
            </a:lvl3pPr>
            <a:lvl4pPr marL="987425" marR="0" lvl="3" indent="-262255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tabLst>
                <a:tab pos="899795" algn="l"/>
              </a:tabLst>
              <a:defRPr kumimoji="0" sz="1400" b="0" i="0" u="none" strike="noStrike" cap="none" spc="150" normalizeH="0" baseline="0">
                <a:ln>
                  <a:noFill/>
                  <a:prstDash val="sysDot"/>
                </a:ln>
                <a:solidFill>
                  <a:schemeClr val="tx1">
                    <a:lumMod val="50000"/>
                    <a:lumOff val="50000"/>
                  </a:schemeClr>
                </a:solidFill>
                <a:uFillTx/>
                <a:latin typeface="+mn-ea"/>
                <a:ea typeface="+mn-ea"/>
              </a:defRPr>
            </a:lvl4pPr>
            <a:lvl5pPr marL="1256030" marR="0" lvl="4" indent="-262255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sz="1400" b="0" i="0" u="none" strike="noStrike" cap="none" spc="150" normalizeH="0" baseline="0">
                <a:ln>
                  <a:noFill/>
                  <a:prstDash val="sysDot"/>
                </a:ln>
                <a:solidFill>
                  <a:schemeClr val="tx1">
                    <a:lumMod val="50000"/>
                    <a:lumOff val="50000"/>
                  </a:schemeClr>
                </a:solidFill>
                <a:uFillTx/>
                <a:latin typeface="+mn-ea"/>
                <a:ea typeface="+mn-ea"/>
              </a:defRPr>
            </a:lvl5pPr>
            <a:lvl6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/>
            <a:r>
              <a:rPr>
                <a:sym typeface="+mn-ea"/>
              </a:rPr>
              <a:t>单击此处编辑母版文本样式</a:t>
            </a:r>
            <a:endParaRPr>
              <a:sym typeface="+mn-ea"/>
            </a:endParaRPr>
          </a:p>
          <a:p>
            <a:pPr lvl="1"/>
            <a:r>
              <a:rPr>
                <a:sym typeface="+mn-ea"/>
              </a:rPr>
              <a:t>第二级</a:t>
            </a:r>
            <a:endParaRPr>
              <a:sym typeface="+mn-ea"/>
            </a:endParaRPr>
          </a:p>
          <a:p>
            <a:pPr lvl="2"/>
            <a:r>
              <a:rPr>
                <a:sym typeface="+mn-ea"/>
              </a:rPr>
              <a:t>第三级</a:t>
            </a:r>
            <a:endParaRPr>
              <a:sym typeface="+mn-ea"/>
            </a:endParaRPr>
          </a:p>
          <a:p>
            <a:pPr lvl="3"/>
            <a:r>
              <a:rPr>
                <a:sym typeface="+mn-ea"/>
              </a:rPr>
              <a:t>第四级</a:t>
            </a:r>
            <a:endParaRPr>
              <a:sym typeface="+mn-ea"/>
            </a:endParaRPr>
          </a:p>
          <a:p>
            <a:pPr lvl="4"/>
            <a:r>
              <a:rPr>
                <a:sym typeface="+mn-ea"/>
              </a:rPr>
              <a:t>第五级</a:t>
            </a:r>
            <a:endParaRPr>
              <a:sym typeface="+mn-ea"/>
            </a:endParaRPr>
          </a:p>
        </p:txBody>
      </p:sp>
      <p:sp>
        <p:nvSpPr>
          <p:cNvPr id="12" name="标题"/>
          <p:cNvSpPr txBox="1">
            <a:spLocks noGrp="1"/>
          </p:cNvSpPr>
          <p:nvPr>
            <p:ph type="title" idx="3"/>
            <p:custDataLst>
              <p:tags r:id="rId5"/>
            </p:custDataLst>
          </p:nvPr>
        </p:nvSpPr>
        <p:spPr>
          <a:xfrm>
            <a:off x="695325" y="1247140"/>
            <a:ext cx="5255260" cy="400050"/>
          </a:xfrm>
          <a:prstGeom prst="rect">
            <a:avLst/>
          </a:prstGeom>
          <a:noFill/>
          <a:ln>
            <a:noFill/>
            <a:prstDash val="sysDash"/>
          </a:ln>
        </p:spPr>
        <p:txBody>
          <a:bodyPr wrap="square" rtlCol="0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2000" b="1" i="0" u="none" strike="noStrike" kern="1200" cap="none" spc="0" normalizeH="0" baseline="0" noProof="1"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  <a:cs typeface="MiSans Normal" panose="00000500000000000000" charset="-122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11" name="任意多边形 10"/>
          <p:cNvSpPr/>
          <p:nvPr userDrawn="1">
            <p:custDataLst>
              <p:tags r:id="rId6"/>
            </p:custDataLst>
          </p:nvPr>
        </p:nvSpPr>
        <p:spPr>
          <a:xfrm rot="5400000" flipV="1">
            <a:off x="-300990" y="301625"/>
            <a:ext cx="987425" cy="384810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001" h="606">
                <a:moveTo>
                  <a:pt x="0" y="0"/>
                </a:moveTo>
                <a:lnTo>
                  <a:pt x="2001" y="0"/>
                </a:lnTo>
                <a:lnTo>
                  <a:pt x="2001" y="256"/>
                </a:lnTo>
                <a:cubicBezTo>
                  <a:pt x="2001" y="450"/>
                  <a:pt x="1845" y="606"/>
                  <a:pt x="1651" y="606"/>
                </a:cubicBezTo>
                <a:lnTo>
                  <a:pt x="0" y="606"/>
                </a:lnTo>
                <a:lnTo>
                  <a:pt x="0" y="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ct val="0"/>
              </a:spcBef>
            </a:pPr>
            <a:endParaRPr lang="zh-CN" altLang="en-US" b="0">
              <a:cs typeface="MiSans Normal" panose="00000500000000000000" charset="-122"/>
            </a:endParaRPr>
          </a:p>
        </p:txBody>
      </p:sp>
      <p:sp>
        <p:nvSpPr>
          <p:cNvPr id="10" name="标题"/>
          <p:cNvSpPr txBox="1">
            <a:spLocks noGrp="1"/>
          </p:cNvSpPr>
          <p:nvPr>
            <p:ph type="title" idx="1"/>
            <p:custDataLst>
              <p:tags r:id="rId7"/>
            </p:custDataLst>
          </p:nvPr>
        </p:nvSpPr>
        <p:spPr>
          <a:xfrm>
            <a:off x="695960" y="360000"/>
            <a:ext cx="10800080" cy="720000"/>
          </a:xfrm>
          <a:prstGeom prst="rect">
            <a:avLst/>
          </a:prstGeom>
          <a:noFill/>
        </p:spPr>
        <p:txBody>
          <a:bodyPr wrap="square" rtlCol="0" anchor="b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3200" b="0" i="0" u="none" strike="noStrike" kern="1200" cap="none" spc="300" normalizeH="0" baseline="0" noProof="1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lt"/>
                <a:cs typeface="MiSans Normal" panose="00000500000000000000" charset="-122"/>
                <a:sym typeface="+mn-ea"/>
              </a:defRPr>
            </a:lvl1pPr>
          </a:lstStyle>
          <a:p>
            <a:pPr lvl="0" algn="l">
              <a:buClrTx/>
              <a:buSzTx/>
              <a:buFontTx/>
            </a:pPr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8"/>
            </p:custDataLst>
          </p:nvPr>
        </p:nvSpPr>
        <p:spPr>
          <a:xfrm>
            <a:off x="699135" y="6314440"/>
            <a:ext cx="2613025" cy="316865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9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10"/>
            </p:custDataLst>
          </p:nvPr>
        </p:nvSpPr>
        <p:spPr>
          <a:xfrm>
            <a:off x="8877300" y="6314440"/>
            <a:ext cx="2618740" cy="316865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 showMasterSp="0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任意多边形 6"/>
          <p:cNvSpPr/>
          <p:nvPr userDrawn="1">
            <p:custDataLst>
              <p:tags r:id="rId2"/>
            </p:custDataLst>
          </p:nvPr>
        </p:nvSpPr>
        <p:spPr>
          <a:xfrm rot="5400000" flipV="1">
            <a:off x="-300990" y="301625"/>
            <a:ext cx="987425" cy="384810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001" h="606">
                <a:moveTo>
                  <a:pt x="0" y="0"/>
                </a:moveTo>
                <a:lnTo>
                  <a:pt x="2001" y="0"/>
                </a:lnTo>
                <a:lnTo>
                  <a:pt x="2001" y="256"/>
                </a:lnTo>
                <a:cubicBezTo>
                  <a:pt x="2001" y="450"/>
                  <a:pt x="1845" y="606"/>
                  <a:pt x="1651" y="606"/>
                </a:cubicBezTo>
                <a:lnTo>
                  <a:pt x="0" y="606"/>
                </a:lnTo>
                <a:lnTo>
                  <a:pt x="0" y="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ct val="0"/>
              </a:spcBef>
            </a:pPr>
            <a:endParaRPr lang="zh-CN" altLang="en-US" b="0">
              <a:cs typeface="MiSans Normal" panose="00000500000000000000" charset="-122"/>
            </a:endParaRPr>
          </a:p>
        </p:txBody>
      </p:sp>
      <p:sp>
        <p:nvSpPr>
          <p:cNvPr id="6" name="标题"/>
          <p:cNvSpPr txBox="1">
            <a:spLocks noGrp="1"/>
          </p:cNvSpPr>
          <p:nvPr>
            <p:ph type="title" idx="1"/>
            <p:custDataLst>
              <p:tags r:id="rId3"/>
            </p:custDataLst>
          </p:nvPr>
        </p:nvSpPr>
        <p:spPr>
          <a:xfrm>
            <a:off x="695960" y="360000"/>
            <a:ext cx="10800080" cy="720000"/>
          </a:xfrm>
          <a:prstGeom prst="rect">
            <a:avLst/>
          </a:prstGeom>
          <a:noFill/>
        </p:spPr>
        <p:txBody>
          <a:bodyPr wrap="square" rtlCol="0" anchor="b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3200" b="0" i="0" u="none" strike="noStrike" kern="1200" cap="none" spc="300" normalizeH="0" baseline="0" noProof="1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lt"/>
                <a:cs typeface="MiSans Normal" panose="00000500000000000000" charset="-122"/>
                <a:sym typeface="+mn-ea"/>
              </a:defRPr>
            </a:lvl1pPr>
          </a:lstStyle>
          <a:p>
            <a:pPr lvl="0" algn="l">
              <a:buClrTx/>
              <a:buSzTx/>
              <a:buFontTx/>
            </a:pPr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699135" y="6314440"/>
            <a:ext cx="2613025" cy="316865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8877300" y="6314440"/>
            <a:ext cx="2618740" cy="316865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Sp="0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任意多边形 13"/>
          <p:cNvSpPr/>
          <p:nvPr>
            <p:custDataLst>
              <p:tags r:id="rId2"/>
            </p:custDataLst>
          </p:nvPr>
        </p:nvSpPr>
        <p:spPr>
          <a:xfrm rot="5400000" flipV="1">
            <a:off x="-300990" y="301625"/>
            <a:ext cx="987425" cy="384810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001" h="606">
                <a:moveTo>
                  <a:pt x="0" y="0"/>
                </a:moveTo>
                <a:lnTo>
                  <a:pt x="2001" y="0"/>
                </a:lnTo>
                <a:lnTo>
                  <a:pt x="2001" y="256"/>
                </a:lnTo>
                <a:cubicBezTo>
                  <a:pt x="2001" y="450"/>
                  <a:pt x="1845" y="606"/>
                  <a:pt x="1651" y="606"/>
                </a:cubicBezTo>
                <a:lnTo>
                  <a:pt x="0" y="606"/>
                </a:lnTo>
                <a:lnTo>
                  <a:pt x="0" y="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ct val="0"/>
              </a:spcBef>
            </a:pPr>
            <a:endParaRPr lang="zh-CN" altLang="en-US" b="0">
              <a:cs typeface="MiSans Normal" panose="00000500000000000000" charset="-122"/>
            </a:endParaRP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 showMasterSp="0">
  <p:cSld name="仅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正文"/>
          <p:cNvSpPr txBox="1">
            <a:spLocks noGrp="1"/>
          </p:cNvSpPr>
          <p:nvPr>
            <p:ph idx="2"/>
            <p:custDataLst>
              <p:tags r:id="rId2"/>
            </p:custDataLst>
          </p:nvPr>
        </p:nvSpPr>
        <p:spPr>
          <a:xfrm>
            <a:off x="695960" y="360045"/>
            <a:ext cx="10801985" cy="5817870"/>
          </a:xfrm>
          <a:prstGeom prst="rect">
            <a:avLst/>
          </a:prstGeom>
          <a:ln>
            <a:noFill/>
            <a:prstDash val="sysDash"/>
          </a:ln>
        </p:spPr>
        <p:txBody>
          <a:bodyPr vert="horz" lIns="90000" tIns="46800" rIns="90000" bIns="46800" rtlCol="0">
            <a:normAutofit/>
          </a:bodyPr>
          <a:lstStyle>
            <a:defPPr>
              <a:defRPr lang="zh-CN"/>
            </a:defPPr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18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●"/>
              <a:defRPr kumimoji="0" lang="zh-CN" altLang="en-US" sz="1800" b="0" i="0" u="none" strike="noStrike" kern="1200" cap="none" spc="150" normalizeH="0" baseline="0" noProof="1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+mn-ea"/>
                <a:ea typeface="+mn-ea"/>
                <a:cs typeface="MiSans Normal" panose="00000500000000000000" charset="-122"/>
                <a:sym typeface="+mn-ea"/>
              </a:defRPr>
            </a:lvl1pPr>
            <a:lvl2pPr marL="449580" marR="0" lvl="1" indent="-231775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sz="1600" b="0" i="0" u="none" strike="noStrike" cap="none" spc="150" normalizeH="0" baseline="0">
                <a:ln>
                  <a:noFill/>
                  <a:prstDash val="sysDot"/>
                </a:ln>
                <a:solidFill>
                  <a:schemeClr val="tx1">
                    <a:lumMod val="50000"/>
                    <a:lumOff val="50000"/>
                  </a:schemeClr>
                </a:solidFill>
                <a:uFillTx/>
                <a:latin typeface="+mn-ea"/>
                <a:ea typeface="+mn-ea"/>
              </a:defRPr>
            </a:lvl2pPr>
            <a:lvl3pPr marL="719455" marR="0" lvl="2" indent="-276225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sz="1600" b="0" i="0" u="none" strike="noStrike" cap="none" spc="150" normalizeH="0" baseline="0">
                <a:ln>
                  <a:noFill/>
                  <a:prstDash val="sysDot"/>
                </a:ln>
                <a:solidFill>
                  <a:schemeClr val="tx1">
                    <a:lumMod val="50000"/>
                    <a:lumOff val="50000"/>
                  </a:schemeClr>
                </a:solidFill>
                <a:uFillTx/>
                <a:latin typeface="+mn-ea"/>
                <a:ea typeface="+mn-ea"/>
              </a:defRPr>
            </a:lvl3pPr>
            <a:lvl4pPr marL="987425" marR="0" lvl="3" indent="-262255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tabLst>
                <a:tab pos="899795" algn="l"/>
              </a:tabLst>
              <a:defRPr kumimoji="0" sz="1400" b="0" i="0" u="none" strike="noStrike" cap="none" spc="150" normalizeH="0" baseline="0">
                <a:ln>
                  <a:noFill/>
                  <a:prstDash val="sysDot"/>
                </a:ln>
                <a:solidFill>
                  <a:schemeClr val="tx1">
                    <a:lumMod val="50000"/>
                    <a:lumOff val="50000"/>
                  </a:schemeClr>
                </a:solidFill>
                <a:uFillTx/>
                <a:latin typeface="+mn-ea"/>
                <a:ea typeface="+mn-ea"/>
              </a:defRPr>
            </a:lvl4pPr>
            <a:lvl5pPr marL="1256030" marR="0" lvl="4" indent="-262255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sz="1400" b="0" i="0" u="none" strike="noStrike" cap="none" spc="150" normalizeH="0" baseline="0">
                <a:ln>
                  <a:noFill/>
                  <a:prstDash val="sysDot"/>
                </a:ln>
                <a:solidFill>
                  <a:schemeClr val="tx1">
                    <a:lumMod val="50000"/>
                    <a:lumOff val="50000"/>
                  </a:schemeClr>
                </a:solidFill>
                <a:uFillTx/>
                <a:latin typeface="+mn-ea"/>
                <a:ea typeface="+mn-ea"/>
              </a:defRPr>
            </a:lvl5pPr>
            <a:lvl6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/>
            <a:r>
              <a:rPr>
                <a:sym typeface="+mn-ea"/>
              </a:rPr>
              <a:t>单击此处编辑母版文本样式</a:t>
            </a:r>
            <a:endParaRPr>
              <a:sym typeface="+mn-ea"/>
            </a:endParaRPr>
          </a:p>
          <a:p>
            <a:pPr lvl="1"/>
            <a:r>
              <a:rPr>
                <a:sym typeface="+mn-ea"/>
              </a:rPr>
              <a:t>第二级</a:t>
            </a:r>
            <a:endParaRPr>
              <a:sym typeface="+mn-ea"/>
            </a:endParaRPr>
          </a:p>
          <a:p>
            <a:pPr lvl="2"/>
            <a:r>
              <a:rPr>
                <a:sym typeface="+mn-ea"/>
              </a:rPr>
              <a:t>第三级</a:t>
            </a:r>
            <a:endParaRPr>
              <a:sym typeface="+mn-ea"/>
            </a:endParaRPr>
          </a:p>
          <a:p>
            <a:pPr lvl="3"/>
            <a:r>
              <a:rPr>
                <a:sym typeface="+mn-ea"/>
              </a:rPr>
              <a:t>第四级</a:t>
            </a:r>
            <a:endParaRPr>
              <a:sym typeface="+mn-ea"/>
            </a:endParaRPr>
          </a:p>
          <a:p>
            <a:pPr lvl="4"/>
            <a:r>
              <a:rPr>
                <a:sym typeface="+mn-ea"/>
              </a:rPr>
              <a:t>第五级</a:t>
            </a:r>
            <a:endParaRPr>
              <a:sym typeface="+mn-ea"/>
            </a:endParaRPr>
          </a:p>
        </p:txBody>
      </p:sp>
      <p:sp>
        <p:nvSpPr>
          <p:cNvPr id="14" name="任意多边形 13"/>
          <p:cNvSpPr/>
          <p:nvPr userDrawn="1">
            <p:custDataLst>
              <p:tags r:id="rId3"/>
            </p:custDataLst>
          </p:nvPr>
        </p:nvSpPr>
        <p:spPr>
          <a:xfrm rot="5400000" flipV="1">
            <a:off x="-300990" y="301625"/>
            <a:ext cx="987425" cy="384810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001" h="606">
                <a:moveTo>
                  <a:pt x="0" y="0"/>
                </a:moveTo>
                <a:lnTo>
                  <a:pt x="2001" y="0"/>
                </a:lnTo>
                <a:lnTo>
                  <a:pt x="2001" y="256"/>
                </a:lnTo>
                <a:cubicBezTo>
                  <a:pt x="2001" y="450"/>
                  <a:pt x="1845" y="606"/>
                  <a:pt x="1651" y="606"/>
                </a:cubicBezTo>
                <a:lnTo>
                  <a:pt x="0" y="606"/>
                </a:lnTo>
                <a:lnTo>
                  <a:pt x="0" y="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ct val="0"/>
              </a:spcBef>
            </a:pPr>
            <a:endParaRPr lang="zh-CN" altLang="en-US" b="0">
              <a:cs typeface="MiSans Normal" panose="00000500000000000000" charset="-122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699135" y="6314440"/>
            <a:ext cx="2613025" cy="316865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8877300" y="6314440"/>
            <a:ext cx="2618740" cy="316865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 showMasterSp="0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任意多边形 7"/>
          <p:cNvSpPr/>
          <p:nvPr userDrawn="1">
            <p:custDataLst>
              <p:tags r:id="rId2"/>
            </p:custDataLst>
          </p:nvPr>
        </p:nvSpPr>
        <p:spPr>
          <a:xfrm rot="5400000" flipV="1">
            <a:off x="-300990" y="301625"/>
            <a:ext cx="987425" cy="384810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001" h="606">
                <a:moveTo>
                  <a:pt x="0" y="0"/>
                </a:moveTo>
                <a:lnTo>
                  <a:pt x="2001" y="0"/>
                </a:lnTo>
                <a:lnTo>
                  <a:pt x="2001" y="256"/>
                </a:lnTo>
                <a:cubicBezTo>
                  <a:pt x="2001" y="450"/>
                  <a:pt x="1845" y="606"/>
                  <a:pt x="1651" y="606"/>
                </a:cubicBezTo>
                <a:lnTo>
                  <a:pt x="0" y="606"/>
                </a:lnTo>
                <a:lnTo>
                  <a:pt x="0" y="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ct val="0"/>
              </a:spcBef>
            </a:pPr>
            <a:endParaRPr lang="zh-CN" altLang="en-US" b="0">
              <a:cs typeface="MiSans Normal" panose="00000500000000000000" charset="-122"/>
            </a:endParaRPr>
          </a:p>
        </p:txBody>
      </p:sp>
      <p:sp>
        <p:nvSpPr>
          <p:cNvPr id="7" name="副标题"/>
          <p:cNvSpPr txBox="1">
            <a:spLocks noGrp="1"/>
          </p:cNvSpPr>
          <p:nvPr>
            <p:ph type="body" idx="2" hasCustomPrompt="1"/>
            <p:custDataLst>
              <p:tags r:id="rId3"/>
            </p:custDataLst>
          </p:nvPr>
        </p:nvSpPr>
        <p:spPr>
          <a:xfrm>
            <a:off x="695960" y="1301750"/>
            <a:ext cx="10799088" cy="405553"/>
          </a:xfrm>
          <a:prstGeom prst="rect">
            <a:avLst/>
          </a:prstGeom>
          <a:noFill/>
          <a:ln>
            <a:noFill/>
            <a:prstDash val="sysDash"/>
          </a:ln>
        </p:spPr>
        <p:txBody>
          <a:bodyPr wrap="square" rtlCol="0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2000" b="0" i="0" u="none" strike="noStrike" kern="1200" cap="none" spc="30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lt"/>
                <a:cs typeface="MiSans Normal" panose="00000500000000000000" charset="-122"/>
              </a:defRPr>
            </a:lvl1pPr>
          </a:lstStyle>
          <a:p>
            <a:pPr lvl="0" algn="l"/>
            <a:r>
              <a:rPr>
                <a:sym typeface="+mn-ea"/>
              </a:rPr>
              <a:t>单击此处编辑母版副标题样式</a:t>
            </a:r>
            <a:endParaRPr>
              <a:sym typeface="+mn-ea"/>
            </a:endParaRPr>
          </a:p>
        </p:txBody>
      </p:sp>
      <p:sp>
        <p:nvSpPr>
          <p:cNvPr id="6" name="标题"/>
          <p:cNvSpPr txBox="1">
            <a:spLocks noGrp="1"/>
          </p:cNvSpPr>
          <p:nvPr>
            <p:ph type="title" idx="1"/>
            <p:custDataLst>
              <p:tags r:id="rId4"/>
            </p:custDataLst>
          </p:nvPr>
        </p:nvSpPr>
        <p:spPr>
          <a:xfrm>
            <a:off x="695960" y="360000"/>
            <a:ext cx="10800080" cy="720000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3200" b="0" i="0" u="none" strike="noStrike" kern="1200" cap="none" spc="300" normalizeH="0" baseline="0" noProof="1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lt"/>
                <a:cs typeface="MiSans Normal" panose="00000500000000000000" charset="-122"/>
                <a:sym typeface="+mn-ea"/>
              </a:defRPr>
            </a:lvl1pPr>
          </a:lstStyle>
          <a:p>
            <a:pPr lvl="0" algn="l">
              <a:buClrTx/>
              <a:buSzTx/>
              <a:buFontTx/>
            </a:pPr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>
          <a:xfrm>
            <a:off x="694055" y="6314440"/>
            <a:ext cx="2618105" cy="316865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>
          <a:xfrm>
            <a:off x="8877300" y="6314440"/>
            <a:ext cx="2618740" cy="316865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末尾幻灯片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任意多边形 22"/>
          <p:cNvSpPr/>
          <p:nvPr userDrawn="1">
            <p:custDataLst>
              <p:tags r:id="rId2"/>
            </p:custDataLst>
          </p:nvPr>
        </p:nvSpPr>
        <p:spPr>
          <a:xfrm>
            <a:off x="-14605" y="-1"/>
            <a:ext cx="6006465" cy="6858001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9459" h="10862">
                <a:moveTo>
                  <a:pt x="0" y="0"/>
                </a:moveTo>
                <a:lnTo>
                  <a:pt x="7595" y="0"/>
                </a:lnTo>
                <a:lnTo>
                  <a:pt x="7612" y="22"/>
                </a:lnTo>
                <a:cubicBezTo>
                  <a:pt x="8770" y="1514"/>
                  <a:pt x="9459" y="3388"/>
                  <a:pt x="9459" y="5423"/>
                </a:cubicBezTo>
                <a:cubicBezTo>
                  <a:pt x="9459" y="7458"/>
                  <a:pt x="8770" y="9332"/>
                  <a:pt x="7612" y="10824"/>
                </a:cubicBezTo>
                <a:lnTo>
                  <a:pt x="7582" y="10862"/>
                </a:lnTo>
                <a:lnTo>
                  <a:pt x="0" y="10862"/>
                </a:lnTo>
                <a:lnTo>
                  <a:pt x="0" y="0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  <a:effectLst>
            <a:outerShdw blurRad="495300" dist="38100" dir="2700000" algn="tl" rotWithShape="0">
              <a:schemeClr val="accent1">
                <a:alpha val="1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 defTabSz="914400" fontAlgn="auto">
              <a:spcBef>
                <a:spcPct val="0"/>
              </a:spcBef>
            </a:pPr>
            <a:endParaRPr lang="zh-CN" altLang="en-US" sz="1800" b="0">
              <a:cs typeface="MiSans Normal" panose="00000500000000000000" charset="-122"/>
            </a:endParaRPr>
          </a:p>
        </p:txBody>
      </p:sp>
      <p:sp>
        <p:nvSpPr>
          <p:cNvPr id="24" name="任意多边形 23"/>
          <p:cNvSpPr/>
          <p:nvPr userDrawn="1">
            <p:custDataLst>
              <p:tags r:id="rId3"/>
            </p:custDataLst>
          </p:nvPr>
        </p:nvSpPr>
        <p:spPr>
          <a:xfrm rot="16200000">
            <a:off x="-1383664" y="1369058"/>
            <a:ext cx="6858000" cy="4119881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">
                <a:pos x="hc" y="t"/>
              </a:cxn>
              <a:cxn ang="3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">
                <a:pos x="ir" y="it"/>
              </a:cxn>
            </a:cxnLst>
            <a:rect l="l" t="t" r="r" b="b"/>
            <a:pathLst>
              <a:path w="10858" h="6488">
                <a:moveTo>
                  <a:pt x="0" y="0"/>
                </a:moveTo>
                <a:lnTo>
                  <a:pt x="10858" y="0"/>
                </a:lnTo>
                <a:lnTo>
                  <a:pt x="10858" y="2789"/>
                </a:lnTo>
                <a:lnTo>
                  <a:pt x="10834" y="2850"/>
                </a:lnTo>
                <a:cubicBezTo>
                  <a:pt x="9962" y="4984"/>
                  <a:pt x="7865" y="6488"/>
                  <a:pt x="5417" y="6488"/>
                </a:cubicBezTo>
                <a:cubicBezTo>
                  <a:pt x="2982" y="6488"/>
                  <a:pt x="895" y="5001"/>
                  <a:pt x="15" y="2885"/>
                </a:cubicBezTo>
                <a:lnTo>
                  <a:pt x="0" y="2849"/>
                </a:lnTo>
                <a:lnTo>
                  <a:pt x="0" y="0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  <a:effectLst>
            <a:outerShdw blurRad="495300" dist="152400" dir="2700000" algn="tl" rotWithShape="0">
              <a:schemeClr val="accent1">
                <a:alpha val="1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 defTabSz="914400" fontAlgn="auto">
              <a:spcBef>
                <a:spcPct val="0"/>
              </a:spcBef>
            </a:pPr>
            <a:endParaRPr lang="zh-CN" altLang="en-US" sz="1800" b="0">
              <a:solidFill>
                <a:schemeClr val="lt1"/>
              </a:solidFill>
              <a:cs typeface="MiSans Normal" panose="00000500000000000000" charset="-122"/>
            </a:endParaRPr>
          </a:p>
        </p:txBody>
      </p:sp>
      <p:sp>
        <p:nvSpPr>
          <p:cNvPr id="26" name="任意多边形 25"/>
          <p:cNvSpPr/>
          <p:nvPr userDrawn="1">
            <p:custDataLst>
              <p:tags r:id="rId4"/>
            </p:custDataLst>
          </p:nvPr>
        </p:nvSpPr>
        <p:spPr>
          <a:xfrm rot="16200000">
            <a:off x="-1336642" y="2318743"/>
            <a:ext cx="4864351" cy="2220278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">
                <a:pos x="hc" y="t"/>
              </a:cxn>
              <a:cxn ang="3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">
                <a:pos x="ir" y="it"/>
              </a:cxn>
            </a:cxnLst>
            <a:rect l="l" t="t" r="r" b="b"/>
            <a:pathLst>
              <a:path w="7660" h="3514">
                <a:moveTo>
                  <a:pt x="0" y="0"/>
                </a:moveTo>
                <a:lnTo>
                  <a:pt x="7660" y="0"/>
                </a:lnTo>
                <a:lnTo>
                  <a:pt x="7659" y="14"/>
                </a:lnTo>
                <a:cubicBezTo>
                  <a:pt x="7485" y="1975"/>
                  <a:pt x="5837" y="3514"/>
                  <a:pt x="3830" y="3514"/>
                </a:cubicBezTo>
                <a:cubicBezTo>
                  <a:pt x="1822" y="3514"/>
                  <a:pt x="173" y="1974"/>
                  <a:pt x="1" y="10"/>
                </a:cubicBezTo>
                <a:lnTo>
                  <a:pt x="0" y="0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  <a:effectLst>
            <a:outerShdw blurRad="495300" dist="38100" dir="2700000" algn="tl" rotWithShape="0">
              <a:schemeClr val="accent1">
                <a:alpha val="2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 defTabSz="914400" fontAlgn="auto">
              <a:spcBef>
                <a:spcPct val="0"/>
              </a:spcBef>
            </a:pPr>
            <a:endParaRPr lang="zh-CN" altLang="en-US" sz="1800" b="0">
              <a:solidFill>
                <a:schemeClr val="lt1"/>
              </a:solidFill>
              <a:cs typeface="MiSans Normal" panose="00000500000000000000" charset="-122"/>
            </a:endParaRPr>
          </a:p>
        </p:txBody>
      </p:sp>
      <p:sp>
        <p:nvSpPr>
          <p:cNvPr id="30" name="圆角矩形 29"/>
          <p:cNvSpPr/>
          <p:nvPr userDrawn="1">
            <p:custDataLst>
              <p:tags r:id="rId5"/>
            </p:custDataLst>
          </p:nvPr>
        </p:nvSpPr>
        <p:spPr>
          <a:xfrm rot="10800000">
            <a:off x="5155565" y="3855720"/>
            <a:ext cx="5383530" cy="111125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25000" lnSpcReduction="20000"/>
          </a:bodyPr>
          <a:lstStyle/>
          <a:p>
            <a:pPr algn="ctr" defTabSz="914400" fontAlgn="auto">
              <a:spcBef>
                <a:spcPct val="0"/>
              </a:spcBef>
            </a:pPr>
            <a:endParaRPr lang="zh-CN" altLang="en-US" sz="1800" b="0">
              <a:cs typeface="MiSans Normal" panose="00000500000000000000" charset="-122"/>
            </a:endParaRPr>
          </a:p>
        </p:txBody>
      </p:sp>
      <p:cxnSp>
        <p:nvCxnSpPr>
          <p:cNvPr id="32" name="直接连接符 31"/>
          <p:cNvCxnSpPr/>
          <p:nvPr userDrawn="1">
            <p:custDataLst>
              <p:tags r:id="rId6"/>
            </p:custDataLst>
          </p:nvPr>
        </p:nvCxnSpPr>
        <p:spPr>
          <a:xfrm>
            <a:off x="11197590" y="2981325"/>
            <a:ext cx="215900" cy="0"/>
          </a:xfrm>
          <a:prstGeom prst="line">
            <a:avLst/>
          </a:prstGeom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接连接符 32"/>
          <p:cNvCxnSpPr/>
          <p:nvPr userDrawn="1">
            <p:custDataLst>
              <p:tags r:id="rId7"/>
            </p:custDataLst>
          </p:nvPr>
        </p:nvCxnSpPr>
        <p:spPr>
          <a:xfrm>
            <a:off x="11305540" y="1912620"/>
            <a:ext cx="0" cy="594995"/>
          </a:xfrm>
          <a:prstGeom prst="line">
            <a:avLst/>
          </a:prstGeom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接连接符 33"/>
          <p:cNvCxnSpPr/>
          <p:nvPr userDrawn="1">
            <p:custDataLst>
              <p:tags r:id="rId8"/>
            </p:custDataLst>
          </p:nvPr>
        </p:nvCxnSpPr>
        <p:spPr>
          <a:xfrm>
            <a:off x="11305540" y="3455035"/>
            <a:ext cx="0" cy="636905"/>
          </a:xfrm>
          <a:prstGeom prst="line">
            <a:avLst/>
          </a:prstGeom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椭圆 36"/>
          <p:cNvSpPr/>
          <p:nvPr userDrawn="1">
            <p:custDataLst>
              <p:tags r:id="rId9"/>
            </p:custDataLst>
          </p:nvPr>
        </p:nvSpPr>
        <p:spPr>
          <a:xfrm>
            <a:off x="10016490" y="4434205"/>
            <a:ext cx="538480" cy="538480"/>
          </a:xfrm>
          <a:prstGeom prst="ellipse">
            <a:avLst/>
          </a:prstGeom>
          <a:solidFill>
            <a:schemeClr val="accent1"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 defTabSz="914400" fontAlgn="auto">
              <a:spcBef>
                <a:spcPct val="0"/>
              </a:spcBef>
            </a:pPr>
            <a:endParaRPr lang="zh-CN" altLang="en-US" sz="1800" b="0">
              <a:cs typeface="MiSans Normal" panose="00000500000000000000" charset="-122"/>
            </a:endParaRPr>
          </a:p>
        </p:txBody>
      </p:sp>
      <p:sp>
        <p:nvSpPr>
          <p:cNvPr id="38" name="椭圆 37"/>
          <p:cNvSpPr/>
          <p:nvPr userDrawn="1">
            <p:custDataLst>
              <p:tags r:id="rId10"/>
            </p:custDataLst>
          </p:nvPr>
        </p:nvSpPr>
        <p:spPr>
          <a:xfrm>
            <a:off x="10123170" y="4540885"/>
            <a:ext cx="325120" cy="32512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62500" lnSpcReduction="20000"/>
          </a:bodyPr>
          <a:lstStyle/>
          <a:p>
            <a:pPr algn="ctr" defTabSz="914400" fontAlgn="auto">
              <a:spcBef>
                <a:spcPct val="0"/>
              </a:spcBef>
            </a:pPr>
            <a:endParaRPr lang="zh-CN" altLang="en-US" sz="1800" b="0">
              <a:cs typeface="MiSans Normal" panose="00000500000000000000" charset="-122"/>
            </a:endParaRPr>
          </a:p>
        </p:txBody>
      </p:sp>
      <p:sp>
        <p:nvSpPr>
          <p:cNvPr id="39" name="向下箭头"/>
          <p:cNvSpPr/>
          <p:nvPr userDrawn="1">
            <p:custDataLst>
              <p:tags r:id="rId11"/>
            </p:custDataLst>
          </p:nvPr>
        </p:nvSpPr>
        <p:spPr>
          <a:xfrm>
            <a:off x="10227310" y="4633595"/>
            <a:ext cx="118745" cy="139700"/>
          </a:xfrm>
          <a:custGeom>
            <a:avLst/>
            <a:gdLst>
              <a:gd name="connsiteX0" fmla="*/ 222512 w 477622"/>
              <a:gd name="connsiteY0" fmla="*/ 0 h 559381"/>
              <a:gd name="connsiteX1" fmla="*/ 258512 w 477622"/>
              <a:gd name="connsiteY1" fmla="*/ 0 h 559381"/>
              <a:gd name="connsiteX2" fmla="*/ 258512 w 477622"/>
              <a:gd name="connsiteY2" fmla="*/ 488296 h 559381"/>
              <a:gd name="connsiteX3" fmla="*/ 452168 w 477622"/>
              <a:gd name="connsiteY3" fmla="*/ 294641 h 559381"/>
              <a:gd name="connsiteX4" fmla="*/ 477622 w 477622"/>
              <a:gd name="connsiteY4" fmla="*/ 320096 h 559381"/>
              <a:gd name="connsiteX5" fmla="*/ 264266 w 477622"/>
              <a:gd name="connsiteY5" fmla="*/ 533452 h 559381"/>
              <a:gd name="connsiteX6" fmla="*/ 264740 w 477622"/>
              <a:gd name="connsiteY6" fmla="*/ 533926 h 559381"/>
              <a:gd name="connsiteX7" fmla="*/ 239284 w 477622"/>
              <a:gd name="connsiteY7" fmla="*/ 559381 h 559381"/>
              <a:gd name="connsiteX8" fmla="*/ 238812 w 477622"/>
              <a:gd name="connsiteY8" fmla="*/ 558908 h 559381"/>
              <a:gd name="connsiteX9" fmla="*/ 238338 w 477622"/>
              <a:gd name="connsiteY9" fmla="*/ 559381 h 559381"/>
              <a:gd name="connsiteX10" fmla="*/ 212882 w 477622"/>
              <a:gd name="connsiteY10" fmla="*/ 533926 h 559381"/>
              <a:gd name="connsiteX11" fmla="*/ 213356 w 477622"/>
              <a:gd name="connsiteY11" fmla="*/ 533452 h 559381"/>
              <a:gd name="connsiteX12" fmla="*/ 0 w 477622"/>
              <a:gd name="connsiteY12" fmla="*/ 320096 h 559381"/>
              <a:gd name="connsiteX13" fmla="*/ 25456 w 477622"/>
              <a:gd name="connsiteY13" fmla="*/ 294641 h 559381"/>
              <a:gd name="connsiteX14" fmla="*/ 222512 w 477622"/>
              <a:gd name="connsiteY14" fmla="*/ 491698 h 559381"/>
              <a:gd name="connsiteX15" fmla="*/ 222512 w 477622"/>
              <a:gd name="connsiteY15" fmla="*/ 0 h 5593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477622" h="559381">
                <a:moveTo>
                  <a:pt x="222512" y="0"/>
                </a:moveTo>
                <a:lnTo>
                  <a:pt x="258512" y="0"/>
                </a:lnTo>
                <a:lnTo>
                  <a:pt x="258512" y="488296"/>
                </a:lnTo>
                <a:lnTo>
                  <a:pt x="452168" y="294641"/>
                </a:lnTo>
                <a:lnTo>
                  <a:pt x="477622" y="320096"/>
                </a:lnTo>
                <a:lnTo>
                  <a:pt x="264266" y="533452"/>
                </a:lnTo>
                <a:lnTo>
                  <a:pt x="264740" y="533926"/>
                </a:lnTo>
                <a:lnTo>
                  <a:pt x="239284" y="559381"/>
                </a:lnTo>
                <a:lnTo>
                  <a:pt x="238812" y="558908"/>
                </a:lnTo>
                <a:lnTo>
                  <a:pt x="238338" y="559381"/>
                </a:lnTo>
                <a:lnTo>
                  <a:pt x="212882" y="533926"/>
                </a:lnTo>
                <a:lnTo>
                  <a:pt x="213356" y="533452"/>
                </a:lnTo>
                <a:lnTo>
                  <a:pt x="0" y="320096"/>
                </a:lnTo>
                <a:lnTo>
                  <a:pt x="25456" y="294641"/>
                </a:lnTo>
                <a:lnTo>
                  <a:pt x="222512" y="491698"/>
                </a:lnTo>
                <a:lnTo>
                  <a:pt x="222512" y="0"/>
                </a:lnTo>
                <a:close/>
              </a:path>
            </a:pathLst>
          </a:custGeom>
          <a:solidFill>
            <a:schemeClr val="bg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rmAutofit fontScale="25000" lnSpcReduction="20000"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ct val="0"/>
              </a:spcBef>
            </a:pPr>
            <a:endParaRPr lang="zh-CN" altLang="en-US" b="0">
              <a:cs typeface="MiSans Normal" panose="00000500000000000000" charset="-122"/>
            </a:endParaRPr>
          </a:p>
        </p:txBody>
      </p:sp>
      <p:sp>
        <p:nvSpPr>
          <p:cNvPr id="44" name="任意多边形 43"/>
          <p:cNvSpPr/>
          <p:nvPr userDrawn="1">
            <p:custDataLst>
              <p:tags r:id="rId12"/>
            </p:custDataLst>
          </p:nvPr>
        </p:nvSpPr>
        <p:spPr>
          <a:xfrm>
            <a:off x="8945880" y="5997575"/>
            <a:ext cx="3246120" cy="86042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5112" h="1355">
                <a:moveTo>
                  <a:pt x="301" y="0"/>
                </a:moveTo>
                <a:lnTo>
                  <a:pt x="5112" y="0"/>
                </a:lnTo>
                <a:lnTo>
                  <a:pt x="5112" y="1355"/>
                </a:lnTo>
                <a:lnTo>
                  <a:pt x="0" y="1355"/>
                </a:lnTo>
                <a:lnTo>
                  <a:pt x="0" y="301"/>
                </a:lnTo>
                <a:cubicBezTo>
                  <a:pt x="0" y="135"/>
                  <a:pt x="135" y="0"/>
                  <a:pt x="301" y="0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ct val="0"/>
              </a:spcBef>
            </a:pPr>
            <a:endParaRPr lang="zh-CN" altLang="en-US" b="0">
              <a:cs typeface="MiSans Normal" panose="00000500000000000000" charset="-122"/>
            </a:endParaRPr>
          </a:p>
        </p:txBody>
      </p:sp>
      <p:sp>
        <p:nvSpPr>
          <p:cNvPr id="7" name="标题"/>
          <p:cNvSpPr txBox="1">
            <a:spLocks noGrp="1"/>
          </p:cNvSpPr>
          <p:nvPr>
            <p:ph type="title" idx="1" hasCustomPrompt="1"/>
            <p:custDataLst>
              <p:tags r:id="rId13"/>
            </p:custDataLst>
          </p:nvPr>
        </p:nvSpPr>
        <p:spPr>
          <a:xfrm>
            <a:off x="2418715" y="1901190"/>
            <a:ext cx="8250555" cy="1705610"/>
          </a:xfrm>
          <a:prstGeom prst="rect">
            <a:avLst/>
          </a:prstGeom>
          <a:noFill/>
        </p:spPr>
        <p:txBody>
          <a:bodyPr wrap="square" lIns="91440" tIns="45720" rIns="91440" bIns="45720" rtlCol="0" anchor="b" anchorCtr="0">
            <a:normAutofit/>
          </a:bodyPr>
          <a:lstStyle>
            <a:lvl1pPr marL="0" marR="0" lvl="0" algn="r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altLang="zh-CN" sz="7200" b="0" i="0" u="none" strike="noStrike" kern="1200" cap="none" spc="0" normalizeH="0" baseline="0" noProof="1"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  <a:cs typeface="MiSans Heavy" panose="00000A00000000000000" charset="-122"/>
                <a:sym typeface="+mn-ea"/>
              </a:defRPr>
            </a:lvl1pPr>
          </a:lstStyle>
          <a:p>
            <a:pPr lvl="0" algn="r">
              <a:buClrTx/>
              <a:buSzTx/>
              <a:buFontTx/>
            </a:pPr>
            <a:r>
              <a:rPr>
                <a:sym typeface="+mn-ea"/>
              </a:rPr>
              <a:t>单击此处编辑标题</a:t>
            </a:r>
            <a:endParaRPr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18" name="署名占位符 10"/>
          <p:cNvSpPr>
            <a:spLocks noGrp="1"/>
          </p:cNvSpPr>
          <p:nvPr>
            <p:ph type="body" sz="quarter" idx="17" hasCustomPrompt="1"/>
            <p:custDataLst>
              <p:tags r:id="rId17"/>
            </p:custDataLst>
          </p:nvPr>
        </p:nvSpPr>
        <p:spPr>
          <a:xfrm>
            <a:off x="2418715" y="4375145"/>
            <a:ext cx="7444103" cy="656600"/>
          </a:xfrm>
        </p:spPr>
        <p:txBody>
          <a:bodyPr wrap="square" anchor="ctr">
            <a:normAutofit/>
          </a:bodyPr>
          <a:lstStyle>
            <a:lvl1pPr marL="0" indent="0" algn="r">
              <a:lnSpc>
                <a:spcPct val="100000"/>
              </a:lnSpc>
              <a:buNone/>
              <a:defRPr sz="2000" b="0">
                <a:solidFill>
                  <a:schemeClr val="tx1"/>
                </a:solidFill>
                <a:latin typeface="+mj-ea"/>
                <a:ea typeface="+mj-ea"/>
              </a:defRPr>
            </a:lvl1pPr>
          </a:lstStyle>
          <a:p>
            <a:pPr lvl="0"/>
            <a:r>
              <a:rPr lang="zh-CN" altLang="en-US" dirty="0"/>
              <a:t>署名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0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9" Type="http://schemas.openxmlformats.org/officeDocument/2006/relationships/tags" Target="../tags/tag98.xml"/><Relationship Id="rId18" Type="http://schemas.openxmlformats.org/officeDocument/2006/relationships/tags" Target="../tags/tag97.xml"/><Relationship Id="rId17" Type="http://schemas.openxmlformats.org/officeDocument/2006/relationships/tags" Target="../tags/tag96.xml"/><Relationship Id="rId16" Type="http://schemas.openxmlformats.org/officeDocument/2006/relationships/tags" Target="../tags/tag95.xml"/><Relationship Id="rId15" Type="http://schemas.openxmlformats.org/officeDocument/2006/relationships/tags" Target="../tags/tag94.xml"/><Relationship Id="rId14" Type="http://schemas.openxmlformats.org/officeDocument/2006/relationships/tags" Target="../tags/tag93.xml"/><Relationship Id="rId13" Type="http://schemas.openxmlformats.org/officeDocument/2006/relationships/tags" Target="../tags/tag92.xml"/><Relationship Id="rId12" Type="http://schemas.openxmlformats.org/officeDocument/2006/relationships/tags" Target="../tags/tag91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直接连接符 15"/>
          <p:cNvSpPr>
            <a:spLocks noChangeShapeType="1"/>
          </p:cNvSpPr>
          <p:nvPr/>
        </p:nvSpPr>
        <p:spPr bwMode="auto">
          <a:xfrm>
            <a:off x="11684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  <a:alpha val="9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>
              <a:latin typeface="+mn-lt"/>
              <a:ea typeface="+mn-ea"/>
            </a:endParaRPr>
          </a:p>
        </p:txBody>
      </p:sp>
      <p:sp>
        <p:nvSpPr>
          <p:cNvPr id="22" name="标题占位符 21"/>
          <p:cNvSpPr>
            <a:spLocks noGrp="1"/>
          </p:cNvSpPr>
          <p:nvPr>
            <p:ph type="title"/>
          </p:nvPr>
        </p:nvSpPr>
        <p:spPr>
          <a:xfrm>
            <a:off x="609600" y="274638"/>
            <a:ext cx="9956800" cy="1143000"/>
          </a:xfrm>
          <a:prstGeom prst="rect">
            <a:avLst/>
          </a:prstGeom>
        </p:spPr>
        <p:txBody>
          <a:bodyPr vert="horz" anchor="b">
            <a:normAutofit/>
          </a:bodyPr>
          <a:lstStyle/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13" name="文本占位符 12"/>
          <p:cNvSpPr>
            <a:spLocks noGrp="1"/>
          </p:cNvSpPr>
          <p:nvPr>
            <p:ph type="body" idx="1"/>
          </p:nvPr>
        </p:nvSpPr>
        <p:spPr>
          <a:xfrm>
            <a:off x="609600" y="1600200"/>
            <a:ext cx="9956800" cy="4873752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zh-CN" altLang="en-US"/>
              <a:t>单击此处编辑母版文本样式</a:t>
            </a:r>
            <a:endParaRPr kumimoji="0" lang="zh-CN" altLang="en-US"/>
          </a:p>
          <a:p>
            <a:pPr lvl="1" eaLnBrk="1" latinLnBrk="0" hangingPunct="1"/>
            <a:r>
              <a:rPr kumimoji="0" lang="zh-CN" altLang="en-US"/>
              <a:t>第二级</a:t>
            </a:r>
            <a:endParaRPr kumimoji="0" lang="zh-CN" altLang="en-US"/>
          </a:p>
          <a:p>
            <a:pPr lvl="2" eaLnBrk="1" latinLnBrk="0" hangingPunct="1"/>
            <a:r>
              <a:rPr kumimoji="0" lang="zh-CN" altLang="en-US"/>
              <a:t>第三级</a:t>
            </a:r>
            <a:endParaRPr kumimoji="0" lang="zh-CN" altLang="en-US"/>
          </a:p>
          <a:p>
            <a:pPr lvl="3" eaLnBrk="1" latinLnBrk="0" hangingPunct="1"/>
            <a:r>
              <a:rPr kumimoji="0" lang="zh-CN" altLang="en-US"/>
              <a:t>第四级</a:t>
            </a:r>
            <a:endParaRPr kumimoji="0" lang="zh-CN" altLang="en-US"/>
          </a:p>
          <a:p>
            <a:pPr lvl="4" eaLnBrk="1" latinLnBrk="0" hangingPunct="1"/>
            <a:r>
              <a:rPr kumimoji="0" lang="zh-CN" altLang="en-US"/>
              <a:t>第五级</a:t>
            </a:r>
            <a:endParaRPr kumimoji="0" lang="en-US"/>
          </a:p>
        </p:txBody>
      </p:sp>
      <p:sp>
        <p:nvSpPr>
          <p:cNvPr id="14" name="日期占位符 13"/>
          <p:cNvSpPr>
            <a:spLocks noGrp="1"/>
          </p:cNvSpPr>
          <p:nvPr>
            <p:ph type="dt" sz="half" idx="2"/>
          </p:nvPr>
        </p:nvSpPr>
        <p:spPr>
          <a:xfrm rot="5400000">
            <a:off x="10119360" y="1081851"/>
            <a:ext cx="2682240" cy="384048"/>
          </a:xfrm>
          <a:prstGeom prst="rect">
            <a:avLst/>
          </a:prstGeom>
        </p:spPr>
        <p:txBody>
          <a:bodyPr vert="horz" anchor="ctr" anchorCtr="0"/>
          <a:lstStyle>
            <a:lvl1pPr algn="r" eaLnBrk="1" latinLnBrk="0" hangingPunct="1">
              <a:defRPr kumimoji="0" sz="120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26201486-5497-4331-98D7-82ADB148CFC4}" type="datetime1">
              <a:rPr lang="zh-CN" altLang="en-US" smtClean="0"/>
            </a:fld>
            <a:endParaRPr lang="zh-CN" altLang="en-US" dirty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3"/>
          </p:nvPr>
        </p:nvSpPr>
        <p:spPr>
          <a:xfrm rot="5400000">
            <a:off x="9320248" y="3737240"/>
            <a:ext cx="4267200" cy="365760"/>
          </a:xfrm>
          <a:prstGeom prst="rect">
            <a:avLst/>
          </a:prstGeom>
        </p:spPr>
        <p:txBody>
          <a:bodyPr vert="horz" anchor="ctr" anchorCtr="0"/>
          <a:lstStyle>
            <a:lvl1pPr algn="l" eaLnBrk="1" latinLnBrk="0" hangingPunct="1">
              <a:defRPr kumimoji="0" sz="120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endParaRPr lang="zh-CN" altLang="en-US" dirty="0"/>
          </a:p>
        </p:txBody>
      </p:sp>
      <p:sp>
        <p:nvSpPr>
          <p:cNvPr id="7" name="直接连接符 6"/>
          <p:cNvSpPr>
            <a:spLocks noChangeShapeType="1"/>
          </p:cNvSpPr>
          <p:nvPr/>
        </p:nvSpPr>
        <p:spPr bwMode="auto">
          <a:xfrm>
            <a:off x="101600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>
              <a:latin typeface="+mn-lt"/>
              <a:ea typeface="+mn-ea"/>
            </a:endParaRPr>
          </a:p>
        </p:txBody>
      </p:sp>
      <p:sp>
        <p:nvSpPr>
          <p:cNvPr id="9" name="直接连接符 8"/>
          <p:cNvSpPr>
            <a:spLocks noChangeShapeType="1"/>
          </p:cNvSpPr>
          <p:nvPr/>
        </p:nvSpPr>
        <p:spPr bwMode="auto">
          <a:xfrm>
            <a:off x="11988800" y="0"/>
            <a:ext cx="0" cy="6858000"/>
          </a:xfrm>
          <a:prstGeom prst="line">
            <a:avLst/>
          </a:prstGeom>
          <a:noFill/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>
              <a:latin typeface="+mn-lt"/>
              <a:ea typeface="+mn-ea"/>
            </a:endParaRPr>
          </a:p>
        </p:txBody>
      </p:sp>
      <p:sp>
        <p:nvSpPr>
          <p:cNvPr id="10" name="矩形 9"/>
          <p:cNvSpPr/>
          <p:nvPr/>
        </p:nvSpPr>
        <p:spPr bwMode="auto">
          <a:xfrm>
            <a:off x="11785600" y="0"/>
            <a:ext cx="406400" cy="6858000"/>
          </a:xfrm>
          <a:prstGeom prst="rect">
            <a:avLst/>
          </a:prstGeom>
          <a:solidFill>
            <a:schemeClr val="accent1">
              <a:tint val="60000"/>
              <a:alpha val="87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直接连接符 10"/>
          <p:cNvSpPr>
            <a:spLocks noChangeShapeType="1"/>
          </p:cNvSpPr>
          <p:nvPr/>
        </p:nvSpPr>
        <p:spPr bwMode="auto">
          <a:xfrm>
            <a:off x="118872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>
              <a:latin typeface="+mn-lt"/>
              <a:ea typeface="+mn-ea"/>
            </a:endParaRPr>
          </a:p>
        </p:txBody>
      </p:sp>
      <p:sp>
        <p:nvSpPr>
          <p:cNvPr id="12" name="椭圆 11"/>
          <p:cNvSpPr/>
          <p:nvPr/>
        </p:nvSpPr>
        <p:spPr>
          <a:xfrm>
            <a:off x="10875264" y="5715000"/>
            <a:ext cx="731520" cy="54864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3" name="灯片编号占位符 22"/>
          <p:cNvSpPr>
            <a:spLocks noGrp="1"/>
          </p:cNvSpPr>
          <p:nvPr>
            <p:ph type="sldNum" sz="quarter" idx="4"/>
          </p:nvPr>
        </p:nvSpPr>
        <p:spPr>
          <a:xfrm>
            <a:off x="10838688" y="5734050"/>
            <a:ext cx="812800" cy="521208"/>
          </a:xfrm>
          <a:prstGeom prst="rect">
            <a:avLst/>
          </a:prstGeom>
        </p:spPr>
        <p:txBody>
          <a:bodyPr vert="horz" anchor="ctr"/>
          <a:lstStyle>
            <a:lvl1pPr algn="ctr" eaLnBrk="1" latinLnBrk="0" hangingPunct="1">
              <a:defRPr kumimoji="0" sz="1400" b="1">
                <a:solidFill>
                  <a:srgbClr val="FFFFFF"/>
                </a:solidFill>
                <a:latin typeface="+mn-lt"/>
                <a:ea typeface="+mn-ea"/>
              </a:defRPr>
            </a:lvl1pPr>
          </a:lstStyle>
          <a:p>
            <a:fld id="{0503CE10-F9D3-4072-A615-6A95AA0B7B65}" type="slidenum">
              <a:rPr lang="zh-CN" altLang="en-US" smtClean="0"/>
            </a:fld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rtl="0" eaLnBrk="1" latinLnBrk="0" hangingPunct="1">
        <a:spcBef>
          <a:spcPct val="0"/>
        </a:spcBef>
        <a:buNone/>
        <a:defRPr kumimoji="0" sz="3000" b="0" kern="1200" cap="small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600"/>
        </a:spcBef>
        <a:buClr>
          <a:schemeClr val="accent1"/>
        </a:buClr>
        <a:buSzPct val="70000"/>
        <a:buFont typeface="Wingdings" panose="05000000000000000000"/>
        <a:buChar char="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74320" algn="l" rtl="0" eaLnBrk="1" latinLnBrk="0" hangingPunct="1">
        <a:spcBef>
          <a:spcPct val="20000"/>
        </a:spcBef>
        <a:buClr>
          <a:schemeClr val="accent1"/>
        </a:buClr>
        <a:buSzPct val="80000"/>
        <a:buFont typeface="Wingdings 2" panose="05020102010507070707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182880" algn="l" rtl="0" eaLnBrk="1" latinLnBrk="0" hangingPunct="1">
        <a:spcBef>
          <a:spcPct val="20000"/>
        </a:spcBef>
        <a:buClr>
          <a:schemeClr val="accent1">
            <a:shade val="75000"/>
          </a:schemeClr>
        </a:buClr>
        <a:buSzPct val="60000"/>
        <a:buFont typeface="Wingdings" panose="05000000000000000000"/>
        <a:buChar char="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188720" indent="-182880" algn="l" rtl="0" eaLnBrk="1" latinLnBrk="0" hangingPunct="1">
        <a:spcBef>
          <a:spcPct val="20000"/>
        </a:spcBef>
        <a:buClr>
          <a:schemeClr val="accent1">
            <a:tint val="60000"/>
          </a:schemeClr>
        </a:buClr>
        <a:buSzPct val="60000"/>
        <a:buFont typeface="Wingdings" panose="05000000000000000000"/>
        <a:buChar char="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463040" indent="-182880" algn="l" rtl="0" eaLnBrk="1" latinLnBrk="0" hangingPunct="1">
        <a:spcBef>
          <a:spcPct val="20000"/>
        </a:spcBef>
        <a:buClr>
          <a:schemeClr val="accent2">
            <a:tint val="60000"/>
          </a:schemeClr>
        </a:buClr>
        <a:buSzPct val="68000"/>
        <a:buFont typeface="Wingdings 2" panose="05020102010507070707"/>
        <a:buChar char="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182880" algn="l" rtl="0" eaLnBrk="1" latinLnBrk="0" hangingPunct="1">
        <a:spcBef>
          <a:spcPct val="20000"/>
        </a:spcBef>
        <a:buClr>
          <a:schemeClr val="accent1"/>
        </a:buClr>
        <a:buChar char="•"/>
        <a:defRPr kumimoji="0" sz="1600" kern="1200">
          <a:solidFill>
            <a:schemeClr val="tx2"/>
          </a:solidFill>
          <a:latin typeface="+mn-lt"/>
          <a:ea typeface="+mn-ea"/>
          <a:cs typeface="+mn-cs"/>
        </a:defRPr>
      </a:lvl6pPr>
      <a:lvl7pPr marL="2011680" indent="-182880" algn="l" rtl="0" eaLnBrk="1" latinLnBrk="0" hangingPunct="1">
        <a:spcBef>
          <a:spcPct val="20000"/>
        </a:spcBef>
        <a:buClr>
          <a:schemeClr val="accent1">
            <a:tint val="60000"/>
          </a:schemeClr>
        </a:buClr>
        <a:buSzPct val="60000"/>
        <a:buFont typeface="Wingdings" panose="05000000000000000000"/>
        <a:buChar char=""/>
        <a:defRPr kumimoji="0"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2286000" indent="-182880" algn="l" rtl="0" eaLnBrk="1" latinLnBrk="0" hangingPunct="1">
        <a:spcBef>
          <a:spcPct val="20000"/>
        </a:spcBef>
        <a:buClr>
          <a:schemeClr val="accent2"/>
        </a:buClr>
        <a:buChar char="•"/>
        <a:defRPr kumimoji="0" sz="1400" kern="1200" cap="small" baseline="0">
          <a:solidFill>
            <a:schemeClr val="tx2"/>
          </a:solidFill>
          <a:latin typeface="+mn-lt"/>
          <a:ea typeface="+mn-ea"/>
          <a:cs typeface="+mn-cs"/>
        </a:defRPr>
      </a:lvl8pPr>
      <a:lvl9pPr marL="2560320" indent="-182880" algn="l" rtl="0" eaLnBrk="1" latinLnBrk="0" hangingPunct="1">
        <a:spcBef>
          <a:spcPct val="20000"/>
        </a:spcBef>
        <a:buClr>
          <a:schemeClr val="accent1">
            <a:shade val="75000"/>
          </a:schemeClr>
        </a:buClr>
        <a:buChar char="•"/>
        <a:defRPr kumimoji="0"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任意多边形 6"/>
          <p:cNvSpPr/>
          <p:nvPr userDrawn="1">
            <p:custDataLst>
              <p:tags r:id="rId12"/>
            </p:custDataLst>
          </p:nvPr>
        </p:nvSpPr>
        <p:spPr>
          <a:xfrm rot="5400000" flipV="1">
            <a:off x="-300990" y="301625"/>
            <a:ext cx="987425" cy="384810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001" h="606">
                <a:moveTo>
                  <a:pt x="0" y="0"/>
                </a:moveTo>
                <a:lnTo>
                  <a:pt x="2001" y="0"/>
                </a:lnTo>
                <a:lnTo>
                  <a:pt x="2001" y="256"/>
                </a:lnTo>
                <a:cubicBezTo>
                  <a:pt x="2001" y="450"/>
                  <a:pt x="1845" y="606"/>
                  <a:pt x="1651" y="606"/>
                </a:cubicBezTo>
                <a:lnTo>
                  <a:pt x="0" y="606"/>
                </a:lnTo>
                <a:lnTo>
                  <a:pt x="0" y="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ct val="0"/>
              </a:spcBef>
            </a:pPr>
            <a:endParaRPr lang="zh-CN" altLang="en-US" b="0">
              <a:cs typeface="MiSans Normal" panose="00000500000000000000" charset="-122"/>
            </a:endParaRPr>
          </a:p>
        </p:txBody>
      </p:sp>
      <p:sp>
        <p:nvSpPr>
          <p:cNvPr id="9" name="日期占位符 8"/>
          <p:cNvSpPr>
            <a:spLocks noGrp="1"/>
          </p:cNvSpPr>
          <p:nvPr>
            <p:ph type="dt" sz="half" idx="10"/>
            <p:custDataLst>
              <p:tags r:id="rId13"/>
            </p:custDataLst>
          </p:nvPr>
        </p:nvSpPr>
        <p:spPr>
          <a:xfrm>
            <a:off x="695960" y="6356350"/>
            <a:ext cx="2743200" cy="365125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0" name="页脚占位符 9"/>
          <p:cNvSpPr>
            <a:spLocks noGrp="1"/>
          </p:cNvSpPr>
          <p:nvPr>
            <p:ph type="ftr" sz="quarter" idx="11"/>
            <p:custDataLst>
              <p:tags r:id="rId14"/>
            </p:custDataLst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11" name="灯片编号占位符 10"/>
          <p:cNvSpPr>
            <a:spLocks noGrp="1"/>
          </p:cNvSpPr>
          <p:nvPr>
            <p:ph type="sldNum" sz="quarter" idx="12"/>
            <p:custDataLst>
              <p:tags r:id="rId15"/>
            </p:custDataLst>
          </p:nvPr>
        </p:nvSpPr>
        <p:spPr>
          <a:xfrm>
            <a:off x="8753983" y="6356350"/>
            <a:ext cx="2743200" cy="365125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2" name="标题占位符 1"/>
          <p:cNvSpPr>
            <a:spLocks noGrp="1"/>
          </p:cNvSpPr>
          <p:nvPr>
            <p:ph type="title"/>
            <p:custDataLst>
              <p:tags r:id="rId16"/>
            </p:custDataLst>
          </p:nvPr>
        </p:nvSpPr>
        <p:spPr>
          <a:xfrm>
            <a:off x="695960" y="360000"/>
            <a:ext cx="10800000" cy="720000"/>
          </a:xfrm>
          <a:prstGeom prst="rect">
            <a:avLst/>
          </a:prstGeom>
          <a:noFill/>
        </p:spPr>
        <p:txBody>
          <a:bodyPr vert="horz" wrap="square" lIns="0" tIns="0" rIns="0" bIns="0" rtlCol="0" anchor="b" anchorCtr="0">
            <a:normAutofit/>
          </a:bodyPr>
          <a:lstStyle/>
          <a:p>
            <a:pPr marL="0" marR="0" lvl="0">
              <a:buClrTx/>
              <a:buSzTx/>
              <a:buFontTx/>
            </a:pPr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7"/>
            </p:custDataLst>
          </p:nvPr>
        </p:nvSpPr>
        <p:spPr>
          <a:xfrm>
            <a:off x="695960" y="1301749"/>
            <a:ext cx="10800000" cy="48736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KSO_TEMPLATE" hidden="1"/>
          <p:cNvSpPr/>
          <p:nvPr userDrawn="1">
            <p:custDataLst>
              <p:tags r:id="rId18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 defTabSz="914400" fontAlgn="auto">
              <a:spcBef>
                <a:spcPct val="0"/>
              </a:spcBef>
            </a:pPr>
            <a:endParaRPr lang="zh-CN" altLang="en-US" sz="1800" b="0"/>
          </a:p>
        </p:txBody>
      </p:sp>
    </p:spTree>
    <p:custDataLst>
      <p:tags r:id="rId19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kumimoji="0" lang="zh-CN" altLang="en-US" sz="3200" b="0" i="0" u="none" strike="noStrike" kern="1200" cap="none" spc="300" normalizeH="0" baseline="0" smtClean="0">
          <a:ln>
            <a:noFill/>
            <a:prstDash val="sysDot"/>
          </a:ln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lt"/>
          <a:cs typeface="MiSans Normal" panose="00000500000000000000" charset="-122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ea"/>
          <a:ea typeface="+mn-ea"/>
          <a:cs typeface="MiSans Normal" panose="00000500000000000000" charset="-122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ea"/>
          <a:ea typeface="+mn-ea"/>
          <a:cs typeface="MiSans Normal" panose="00000500000000000000" charset="-122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ea"/>
          <a:ea typeface="+mn-ea"/>
          <a:cs typeface="MiSans Normal" panose="00000500000000000000" charset="-122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ea"/>
          <a:ea typeface="+mn-ea"/>
          <a:cs typeface="MiSans Normal" panose="00000500000000000000" charset="-122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ea"/>
          <a:ea typeface="+mn-ea"/>
          <a:cs typeface="MiSans Normal" panose="00000500000000000000" charset="-122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tags" Target="../tags/tag100.xml"/><Relationship Id="rId1" Type="http://schemas.openxmlformats.org/officeDocument/2006/relationships/tags" Target="../tags/tag99.xml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3.xml"/><Relationship Id="rId3" Type="http://schemas.openxmlformats.org/officeDocument/2006/relationships/tags" Target="../tags/tag103.xml"/><Relationship Id="rId2" Type="http://schemas.openxmlformats.org/officeDocument/2006/relationships/tags" Target="../tags/tag102.xml"/><Relationship Id="rId1" Type="http://schemas.openxmlformats.org/officeDocument/2006/relationships/tags" Target="../tags/tag10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3.xml"/><Relationship Id="rId7" Type="http://schemas.openxmlformats.org/officeDocument/2006/relationships/tags" Target="../tags/tag110.xml"/><Relationship Id="rId6" Type="http://schemas.openxmlformats.org/officeDocument/2006/relationships/tags" Target="../tags/tag109.xml"/><Relationship Id="rId5" Type="http://schemas.openxmlformats.org/officeDocument/2006/relationships/tags" Target="../tags/tag108.xml"/><Relationship Id="rId4" Type="http://schemas.openxmlformats.org/officeDocument/2006/relationships/tags" Target="../tags/tag107.xml"/><Relationship Id="rId3" Type="http://schemas.openxmlformats.org/officeDocument/2006/relationships/tags" Target="../tags/tag106.xml"/><Relationship Id="rId2" Type="http://schemas.openxmlformats.org/officeDocument/2006/relationships/tags" Target="../tags/tag105.xml"/><Relationship Id="rId1" Type="http://schemas.openxmlformats.org/officeDocument/2006/relationships/tags" Target="../tags/tag104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3.xml"/><Relationship Id="rId7" Type="http://schemas.openxmlformats.org/officeDocument/2006/relationships/tags" Target="../tags/tag117.xml"/><Relationship Id="rId6" Type="http://schemas.openxmlformats.org/officeDocument/2006/relationships/tags" Target="../tags/tag116.xml"/><Relationship Id="rId5" Type="http://schemas.openxmlformats.org/officeDocument/2006/relationships/tags" Target="../tags/tag115.xml"/><Relationship Id="rId4" Type="http://schemas.openxmlformats.org/officeDocument/2006/relationships/tags" Target="../tags/tag114.xml"/><Relationship Id="rId3" Type="http://schemas.openxmlformats.org/officeDocument/2006/relationships/tags" Target="../tags/tag113.xml"/><Relationship Id="rId2" Type="http://schemas.openxmlformats.org/officeDocument/2006/relationships/tags" Target="../tags/tag112.xml"/><Relationship Id="rId1" Type="http://schemas.openxmlformats.org/officeDocument/2006/relationships/tags" Target="../tags/tag111.xml"/></Relationships>
</file>

<file path=ppt/slides/_rels/slide5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3.xml"/><Relationship Id="rId5" Type="http://schemas.openxmlformats.org/officeDocument/2006/relationships/tags" Target="../tags/tag122.xml"/><Relationship Id="rId4" Type="http://schemas.openxmlformats.org/officeDocument/2006/relationships/tags" Target="../tags/tag121.xml"/><Relationship Id="rId3" Type="http://schemas.openxmlformats.org/officeDocument/2006/relationships/tags" Target="../tags/tag120.xml"/><Relationship Id="rId2" Type="http://schemas.openxmlformats.org/officeDocument/2006/relationships/tags" Target="../tags/tag119.xml"/><Relationship Id="rId1" Type="http://schemas.openxmlformats.org/officeDocument/2006/relationships/tags" Target="../tags/tag118.xml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tags" Target="../tags/tag131.xml"/><Relationship Id="rId8" Type="http://schemas.openxmlformats.org/officeDocument/2006/relationships/tags" Target="../tags/tag130.xml"/><Relationship Id="rId7" Type="http://schemas.openxmlformats.org/officeDocument/2006/relationships/tags" Target="../tags/tag129.xml"/><Relationship Id="rId6" Type="http://schemas.openxmlformats.org/officeDocument/2006/relationships/tags" Target="../tags/tag128.xml"/><Relationship Id="rId5" Type="http://schemas.openxmlformats.org/officeDocument/2006/relationships/tags" Target="../tags/tag127.xml"/><Relationship Id="rId4" Type="http://schemas.openxmlformats.org/officeDocument/2006/relationships/tags" Target="../tags/tag126.xml"/><Relationship Id="rId3" Type="http://schemas.openxmlformats.org/officeDocument/2006/relationships/tags" Target="../tags/tag125.xml"/><Relationship Id="rId2" Type="http://schemas.openxmlformats.org/officeDocument/2006/relationships/tags" Target="../tags/tag124.xml"/><Relationship Id="rId17" Type="http://schemas.openxmlformats.org/officeDocument/2006/relationships/slideLayout" Target="../slideLayouts/slideLayout13.xml"/><Relationship Id="rId16" Type="http://schemas.openxmlformats.org/officeDocument/2006/relationships/tags" Target="../tags/tag138.xml"/><Relationship Id="rId15" Type="http://schemas.openxmlformats.org/officeDocument/2006/relationships/tags" Target="../tags/tag137.xml"/><Relationship Id="rId14" Type="http://schemas.openxmlformats.org/officeDocument/2006/relationships/tags" Target="../tags/tag136.xml"/><Relationship Id="rId13" Type="http://schemas.openxmlformats.org/officeDocument/2006/relationships/tags" Target="../tags/tag135.xml"/><Relationship Id="rId12" Type="http://schemas.openxmlformats.org/officeDocument/2006/relationships/tags" Target="../tags/tag134.xml"/><Relationship Id="rId11" Type="http://schemas.openxmlformats.org/officeDocument/2006/relationships/tags" Target="../tags/tag133.xml"/><Relationship Id="rId10" Type="http://schemas.openxmlformats.org/officeDocument/2006/relationships/tags" Target="../tags/tag132.xml"/><Relationship Id="rId1" Type="http://schemas.openxmlformats.org/officeDocument/2006/relationships/tags" Target="../tags/tag123.xml"/></Relationships>
</file>

<file path=ppt/slides/_rels/slide7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13.xml"/><Relationship Id="rId6" Type="http://schemas.openxmlformats.org/officeDocument/2006/relationships/tags" Target="../tags/tag144.xml"/><Relationship Id="rId5" Type="http://schemas.openxmlformats.org/officeDocument/2006/relationships/tags" Target="../tags/tag143.xml"/><Relationship Id="rId4" Type="http://schemas.openxmlformats.org/officeDocument/2006/relationships/tags" Target="../tags/tag142.xml"/><Relationship Id="rId3" Type="http://schemas.openxmlformats.org/officeDocument/2006/relationships/tags" Target="../tags/tag141.xml"/><Relationship Id="rId2" Type="http://schemas.openxmlformats.org/officeDocument/2006/relationships/tags" Target="../tags/tag140.xml"/><Relationship Id="rId1" Type="http://schemas.openxmlformats.org/officeDocument/2006/relationships/tags" Target="../tags/tag139.xml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image" Target="../media/image2.png"/><Relationship Id="rId8" Type="http://schemas.openxmlformats.org/officeDocument/2006/relationships/tags" Target="../tags/tag152.xml"/><Relationship Id="rId7" Type="http://schemas.openxmlformats.org/officeDocument/2006/relationships/tags" Target="../tags/tag151.xml"/><Relationship Id="rId6" Type="http://schemas.openxmlformats.org/officeDocument/2006/relationships/tags" Target="../tags/tag150.xml"/><Relationship Id="rId5" Type="http://schemas.openxmlformats.org/officeDocument/2006/relationships/tags" Target="../tags/tag149.xml"/><Relationship Id="rId4" Type="http://schemas.openxmlformats.org/officeDocument/2006/relationships/tags" Target="../tags/tag148.xml"/><Relationship Id="rId3" Type="http://schemas.openxmlformats.org/officeDocument/2006/relationships/tags" Target="../tags/tag147.xml"/><Relationship Id="rId2" Type="http://schemas.openxmlformats.org/officeDocument/2006/relationships/tags" Target="../tags/tag146.xml"/><Relationship Id="rId12" Type="http://schemas.openxmlformats.org/officeDocument/2006/relationships/slideLayout" Target="../slideLayouts/slideLayout13.xml"/><Relationship Id="rId11" Type="http://schemas.openxmlformats.org/officeDocument/2006/relationships/tags" Target="../tags/tag154.xml"/><Relationship Id="rId10" Type="http://schemas.openxmlformats.org/officeDocument/2006/relationships/tags" Target="../tags/tag153.xml"/><Relationship Id="rId1" Type="http://schemas.openxmlformats.org/officeDocument/2006/relationships/tags" Target="../tags/tag145.xml"/></Relationships>
</file>

<file path=ppt/slides/_rels/slide9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3.xml"/><Relationship Id="rId5" Type="http://schemas.openxmlformats.org/officeDocument/2006/relationships/tags" Target="../tags/tag159.xml"/><Relationship Id="rId4" Type="http://schemas.openxmlformats.org/officeDocument/2006/relationships/tags" Target="../tags/tag158.xml"/><Relationship Id="rId3" Type="http://schemas.openxmlformats.org/officeDocument/2006/relationships/tags" Target="../tags/tag157.xml"/><Relationship Id="rId2" Type="http://schemas.openxmlformats.org/officeDocument/2006/relationships/tags" Target="../tags/tag156.xml"/><Relationship Id="rId1" Type="http://schemas.openxmlformats.org/officeDocument/2006/relationships/tags" Target="../tags/tag155.xml"/></Relationships>
</file>

<file path=ppt/slides/_rels/slide10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13.xml"/><Relationship Id="rId6" Type="http://schemas.openxmlformats.org/officeDocument/2006/relationships/tags" Target="../tags/tag165.xml"/><Relationship Id="rId5" Type="http://schemas.openxmlformats.org/officeDocument/2006/relationships/tags" Target="../tags/tag164.xml"/><Relationship Id="rId4" Type="http://schemas.openxmlformats.org/officeDocument/2006/relationships/tags" Target="../tags/tag163.xml"/><Relationship Id="rId3" Type="http://schemas.openxmlformats.org/officeDocument/2006/relationships/tags" Target="../tags/tag162.xml"/><Relationship Id="rId2" Type="http://schemas.openxmlformats.org/officeDocument/2006/relationships/tags" Target="../tags/tag161.xml"/><Relationship Id="rId1" Type="http://schemas.openxmlformats.org/officeDocument/2006/relationships/tags" Target="../tags/tag160.xml"/></Relationships>
</file>

<file path=ppt/slides/_rels/slide11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13.xml"/><Relationship Id="rId6" Type="http://schemas.openxmlformats.org/officeDocument/2006/relationships/tags" Target="../tags/tag171.xml"/><Relationship Id="rId5" Type="http://schemas.openxmlformats.org/officeDocument/2006/relationships/tags" Target="../tags/tag170.xml"/><Relationship Id="rId4" Type="http://schemas.openxmlformats.org/officeDocument/2006/relationships/tags" Target="../tags/tag169.xml"/><Relationship Id="rId3" Type="http://schemas.openxmlformats.org/officeDocument/2006/relationships/tags" Target="../tags/tag168.xml"/><Relationship Id="rId2" Type="http://schemas.openxmlformats.org/officeDocument/2006/relationships/tags" Target="../tags/tag167.xml"/><Relationship Id="rId1" Type="http://schemas.openxmlformats.org/officeDocument/2006/relationships/tags" Target="../tags/tag166.xml"/></Relationships>
</file>

<file path=ppt/slides/_rels/slide12.xml.rels><?xml version="1.0" encoding="UTF-8" standalone="yes"?>
<Relationships xmlns="http://schemas.openxmlformats.org/package/2006/relationships"><Relationship Id="rId9" Type="http://schemas.openxmlformats.org/officeDocument/2006/relationships/tags" Target="../tags/tag180.xml"/><Relationship Id="rId8" Type="http://schemas.openxmlformats.org/officeDocument/2006/relationships/tags" Target="../tags/tag179.xml"/><Relationship Id="rId7" Type="http://schemas.openxmlformats.org/officeDocument/2006/relationships/tags" Target="../tags/tag178.xml"/><Relationship Id="rId6" Type="http://schemas.openxmlformats.org/officeDocument/2006/relationships/tags" Target="../tags/tag177.xml"/><Relationship Id="rId5" Type="http://schemas.openxmlformats.org/officeDocument/2006/relationships/tags" Target="../tags/tag176.xml"/><Relationship Id="rId4" Type="http://schemas.openxmlformats.org/officeDocument/2006/relationships/tags" Target="../tags/tag175.xml"/><Relationship Id="rId33" Type="http://schemas.openxmlformats.org/officeDocument/2006/relationships/slideLayout" Target="../slideLayouts/slideLayout13.xml"/><Relationship Id="rId32" Type="http://schemas.openxmlformats.org/officeDocument/2006/relationships/tags" Target="../tags/tag203.xml"/><Relationship Id="rId31" Type="http://schemas.openxmlformats.org/officeDocument/2006/relationships/tags" Target="../tags/tag202.xml"/><Relationship Id="rId30" Type="http://schemas.openxmlformats.org/officeDocument/2006/relationships/tags" Target="../tags/tag201.xml"/><Relationship Id="rId3" Type="http://schemas.openxmlformats.org/officeDocument/2006/relationships/tags" Target="../tags/tag174.xml"/><Relationship Id="rId29" Type="http://schemas.openxmlformats.org/officeDocument/2006/relationships/tags" Target="../tags/tag200.xml"/><Relationship Id="rId28" Type="http://schemas.openxmlformats.org/officeDocument/2006/relationships/tags" Target="../tags/tag199.xml"/><Relationship Id="rId27" Type="http://schemas.openxmlformats.org/officeDocument/2006/relationships/tags" Target="../tags/tag198.xml"/><Relationship Id="rId26" Type="http://schemas.openxmlformats.org/officeDocument/2006/relationships/tags" Target="../tags/tag197.xml"/><Relationship Id="rId25" Type="http://schemas.openxmlformats.org/officeDocument/2006/relationships/tags" Target="../tags/tag196.xml"/><Relationship Id="rId24" Type="http://schemas.openxmlformats.org/officeDocument/2006/relationships/tags" Target="../tags/tag195.xml"/><Relationship Id="rId23" Type="http://schemas.openxmlformats.org/officeDocument/2006/relationships/tags" Target="../tags/tag194.xml"/><Relationship Id="rId22" Type="http://schemas.openxmlformats.org/officeDocument/2006/relationships/tags" Target="../tags/tag193.xml"/><Relationship Id="rId21" Type="http://schemas.openxmlformats.org/officeDocument/2006/relationships/tags" Target="../tags/tag192.xml"/><Relationship Id="rId20" Type="http://schemas.openxmlformats.org/officeDocument/2006/relationships/tags" Target="../tags/tag191.xml"/><Relationship Id="rId2" Type="http://schemas.openxmlformats.org/officeDocument/2006/relationships/tags" Target="../tags/tag173.xml"/><Relationship Id="rId19" Type="http://schemas.openxmlformats.org/officeDocument/2006/relationships/tags" Target="../tags/tag190.xml"/><Relationship Id="rId18" Type="http://schemas.openxmlformats.org/officeDocument/2006/relationships/tags" Target="../tags/tag189.xml"/><Relationship Id="rId17" Type="http://schemas.openxmlformats.org/officeDocument/2006/relationships/tags" Target="../tags/tag188.xml"/><Relationship Id="rId16" Type="http://schemas.openxmlformats.org/officeDocument/2006/relationships/tags" Target="../tags/tag187.xml"/><Relationship Id="rId15" Type="http://schemas.openxmlformats.org/officeDocument/2006/relationships/tags" Target="../tags/tag186.xml"/><Relationship Id="rId14" Type="http://schemas.openxmlformats.org/officeDocument/2006/relationships/tags" Target="../tags/tag185.xml"/><Relationship Id="rId13" Type="http://schemas.openxmlformats.org/officeDocument/2006/relationships/tags" Target="../tags/tag184.xml"/><Relationship Id="rId12" Type="http://schemas.openxmlformats.org/officeDocument/2006/relationships/tags" Target="../tags/tag183.xml"/><Relationship Id="rId11" Type="http://schemas.openxmlformats.org/officeDocument/2006/relationships/tags" Target="../tags/tag182.xml"/><Relationship Id="rId10" Type="http://schemas.openxmlformats.org/officeDocument/2006/relationships/tags" Target="../tags/tag181.xml"/><Relationship Id="rId1" Type="http://schemas.openxmlformats.org/officeDocument/2006/relationships/tags" Target="../tags/tag172.xml"/></Relationships>
</file>

<file path=ppt/slides/_rels/slide13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3.xml"/><Relationship Id="rId5" Type="http://schemas.openxmlformats.org/officeDocument/2006/relationships/tags" Target="../tags/tag208.xml"/><Relationship Id="rId4" Type="http://schemas.openxmlformats.org/officeDocument/2006/relationships/tags" Target="../tags/tag207.xml"/><Relationship Id="rId3" Type="http://schemas.openxmlformats.org/officeDocument/2006/relationships/tags" Target="../tags/tag206.xml"/><Relationship Id="rId2" Type="http://schemas.openxmlformats.org/officeDocument/2006/relationships/tags" Target="../tags/tag205.xml"/><Relationship Id="rId1" Type="http://schemas.openxmlformats.org/officeDocument/2006/relationships/tags" Target="../tags/tag204.xml"/></Relationships>
</file>

<file path=ppt/slides/_rels/slide14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3.xml"/><Relationship Id="rId4" Type="http://schemas.openxmlformats.org/officeDocument/2006/relationships/tags" Target="../tags/tag212.xml"/><Relationship Id="rId3" Type="http://schemas.openxmlformats.org/officeDocument/2006/relationships/tags" Target="../tags/tag211.xml"/><Relationship Id="rId2" Type="http://schemas.openxmlformats.org/officeDocument/2006/relationships/tags" Target="../tags/tag210.xml"/><Relationship Id="rId1" Type="http://schemas.openxmlformats.org/officeDocument/2006/relationships/tags" Target="../tags/tag209.xml"/></Relationships>
</file>

<file path=ppt/slides/_rels/slide15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13.xml"/><Relationship Id="rId6" Type="http://schemas.openxmlformats.org/officeDocument/2006/relationships/tags" Target="../tags/tag218.xml"/><Relationship Id="rId5" Type="http://schemas.openxmlformats.org/officeDocument/2006/relationships/tags" Target="../tags/tag217.xml"/><Relationship Id="rId4" Type="http://schemas.openxmlformats.org/officeDocument/2006/relationships/tags" Target="../tags/tag216.xml"/><Relationship Id="rId3" Type="http://schemas.openxmlformats.org/officeDocument/2006/relationships/tags" Target="../tags/tag215.xml"/><Relationship Id="rId2" Type="http://schemas.openxmlformats.org/officeDocument/2006/relationships/tags" Target="../tags/tag214.xml"/><Relationship Id="rId1" Type="http://schemas.openxmlformats.org/officeDocument/2006/relationships/tags" Target="../tags/tag213.xml"/></Relationships>
</file>

<file path=ppt/slides/_rels/slide16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3.xml"/><Relationship Id="rId8" Type="http://schemas.openxmlformats.org/officeDocument/2006/relationships/tags" Target="../tags/tag226.xml"/><Relationship Id="rId7" Type="http://schemas.openxmlformats.org/officeDocument/2006/relationships/tags" Target="../tags/tag225.xml"/><Relationship Id="rId6" Type="http://schemas.openxmlformats.org/officeDocument/2006/relationships/tags" Target="../tags/tag224.xml"/><Relationship Id="rId5" Type="http://schemas.openxmlformats.org/officeDocument/2006/relationships/tags" Target="../tags/tag223.xml"/><Relationship Id="rId4" Type="http://schemas.openxmlformats.org/officeDocument/2006/relationships/tags" Target="../tags/tag222.xml"/><Relationship Id="rId3" Type="http://schemas.openxmlformats.org/officeDocument/2006/relationships/tags" Target="../tags/tag221.xml"/><Relationship Id="rId2" Type="http://schemas.openxmlformats.org/officeDocument/2006/relationships/tags" Target="../tags/tag220.xml"/><Relationship Id="rId1" Type="http://schemas.openxmlformats.org/officeDocument/2006/relationships/tags" Target="../tags/tag219.xml"/></Relationships>
</file>

<file path=ppt/slides/_rels/slide17.xml.rels><?xml version="1.0" encoding="UTF-8" standalone="yes"?>
<Relationships xmlns="http://schemas.openxmlformats.org/package/2006/relationships"><Relationship Id="rId9" Type="http://schemas.openxmlformats.org/officeDocument/2006/relationships/tags" Target="../tags/tag235.xml"/><Relationship Id="rId8" Type="http://schemas.openxmlformats.org/officeDocument/2006/relationships/tags" Target="../tags/tag234.xml"/><Relationship Id="rId7" Type="http://schemas.openxmlformats.org/officeDocument/2006/relationships/tags" Target="../tags/tag233.xml"/><Relationship Id="rId6" Type="http://schemas.openxmlformats.org/officeDocument/2006/relationships/tags" Target="../tags/tag232.xml"/><Relationship Id="rId5" Type="http://schemas.openxmlformats.org/officeDocument/2006/relationships/tags" Target="../tags/tag231.xml"/><Relationship Id="rId4" Type="http://schemas.openxmlformats.org/officeDocument/2006/relationships/tags" Target="../tags/tag230.xml"/><Relationship Id="rId3" Type="http://schemas.openxmlformats.org/officeDocument/2006/relationships/tags" Target="../tags/tag229.xml"/><Relationship Id="rId2" Type="http://schemas.openxmlformats.org/officeDocument/2006/relationships/tags" Target="../tags/tag228.xml"/><Relationship Id="rId12" Type="http://schemas.openxmlformats.org/officeDocument/2006/relationships/slideLayout" Target="../slideLayouts/slideLayout13.xml"/><Relationship Id="rId11" Type="http://schemas.openxmlformats.org/officeDocument/2006/relationships/tags" Target="../tags/tag237.xml"/><Relationship Id="rId10" Type="http://schemas.openxmlformats.org/officeDocument/2006/relationships/tags" Target="../tags/tag236.xml"/><Relationship Id="rId1" Type="http://schemas.openxmlformats.org/officeDocument/2006/relationships/tags" Target="../tags/tag227.xml"/></Relationships>
</file>

<file path=ppt/slides/_rels/slide18.xml.rels><?xml version="1.0" encoding="UTF-8" standalone="yes"?>
<Relationships xmlns="http://schemas.openxmlformats.org/package/2006/relationships"><Relationship Id="rId9" Type="http://schemas.openxmlformats.org/officeDocument/2006/relationships/tags" Target="../tags/tag246.xml"/><Relationship Id="rId8" Type="http://schemas.openxmlformats.org/officeDocument/2006/relationships/tags" Target="../tags/tag245.xml"/><Relationship Id="rId7" Type="http://schemas.openxmlformats.org/officeDocument/2006/relationships/tags" Target="../tags/tag244.xml"/><Relationship Id="rId6" Type="http://schemas.openxmlformats.org/officeDocument/2006/relationships/tags" Target="../tags/tag243.xml"/><Relationship Id="rId56" Type="http://schemas.openxmlformats.org/officeDocument/2006/relationships/slideLayout" Target="../slideLayouts/slideLayout18.xml"/><Relationship Id="rId55" Type="http://schemas.openxmlformats.org/officeDocument/2006/relationships/tags" Target="../tags/tag292.xml"/><Relationship Id="rId54" Type="http://schemas.openxmlformats.org/officeDocument/2006/relationships/tags" Target="../tags/tag291.xml"/><Relationship Id="rId53" Type="http://schemas.openxmlformats.org/officeDocument/2006/relationships/tags" Target="../tags/tag290.xml"/><Relationship Id="rId52" Type="http://schemas.openxmlformats.org/officeDocument/2006/relationships/tags" Target="../tags/tag289.xml"/><Relationship Id="rId51" Type="http://schemas.openxmlformats.org/officeDocument/2006/relationships/tags" Target="../tags/tag288.xml"/><Relationship Id="rId50" Type="http://schemas.openxmlformats.org/officeDocument/2006/relationships/tags" Target="../tags/tag287.xml"/><Relationship Id="rId5" Type="http://schemas.openxmlformats.org/officeDocument/2006/relationships/tags" Target="../tags/tag242.xml"/><Relationship Id="rId49" Type="http://schemas.openxmlformats.org/officeDocument/2006/relationships/tags" Target="../tags/tag286.xml"/><Relationship Id="rId48" Type="http://schemas.openxmlformats.org/officeDocument/2006/relationships/tags" Target="../tags/tag285.xml"/><Relationship Id="rId47" Type="http://schemas.openxmlformats.org/officeDocument/2006/relationships/tags" Target="../tags/tag284.xml"/><Relationship Id="rId46" Type="http://schemas.openxmlformats.org/officeDocument/2006/relationships/tags" Target="../tags/tag283.xml"/><Relationship Id="rId45" Type="http://schemas.openxmlformats.org/officeDocument/2006/relationships/tags" Target="../tags/tag282.xml"/><Relationship Id="rId44" Type="http://schemas.openxmlformats.org/officeDocument/2006/relationships/tags" Target="../tags/tag281.xml"/><Relationship Id="rId43" Type="http://schemas.openxmlformats.org/officeDocument/2006/relationships/tags" Target="../tags/tag280.xml"/><Relationship Id="rId42" Type="http://schemas.openxmlformats.org/officeDocument/2006/relationships/tags" Target="../tags/tag279.xml"/><Relationship Id="rId41" Type="http://schemas.openxmlformats.org/officeDocument/2006/relationships/tags" Target="../tags/tag278.xml"/><Relationship Id="rId40" Type="http://schemas.openxmlformats.org/officeDocument/2006/relationships/tags" Target="../tags/tag277.xml"/><Relationship Id="rId4" Type="http://schemas.openxmlformats.org/officeDocument/2006/relationships/tags" Target="../tags/tag241.xml"/><Relationship Id="rId39" Type="http://schemas.openxmlformats.org/officeDocument/2006/relationships/tags" Target="../tags/tag276.xml"/><Relationship Id="rId38" Type="http://schemas.openxmlformats.org/officeDocument/2006/relationships/tags" Target="../tags/tag275.xml"/><Relationship Id="rId37" Type="http://schemas.openxmlformats.org/officeDocument/2006/relationships/tags" Target="../tags/tag274.xml"/><Relationship Id="rId36" Type="http://schemas.openxmlformats.org/officeDocument/2006/relationships/tags" Target="../tags/tag273.xml"/><Relationship Id="rId35" Type="http://schemas.openxmlformats.org/officeDocument/2006/relationships/tags" Target="../tags/tag272.xml"/><Relationship Id="rId34" Type="http://schemas.openxmlformats.org/officeDocument/2006/relationships/tags" Target="../tags/tag271.xml"/><Relationship Id="rId33" Type="http://schemas.openxmlformats.org/officeDocument/2006/relationships/tags" Target="../tags/tag270.xml"/><Relationship Id="rId32" Type="http://schemas.openxmlformats.org/officeDocument/2006/relationships/tags" Target="../tags/tag269.xml"/><Relationship Id="rId31" Type="http://schemas.openxmlformats.org/officeDocument/2006/relationships/tags" Target="../tags/tag268.xml"/><Relationship Id="rId30" Type="http://schemas.openxmlformats.org/officeDocument/2006/relationships/tags" Target="../tags/tag267.xml"/><Relationship Id="rId3" Type="http://schemas.openxmlformats.org/officeDocument/2006/relationships/tags" Target="../tags/tag240.xml"/><Relationship Id="rId29" Type="http://schemas.openxmlformats.org/officeDocument/2006/relationships/tags" Target="../tags/tag266.xml"/><Relationship Id="rId28" Type="http://schemas.openxmlformats.org/officeDocument/2006/relationships/tags" Target="../tags/tag265.xml"/><Relationship Id="rId27" Type="http://schemas.openxmlformats.org/officeDocument/2006/relationships/tags" Target="../tags/tag264.xml"/><Relationship Id="rId26" Type="http://schemas.openxmlformats.org/officeDocument/2006/relationships/tags" Target="../tags/tag263.xml"/><Relationship Id="rId25" Type="http://schemas.openxmlformats.org/officeDocument/2006/relationships/tags" Target="../tags/tag262.xml"/><Relationship Id="rId24" Type="http://schemas.openxmlformats.org/officeDocument/2006/relationships/tags" Target="../tags/tag261.xml"/><Relationship Id="rId23" Type="http://schemas.openxmlformats.org/officeDocument/2006/relationships/tags" Target="../tags/tag260.xml"/><Relationship Id="rId22" Type="http://schemas.openxmlformats.org/officeDocument/2006/relationships/tags" Target="../tags/tag259.xml"/><Relationship Id="rId21" Type="http://schemas.openxmlformats.org/officeDocument/2006/relationships/tags" Target="../tags/tag258.xml"/><Relationship Id="rId20" Type="http://schemas.openxmlformats.org/officeDocument/2006/relationships/tags" Target="../tags/tag257.xml"/><Relationship Id="rId2" Type="http://schemas.openxmlformats.org/officeDocument/2006/relationships/tags" Target="../tags/tag239.xml"/><Relationship Id="rId19" Type="http://schemas.openxmlformats.org/officeDocument/2006/relationships/tags" Target="../tags/tag256.xml"/><Relationship Id="rId18" Type="http://schemas.openxmlformats.org/officeDocument/2006/relationships/tags" Target="../tags/tag255.xml"/><Relationship Id="rId17" Type="http://schemas.openxmlformats.org/officeDocument/2006/relationships/tags" Target="../tags/tag254.xml"/><Relationship Id="rId16" Type="http://schemas.openxmlformats.org/officeDocument/2006/relationships/tags" Target="../tags/tag253.xml"/><Relationship Id="rId15" Type="http://schemas.openxmlformats.org/officeDocument/2006/relationships/tags" Target="../tags/tag252.xml"/><Relationship Id="rId14" Type="http://schemas.openxmlformats.org/officeDocument/2006/relationships/tags" Target="../tags/tag251.xml"/><Relationship Id="rId13" Type="http://schemas.openxmlformats.org/officeDocument/2006/relationships/tags" Target="../tags/tag250.xml"/><Relationship Id="rId12" Type="http://schemas.openxmlformats.org/officeDocument/2006/relationships/tags" Target="../tags/tag249.xml"/><Relationship Id="rId11" Type="http://schemas.openxmlformats.org/officeDocument/2006/relationships/tags" Target="../tags/tag248.xml"/><Relationship Id="rId10" Type="http://schemas.openxmlformats.org/officeDocument/2006/relationships/tags" Target="../tags/tag247.xml"/><Relationship Id="rId1" Type="http://schemas.openxmlformats.org/officeDocument/2006/relationships/tags" Target="../tags/tag238.xml"/></Relationships>
</file>

<file path=ppt/slides/_rels/slide19.xml.rels><?xml version="1.0" encoding="UTF-8" standalone="yes"?>
<Relationships xmlns="http://schemas.openxmlformats.org/package/2006/relationships"><Relationship Id="rId9" Type="http://schemas.openxmlformats.org/officeDocument/2006/relationships/tags" Target="../tags/tag301.xml"/><Relationship Id="rId8" Type="http://schemas.openxmlformats.org/officeDocument/2006/relationships/tags" Target="../tags/tag300.xml"/><Relationship Id="rId7" Type="http://schemas.openxmlformats.org/officeDocument/2006/relationships/tags" Target="../tags/tag299.xml"/><Relationship Id="rId6" Type="http://schemas.openxmlformats.org/officeDocument/2006/relationships/tags" Target="../tags/tag298.xml"/><Relationship Id="rId5" Type="http://schemas.openxmlformats.org/officeDocument/2006/relationships/tags" Target="../tags/tag297.xml"/><Relationship Id="rId4" Type="http://schemas.openxmlformats.org/officeDocument/2006/relationships/tags" Target="../tags/tag296.xml"/><Relationship Id="rId3" Type="http://schemas.openxmlformats.org/officeDocument/2006/relationships/tags" Target="../tags/tag295.xml"/><Relationship Id="rId2" Type="http://schemas.openxmlformats.org/officeDocument/2006/relationships/tags" Target="../tags/tag294.xml"/><Relationship Id="rId13" Type="http://schemas.openxmlformats.org/officeDocument/2006/relationships/slideLayout" Target="../slideLayouts/slideLayout13.xml"/><Relationship Id="rId12" Type="http://schemas.openxmlformats.org/officeDocument/2006/relationships/tags" Target="../tags/tag304.xml"/><Relationship Id="rId11" Type="http://schemas.openxmlformats.org/officeDocument/2006/relationships/tags" Target="../tags/tag303.xml"/><Relationship Id="rId10" Type="http://schemas.openxmlformats.org/officeDocument/2006/relationships/tags" Target="../tags/tag302.xml"/><Relationship Id="rId1" Type="http://schemas.openxmlformats.org/officeDocument/2006/relationships/tags" Target="../tags/tag293.xml"/></Relationships>
</file>

<file path=ppt/slides/_rels/slide20.xml.rels><?xml version="1.0" encoding="UTF-8" standalone="yes"?>
<Relationships xmlns="http://schemas.openxmlformats.org/package/2006/relationships"><Relationship Id="rId9" Type="http://schemas.openxmlformats.org/officeDocument/2006/relationships/tags" Target="../tags/tag313.xml"/><Relationship Id="rId8" Type="http://schemas.openxmlformats.org/officeDocument/2006/relationships/tags" Target="../tags/tag312.xml"/><Relationship Id="rId7" Type="http://schemas.openxmlformats.org/officeDocument/2006/relationships/tags" Target="../tags/tag311.xml"/><Relationship Id="rId6" Type="http://schemas.openxmlformats.org/officeDocument/2006/relationships/tags" Target="../tags/tag310.xml"/><Relationship Id="rId51" Type="http://schemas.openxmlformats.org/officeDocument/2006/relationships/slideLayout" Target="../slideLayouts/slideLayout18.xml"/><Relationship Id="rId50" Type="http://schemas.openxmlformats.org/officeDocument/2006/relationships/tags" Target="../tags/tag354.xml"/><Relationship Id="rId5" Type="http://schemas.openxmlformats.org/officeDocument/2006/relationships/tags" Target="../tags/tag309.xml"/><Relationship Id="rId49" Type="http://schemas.openxmlformats.org/officeDocument/2006/relationships/tags" Target="../tags/tag353.xml"/><Relationship Id="rId48" Type="http://schemas.openxmlformats.org/officeDocument/2006/relationships/tags" Target="../tags/tag352.xml"/><Relationship Id="rId47" Type="http://schemas.openxmlformats.org/officeDocument/2006/relationships/tags" Target="../tags/tag351.xml"/><Relationship Id="rId46" Type="http://schemas.openxmlformats.org/officeDocument/2006/relationships/tags" Target="../tags/tag350.xml"/><Relationship Id="rId45" Type="http://schemas.openxmlformats.org/officeDocument/2006/relationships/tags" Target="../tags/tag349.xml"/><Relationship Id="rId44" Type="http://schemas.openxmlformats.org/officeDocument/2006/relationships/tags" Target="../tags/tag348.xml"/><Relationship Id="rId43" Type="http://schemas.openxmlformats.org/officeDocument/2006/relationships/tags" Target="../tags/tag347.xml"/><Relationship Id="rId42" Type="http://schemas.openxmlformats.org/officeDocument/2006/relationships/tags" Target="../tags/tag346.xml"/><Relationship Id="rId41" Type="http://schemas.openxmlformats.org/officeDocument/2006/relationships/tags" Target="../tags/tag345.xml"/><Relationship Id="rId40" Type="http://schemas.openxmlformats.org/officeDocument/2006/relationships/tags" Target="../tags/tag344.xml"/><Relationship Id="rId4" Type="http://schemas.openxmlformats.org/officeDocument/2006/relationships/tags" Target="../tags/tag308.xml"/><Relationship Id="rId39" Type="http://schemas.openxmlformats.org/officeDocument/2006/relationships/tags" Target="../tags/tag343.xml"/><Relationship Id="rId38" Type="http://schemas.openxmlformats.org/officeDocument/2006/relationships/tags" Target="../tags/tag342.xml"/><Relationship Id="rId37" Type="http://schemas.openxmlformats.org/officeDocument/2006/relationships/tags" Target="../tags/tag341.xml"/><Relationship Id="rId36" Type="http://schemas.openxmlformats.org/officeDocument/2006/relationships/tags" Target="../tags/tag340.xml"/><Relationship Id="rId35" Type="http://schemas.openxmlformats.org/officeDocument/2006/relationships/tags" Target="../tags/tag339.xml"/><Relationship Id="rId34" Type="http://schemas.openxmlformats.org/officeDocument/2006/relationships/tags" Target="../tags/tag338.xml"/><Relationship Id="rId33" Type="http://schemas.openxmlformats.org/officeDocument/2006/relationships/tags" Target="../tags/tag337.xml"/><Relationship Id="rId32" Type="http://schemas.openxmlformats.org/officeDocument/2006/relationships/tags" Target="../tags/tag336.xml"/><Relationship Id="rId31" Type="http://schemas.openxmlformats.org/officeDocument/2006/relationships/tags" Target="../tags/tag335.xml"/><Relationship Id="rId30" Type="http://schemas.openxmlformats.org/officeDocument/2006/relationships/tags" Target="../tags/tag334.xml"/><Relationship Id="rId3" Type="http://schemas.openxmlformats.org/officeDocument/2006/relationships/tags" Target="../tags/tag307.xml"/><Relationship Id="rId29" Type="http://schemas.openxmlformats.org/officeDocument/2006/relationships/tags" Target="../tags/tag333.xml"/><Relationship Id="rId28" Type="http://schemas.openxmlformats.org/officeDocument/2006/relationships/tags" Target="../tags/tag332.xml"/><Relationship Id="rId27" Type="http://schemas.openxmlformats.org/officeDocument/2006/relationships/tags" Target="../tags/tag331.xml"/><Relationship Id="rId26" Type="http://schemas.openxmlformats.org/officeDocument/2006/relationships/tags" Target="../tags/tag330.xml"/><Relationship Id="rId25" Type="http://schemas.openxmlformats.org/officeDocument/2006/relationships/tags" Target="../tags/tag329.xml"/><Relationship Id="rId24" Type="http://schemas.openxmlformats.org/officeDocument/2006/relationships/tags" Target="../tags/tag328.xml"/><Relationship Id="rId23" Type="http://schemas.openxmlformats.org/officeDocument/2006/relationships/tags" Target="../tags/tag327.xml"/><Relationship Id="rId22" Type="http://schemas.openxmlformats.org/officeDocument/2006/relationships/tags" Target="../tags/tag326.xml"/><Relationship Id="rId21" Type="http://schemas.openxmlformats.org/officeDocument/2006/relationships/tags" Target="../tags/tag325.xml"/><Relationship Id="rId20" Type="http://schemas.openxmlformats.org/officeDocument/2006/relationships/tags" Target="../tags/tag324.xml"/><Relationship Id="rId2" Type="http://schemas.openxmlformats.org/officeDocument/2006/relationships/tags" Target="../tags/tag306.xml"/><Relationship Id="rId19" Type="http://schemas.openxmlformats.org/officeDocument/2006/relationships/tags" Target="../tags/tag323.xml"/><Relationship Id="rId18" Type="http://schemas.openxmlformats.org/officeDocument/2006/relationships/tags" Target="../tags/tag322.xml"/><Relationship Id="rId17" Type="http://schemas.openxmlformats.org/officeDocument/2006/relationships/tags" Target="../tags/tag321.xml"/><Relationship Id="rId16" Type="http://schemas.openxmlformats.org/officeDocument/2006/relationships/tags" Target="../tags/tag320.xml"/><Relationship Id="rId15" Type="http://schemas.openxmlformats.org/officeDocument/2006/relationships/tags" Target="../tags/tag319.xml"/><Relationship Id="rId14" Type="http://schemas.openxmlformats.org/officeDocument/2006/relationships/tags" Target="../tags/tag318.xml"/><Relationship Id="rId13" Type="http://schemas.openxmlformats.org/officeDocument/2006/relationships/tags" Target="../tags/tag317.xml"/><Relationship Id="rId12" Type="http://schemas.openxmlformats.org/officeDocument/2006/relationships/tags" Target="../tags/tag316.xml"/><Relationship Id="rId11" Type="http://schemas.openxmlformats.org/officeDocument/2006/relationships/tags" Target="../tags/tag315.xml"/><Relationship Id="rId10" Type="http://schemas.openxmlformats.org/officeDocument/2006/relationships/tags" Target="../tags/tag314.xml"/><Relationship Id="rId1" Type="http://schemas.openxmlformats.org/officeDocument/2006/relationships/tags" Target="../tags/tag305.xml"/></Relationships>
</file>

<file path=ppt/slides/_rels/slide21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3.xml"/><Relationship Id="rId5" Type="http://schemas.openxmlformats.org/officeDocument/2006/relationships/tags" Target="../tags/tag359.xml"/><Relationship Id="rId4" Type="http://schemas.openxmlformats.org/officeDocument/2006/relationships/tags" Target="../tags/tag358.xml"/><Relationship Id="rId3" Type="http://schemas.openxmlformats.org/officeDocument/2006/relationships/tags" Target="../tags/tag357.xml"/><Relationship Id="rId2" Type="http://schemas.openxmlformats.org/officeDocument/2006/relationships/tags" Target="../tags/tag356.xml"/><Relationship Id="rId1" Type="http://schemas.openxmlformats.org/officeDocument/2006/relationships/tags" Target="../tags/tag355.xml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3.xml"/><Relationship Id="rId7" Type="http://schemas.openxmlformats.org/officeDocument/2006/relationships/tags" Target="../tags/tag366.xml"/><Relationship Id="rId6" Type="http://schemas.openxmlformats.org/officeDocument/2006/relationships/tags" Target="../tags/tag365.xml"/><Relationship Id="rId5" Type="http://schemas.openxmlformats.org/officeDocument/2006/relationships/tags" Target="../tags/tag364.xml"/><Relationship Id="rId4" Type="http://schemas.openxmlformats.org/officeDocument/2006/relationships/tags" Target="../tags/tag363.xml"/><Relationship Id="rId3" Type="http://schemas.openxmlformats.org/officeDocument/2006/relationships/tags" Target="../tags/tag362.xml"/><Relationship Id="rId2" Type="http://schemas.openxmlformats.org/officeDocument/2006/relationships/tags" Target="../tags/tag361.xml"/><Relationship Id="rId1" Type="http://schemas.openxmlformats.org/officeDocument/2006/relationships/tags" Target="../tags/tag360.xml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3.xml"/><Relationship Id="rId7" Type="http://schemas.openxmlformats.org/officeDocument/2006/relationships/tags" Target="../tags/tag373.xml"/><Relationship Id="rId6" Type="http://schemas.openxmlformats.org/officeDocument/2006/relationships/tags" Target="../tags/tag372.xml"/><Relationship Id="rId5" Type="http://schemas.openxmlformats.org/officeDocument/2006/relationships/tags" Target="../tags/tag371.xml"/><Relationship Id="rId4" Type="http://schemas.openxmlformats.org/officeDocument/2006/relationships/tags" Target="../tags/tag370.xml"/><Relationship Id="rId3" Type="http://schemas.openxmlformats.org/officeDocument/2006/relationships/tags" Target="../tags/tag369.xml"/><Relationship Id="rId2" Type="http://schemas.openxmlformats.org/officeDocument/2006/relationships/tags" Target="../tags/tag368.xml"/><Relationship Id="rId1" Type="http://schemas.openxmlformats.org/officeDocument/2006/relationships/tags" Target="../tags/tag367.xml"/></Relationships>
</file>

<file path=ppt/slides/_rels/slide24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3.xml"/><Relationship Id="rId8" Type="http://schemas.openxmlformats.org/officeDocument/2006/relationships/tags" Target="../tags/tag381.xml"/><Relationship Id="rId7" Type="http://schemas.openxmlformats.org/officeDocument/2006/relationships/tags" Target="../tags/tag380.xml"/><Relationship Id="rId6" Type="http://schemas.openxmlformats.org/officeDocument/2006/relationships/tags" Target="../tags/tag379.xml"/><Relationship Id="rId5" Type="http://schemas.openxmlformats.org/officeDocument/2006/relationships/tags" Target="../tags/tag378.xml"/><Relationship Id="rId4" Type="http://schemas.openxmlformats.org/officeDocument/2006/relationships/tags" Target="../tags/tag377.xml"/><Relationship Id="rId3" Type="http://schemas.openxmlformats.org/officeDocument/2006/relationships/tags" Target="../tags/tag376.xml"/><Relationship Id="rId2" Type="http://schemas.openxmlformats.org/officeDocument/2006/relationships/tags" Target="../tags/tag375.xml"/><Relationship Id="rId1" Type="http://schemas.openxmlformats.org/officeDocument/2006/relationships/tags" Target="../tags/tag374.xml"/></Relationships>
</file>

<file path=ppt/slides/_rels/slide2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3.xml"/><Relationship Id="rId3" Type="http://schemas.openxmlformats.org/officeDocument/2006/relationships/tags" Target="../tags/tag384.xml"/><Relationship Id="rId2" Type="http://schemas.openxmlformats.org/officeDocument/2006/relationships/tags" Target="../tags/tag383.xml"/><Relationship Id="rId1" Type="http://schemas.openxmlformats.org/officeDocument/2006/relationships/tags" Target="../tags/tag382.xml"/></Relationships>
</file>

<file path=ppt/slides/_rels/slide2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3.xml"/><Relationship Id="rId3" Type="http://schemas.openxmlformats.org/officeDocument/2006/relationships/tags" Target="../tags/tag387.xml"/><Relationship Id="rId2" Type="http://schemas.openxmlformats.org/officeDocument/2006/relationships/tags" Target="../tags/tag386.xml"/><Relationship Id="rId1" Type="http://schemas.openxmlformats.org/officeDocument/2006/relationships/tags" Target="../tags/tag385.xml"/></Relationships>
</file>

<file path=ppt/slides/_rels/slide2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3.xml"/><Relationship Id="rId3" Type="http://schemas.openxmlformats.org/officeDocument/2006/relationships/tags" Target="../tags/tag390.xml"/><Relationship Id="rId2" Type="http://schemas.openxmlformats.org/officeDocument/2006/relationships/tags" Target="../tags/tag389.xml"/><Relationship Id="rId1" Type="http://schemas.openxmlformats.org/officeDocument/2006/relationships/tags" Target="../tags/tag388.xml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3.xml"/><Relationship Id="rId7" Type="http://schemas.openxmlformats.org/officeDocument/2006/relationships/tags" Target="../tags/tag397.xml"/><Relationship Id="rId6" Type="http://schemas.openxmlformats.org/officeDocument/2006/relationships/tags" Target="../tags/tag396.xml"/><Relationship Id="rId5" Type="http://schemas.openxmlformats.org/officeDocument/2006/relationships/tags" Target="../tags/tag395.xml"/><Relationship Id="rId4" Type="http://schemas.openxmlformats.org/officeDocument/2006/relationships/tags" Target="../tags/tag394.xml"/><Relationship Id="rId3" Type="http://schemas.openxmlformats.org/officeDocument/2006/relationships/tags" Target="../tags/tag393.xml"/><Relationship Id="rId2" Type="http://schemas.openxmlformats.org/officeDocument/2006/relationships/tags" Target="../tags/tag392.xml"/><Relationship Id="rId1" Type="http://schemas.openxmlformats.org/officeDocument/2006/relationships/tags" Target="../tags/tag391.xml"/></Relationships>
</file>

<file path=ppt/slides/_rels/slide29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3.xml"/><Relationship Id="rId5" Type="http://schemas.openxmlformats.org/officeDocument/2006/relationships/tags" Target="../tags/tag402.xml"/><Relationship Id="rId4" Type="http://schemas.openxmlformats.org/officeDocument/2006/relationships/tags" Target="../tags/tag401.xml"/><Relationship Id="rId3" Type="http://schemas.openxmlformats.org/officeDocument/2006/relationships/tags" Target="../tags/tag400.xml"/><Relationship Id="rId2" Type="http://schemas.openxmlformats.org/officeDocument/2006/relationships/tags" Target="../tags/tag399.xml"/><Relationship Id="rId1" Type="http://schemas.openxmlformats.org/officeDocument/2006/relationships/tags" Target="../tags/tag39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7"/>
          <p:cNvSpPr>
            <a:spLocks noGrp="1"/>
          </p:cNvSpPr>
          <p:nvPr>
            <p:ph type="title" idx="1"/>
            <p:custDataLst>
              <p:tags r:id="rId1"/>
            </p:custDataLst>
          </p:nvPr>
        </p:nvSpPr>
        <p:spPr>
          <a:xfrm>
            <a:off x="2273300" y="1901190"/>
            <a:ext cx="8413750" cy="1709420"/>
          </a:xfrm>
        </p:spPr>
        <p:txBody>
          <a:bodyPr>
            <a:normAutofit fontScale="90000"/>
          </a:bodyPr>
          <a:lstStyle/>
          <a:p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</a:pPr>
            <a:r>
              <a:rPr altLang="en-US" sz="7200"/>
              <a:t>计算机组成原理</a:t>
            </a:r>
            <a:br>
              <a:rPr altLang="en-US" sz="7200"/>
            </a:br>
            <a:r>
              <a:rPr altLang="en-US" sz="7200"/>
              <a:t>重点难点复习</a:t>
            </a:r>
            <a:endParaRPr altLang="en-US" sz="7200"/>
          </a:p>
        </p:txBody>
      </p:sp>
    </p:spTree>
    <p:custDataLst>
      <p:tags r:id="rId2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 idx="1"/>
            <p:custDataLst>
              <p:tags r:id="rId1"/>
            </p:custDataLst>
          </p:nvPr>
        </p:nvSpPr>
        <p:spPr>
          <a:noFill/>
        </p:spPr>
        <p:txBody>
          <a:bodyPr vert="horz" wrap="square" lIns="0" tIns="0" rIns="0" bIns="0" rtlCol="0" anchor="b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3600" b="0" i="0" u="none" strike="noStrike" kern="1200" cap="none" spc="300" normalizeH="0" baseline="0" noProof="1" dirty="0" smtClean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+mj-lt"/>
                <a:ea typeface="+mj-lt"/>
                <a:cs typeface="MiSans Normal" panose="00000500000000000000" charset="-122"/>
                <a:sym typeface="+mn-ea"/>
              </a:defRPr>
            </a:lvl1pPr>
          </a:lstStyle>
          <a:p>
            <a:pPr lvl="0" algn="l"/>
            <a:r>
              <a:rPr>
                <a:sym typeface="+mn-ea"/>
              </a:rPr>
              <a:t>考试</a:t>
            </a:r>
            <a:endParaRPr>
              <a:sym typeface="+mn-ea"/>
            </a:endParaRPr>
          </a:p>
        </p:txBody>
      </p:sp>
      <p:sp>
        <p:nvSpPr>
          <p:cNvPr id="2" name="内容占位符 2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912495" y="1350010"/>
            <a:ext cx="9295130" cy="5226050"/>
          </a:xfrm>
          <a:prstGeom prst="rect">
            <a:avLst/>
          </a:prstGeom>
        </p:spPr>
        <p:txBody>
          <a:bodyPr vert="horz" wrap="square">
            <a:normAutofit/>
          </a:bodyPr>
          <a:lstStyle>
            <a:lvl1pPr marL="274320" indent="-274320" algn="l" rtl="0" eaLnBrk="1" latinLnBrk="0" hangingPunct="1">
              <a:spcBef>
                <a:spcPts val="600"/>
              </a:spcBef>
              <a:buClr>
                <a:schemeClr val="accent1"/>
              </a:buClr>
              <a:buSzPct val="70000"/>
              <a:buFont typeface="Wingdings" panose="05000000000000000000"/>
              <a:buChar char=""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0080" indent="-274320" algn="l" rtl="0" eaLnBrk="1" latinLnBrk="0" hangingPunct="1"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/>
              <a:buChar char=""/>
              <a:defRPr kumimoji="0"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-182880" algn="l" rtl="0" eaLnBrk="1" latinLnBrk="0" hangingPunct="1">
              <a:spcBef>
                <a:spcPct val="20000"/>
              </a:spcBef>
              <a:buClr>
                <a:schemeClr val="accent1">
                  <a:shade val="75000"/>
                </a:schemeClr>
              </a:buClr>
              <a:buSzPct val="60000"/>
              <a:buFont typeface="Wingdings" panose="05000000000000000000"/>
              <a:buChar char="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88720" indent="-182880" algn="l" rtl="0" eaLnBrk="1" latinLnBrk="0" hangingPunct="1">
              <a:spcBef>
                <a:spcPct val="20000"/>
              </a:spcBef>
              <a:buClr>
                <a:schemeClr val="accent1">
                  <a:tint val="60000"/>
                </a:schemeClr>
              </a:buClr>
              <a:buSzPct val="60000"/>
              <a:buFont typeface="Wingdings" panose="05000000000000000000"/>
              <a:buChar char="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63040" indent="-182880" algn="l" rtl="0" eaLnBrk="1" latinLnBrk="0" hangingPunct="1">
              <a:spcBef>
                <a:spcPct val="20000"/>
              </a:spcBef>
              <a:buClr>
                <a:schemeClr val="accent2">
                  <a:tint val="60000"/>
                </a:schemeClr>
              </a:buClr>
              <a:buSzPct val="68000"/>
              <a:buFont typeface="Wingdings 2" panose="05020102010507070707"/>
              <a:buChar char="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37360" indent="-182880" algn="l" rtl="0" eaLnBrk="1" latinLnBrk="0" hangingPunct="1">
              <a:spcBef>
                <a:spcPct val="20000"/>
              </a:spcBef>
              <a:buClr>
                <a:schemeClr val="accent1"/>
              </a:buClr>
              <a:buChar char="•"/>
              <a:defRPr kumimoji="0"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011680" indent="-182880" algn="l" rtl="0" eaLnBrk="1" latinLnBrk="0" hangingPunct="1">
              <a:spcBef>
                <a:spcPct val="20000"/>
              </a:spcBef>
              <a:buClr>
                <a:schemeClr val="accent1">
                  <a:tint val="60000"/>
                </a:schemeClr>
              </a:buClr>
              <a:buSzPct val="60000"/>
              <a:buFont typeface="Wingdings" panose="05000000000000000000"/>
              <a:buChar char=""/>
              <a:defRPr kumimoji="0"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286000" indent="-182880" algn="l" rtl="0" eaLnBrk="1" latinLnBrk="0" hangingPunct="1">
              <a:spcBef>
                <a:spcPct val="20000"/>
              </a:spcBef>
              <a:buClr>
                <a:schemeClr val="accent2"/>
              </a:buClr>
              <a:buChar char="•"/>
              <a:defRPr kumimoji="0" sz="1400" kern="1200" cap="small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560320" indent="-182880" algn="l" rtl="0" eaLnBrk="1" latinLnBrk="0" hangingPunct="1">
              <a:spcBef>
                <a:spcPct val="20000"/>
              </a:spcBef>
              <a:buClr>
                <a:schemeClr val="accent1">
                  <a:shade val="75000"/>
                </a:schemeClr>
              </a:buClr>
              <a:buChar char="•"/>
              <a:defRPr kumimoji="0"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hangingPunct="1"/>
            <a:r>
              <a:rPr lang="zh-CN" altLang="en-US" sz="2800" b="1" dirty="0">
                <a:solidFill>
                  <a:schemeClr val="tx1"/>
                </a:solidFill>
              </a:rPr>
              <a:t>题型及分值</a:t>
            </a:r>
            <a:endParaRPr lang="en-US" altLang="zh-CN" sz="2800" b="1" dirty="0">
              <a:solidFill>
                <a:schemeClr val="tx1"/>
              </a:solidFill>
            </a:endParaRPr>
          </a:p>
          <a:p>
            <a:pPr lvl="1" eaLnBrk="1" hangingPunct="1"/>
            <a:r>
              <a:rPr lang="zh-CN" altLang="en-US" sz="2400" b="1" dirty="0">
                <a:solidFill>
                  <a:schemeClr val="tx1"/>
                </a:solidFill>
              </a:rPr>
              <a:t>单项选择题（</a:t>
            </a:r>
            <a:r>
              <a:rPr lang="en-US" altLang="zh-CN" sz="2400" b="1" dirty="0">
                <a:solidFill>
                  <a:schemeClr val="tx1"/>
                </a:solidFill>
              </a:rPr>
              <a:t>10</a:t>
            </a:r>
            <a:r>
              <a:rPr lang="zh-CN" altLang="en-US" sz="2400" b="1" dirty="0">
                <a:solidFill>
                  <a:schemeClr val="tx1"/>
                </a:solidFill>
              </a:rPr>
              <a:t>题，</a:t>
            </a:r>
            <a:r>
              <a:rPr lang="en-US" altLang="zh-CN" sz="2400" b="1" dirty="0">
                <a:solidFill>
                  <a:schemeClr val="tx1"/>
                </a:solidFill>
              </a:rPr>
              <a:t>10%</a:t>
            </a:r>
            <a:r>
              <a:rPr lang="zh-CN" altLang="en-US" sz="2400" b="1" dirty="0">
                <a:solidFill>
                  <a:schemeClr val="tx1"/>
                </a:solidFill>
              </a:rPr>
              <a:t>）</a:t>
            </a:r>
            <a:endParaRPr lang="en-US" altLang="zh-CN" sz="2400" b="1" dirty="0">
              <a:solidFill>
                <a:schemeClr val="tx1"/>
              </a:solidFill>
            </a:endParaRPr>
          </a:p>
          <a:p>
            <a:pPr lvl="1"/>
            <a:r>
              <a:rPr lang="zh-CN" altLang="en-US" sz="2400" b="1" dirty="0">
                <a:solidFill>
                  <a:schemeClr val="tx1"/>
                </a:solidFill>
              </a:rPr>
              <a:t>简答题（</a:t>
            </a:r>
            <a:r>
              <a:rPr lang="en-US" altLang="zh-CN" sz="2400" b="1" dirty="0">
                <a:solidFill>
                  <a:schemeClr val="tx1"/>
                </a:solidFill>
              </a:rPr>
              <a:t>4</a:t>
            </a:r>
            <a:r>
              <a:rPr lang="zh-CN" altLang="en-US" sz="2400" b="1" dirty="0">
                <a:solidFill>
                  <a:schemeClr val="tx1"/>
                </a:solidFill>
              </a:rPr>
              <a:t>题，</a:t>
            </a:r>
            <a:r>
              <a:rPr lang="en-US" altLang="zh-CN" sz="2400" b="1" dirty="0">
                <a:solidFill>
                  <a:schemeClr val="tx1"/>
                </a:solidFill>
              </a:rPr>
              <a:t>20%</a:t>
            </a:r>
            <a:r>
              <a:rPr lang="zh-CN" altLang="en-US" sz="2400" b="1" dirty="0">
                <a:solidFill>
                  <a:schemeClr val="tx1"/>
                </a:solidFill>
              </a:rPr>
              <a:t>）：</a:t>
            </a:r>
            <a:r>
              <a:rPr lang="en-US" altLang="zh-CN" sz="2400" b="1" dirty="0">
                <a:solidFill>
                  <a:schemeClr val="tx1"/>
                </a:solidFill>
              </a:rPr>
              <a:t>1,5,6,9</a:t>
            </a:r>
            <a:endParaRPr lang="en-US" altLang="zh-CN" sz="2400" b="1" dirty="0">
              <a:solidFill>
                <a:schemeClr val="tx1"/>
              </a:solidFill>
            </a:endParaRPr>
          </a:p>
          <a:p>
            <a:pPr lvl="1"/>
            <a:r>
              <a:rPr lang="zh-CN" altLang="en-US" sz="2400" b="1" dirty="0">
                <a:solidFill>
                  <a:schemeClr val="tx1"/>
                </a:solidFill>
              </a:rPr>
              <a:t>计算题（</a:t>
            </a:r>
            <a:r>
              <a:rPr lang="en-US" altLang="zh-CN" sz="2400" b="1" dirty="0">
                <a:solidFill>
                  <a:schemeClr val="tx1"/>
                </a:solidFill>
              </a:rPr>
              <a:t>5</a:t>
            </a:r>
            <a:r>
              <a:rPr lang="zh-CN" altLang="en-US" sz="2400" b="1" dirty="0">
                <a:solidFill>
                  <a:schemeClr val="tx1"/>
                </a:solidFill>
              </a:rPr>
              <a:t>题，</a:t>
            </a:r>
            <a:r>
              <a:rPr lang="en-US" altLang="zh-CN" sz="2400" b="1" dirty="0">
                <a:solidFill>
                  <a:schemeClr val="tx1"/>
                </a:solidFill>
              </a:rPr>
              <a:t>40%</a:t>
            </a:r>
            <a:r>
              <a:rPr lang="zh-CN" altLang="en-US" sz="2400" b="1" dirty="0">
                <a:solidFill>
                  <a:schemeClr val="tx1"/>
                </a:solidFill>
              </a:rPr>
              <a:t>）：</a:t>
            </a:r>
            <a:r>
              <a:rPr lang="en-US" altLang="zh-CN" sz="2400" b="1" dirty="0">
                <a:solidFill>
                  <a:schemeClr val="tx1"/>
                </a:solidFill>
              </a:rPr>
              <a:t>1,2,3,4,8,9</a:t>
            </a:r>
            <a:endParaRPr lang="en-US" altLang="zh-CN" sz="2400" b="1" dirty="0">
              <a:solidFill>
                <a:schemeClr val="tx1"/>
              </a:solidFill>
            </a:endParaRPr>
          </a:p>
          <a:p>
            <a:pPr lvl="1" eaLnBrk="1" hangingPunct="1"/>
            <a:r>
              <a:rPr lang="zh-CN" altLang="en-US" sz="2400" b="1" dirty="0">
                <a:solidFill>
                  <a:schemeClr val="tx1"/>
                </a:solidFill>
              </a:rPr>
              <a:t>综合题（</a:t>
            </a:r>
            <a:r>
              <a:rPr lang="en-US" altLang="zh-CN" sz="2400" b="1" dirty="0">
                <a:solidFill>
                  <a:schemeClr val="tx1"/>
                </a:solidFill>
              </a:rPr>
              <a:t>2</a:t>
            </a:r>
            <a:r>
              <a:rPr lang="zh-CN" altLang="en-US" sz="2400" b="1" dirty="0">
                <a:solidFill>
                  <a:schemeClr val="tx1"/>
                </a:solidFill>
              </a:rPr>
              <a:t>题，</a:t>
            </a:r>
            <a:r>
              <a:rPr lang="en-US" altLang="zh-CN" sz="2400" b="1" dirty="0">
                <a:solidFill>
                  <a:schemeClr val="tx1"/>
                </a:solidFill>
              </a:rPr>
              <a:t>30%</a:t>
            </a:r>
            <a:r>
              <a:rPr lang="zh-CN" altLang="en-US" sz="2400" b="1" dirty="0">
                <a:solidFill>
                  <a:schemeClr val="tx1"/>
                </a:solidFill>
              </a:rPr>
              <a:t>）：</a:t>
            </a:r>
            <a:r>
              <a:rPr lang="en-US" altLang="zh-CN" sz="2400" b="1" dirty="0">
                <a:solidFill>
                  <a:schemeClr val="tx1"/>
                </a:solidFill>
              </a:rPr>
              <a:t>4,5</a:t>
            </a:r>
            <a:endParaRPr lang="en-US" altLang="zh-CN" sz="2400" b="1" dirty="0">
              <a:solidFill>
                <a:schemeClr val="tx1"/>
              </a:solidFill>
            </a:endParaRPr>
          </a:p>
          <a:p>
            <a:pPr marL="274320" lvl="1" algn="l" eaLnBrk="1" hangingPunct="1">
              <a:spcBef>
                <a:spcPts val="600"/>
              </a:spcBef>
              <a:buFont typeface="Wingdings" panose="05000000000000000000"/>
              <a:buChar char=""/>
            </a:pPr>
            <a:r>
              <a:rPr lang="zh-CN" altLang="en-US" sz="2800" b="1" dirty="0">
                <a:solidFill>
                  <a:schemeClr val="tx1"/>
                </a:solidFill>
              </a:rPr>
              <a:t>考试方式</a:t>
            </a:r>
            <a:endParaRPr lang="zh-CN" altLang="en-US" sz="2800" b="1" dirty="0">
              <a:solidFill>
                <a:schemeClr val="tx1"/>
              </a:solidFill>
            </a:endParaRPr>
          </a:p>
          <a:p>
            <a:pPr lvl="1" eaLnBrk="1" hangingPunct="1"/>
            <a:r>
              <a:rPr lang="zh-CN" altLang="en-US" sz="2400" b="1" dirty="0">
                <a:solidFill>
                  <a:schemeClr val="tx1"/>
                </a:solidFill>
              </a:rPr>
              <a:t>闭卷</a:t>
            </a:r>
            <a:endParaRPr lang="en-US" altLang="zh-CN" sz="2400" b="1" dirty="0">
              <a:solidFill>
                <a:schemeClr val="tx1"/>
              </a:solidFill>
            </a:endParaRPr>
          </a:p>
          <a:p>
            <a:pPr lvl="1" eaLnBrk="1" hangingPunct="1"/>
            <a:r>
              <a:rPr lang="zh-CN" altLang="en-US" sz="2400" b="1" dirty="0">
                <a:solidFill>
                  <a:schemeClr val="tx1"/>
                </a:solidFill>
              </a:rPr>
              <a:t>时间</a:t>
            </a:r>
            <a:r>
              <a:rPr lang="en-US" altLang="zh-CN" sz="2400" b="1" dirty="0">
                <a:solidFill>
                  <a:schemeClr val="tx1"/>
                </a:solidFill>
              </a:rPr>
              <a:t>110</a:t>
            </a:r>
            <a:r>
              <a:rPr lang="zh-CN" altLang="en-US" sz="2400" b="1" dirty="0">
                <a:solidFill>
                  <a:schemeClr val="tx1"/>
                </a:solidFill>
              </a:rPr>
              <a:t>分钟</a:t>
            </a:r>
            <a:endParaRPr lang="zh-CN" altLang="en-US" sz="2400" b="1" dirty="0">
              <a:solidFill>
                <a:schemeClr val="tx1"/>
              </a:solidFill>
            </a:endParaRPr>
          </a:p>
          <a:p>
            <a:pPr marL="274320" lvl="1" algn="l" eaLnBrk="1" hangingPunct="1">
              <a:spcBef>
                <a:spcPts val="600"/>
              </a:spcBef>
              <a:buFont typeface="Wingdings" panose="05000000000000000000"/>
              <a:buChar char=""/>
            </a:pPr>
            <a:r>
              <a:rPr lang="zh-CN" altLang="en-US" sz="2800" b="1" dirty="0">
                <a:solidFill>
                  <a:schemeClr val="tx1"/>
                </a:solidFill>
              </a:rPr>
              <a:t>答疑时间</a:t>
            </a:r>
            <a:endParaRPr lang="zh-CN" altLang="en-US" sz="2800" b="1" dirty="0">
              <a:solidFill>
                <a:schemeClr val="tx1"/>
              </a:solidFill>
            </a:endParaRPr>
          </a:p>
          <a:p>
            <a:pPr lvl="1" algn="l" eaLnBrk="1" hangingPunct="1">
              <a:spcBef>
                <a:spcPct val="20000"/>
              </a:spcBef>
              <a:buChar char=""/>
            </a:pPr>
            <a:r>
              <a:rPr lang="zh-CN" altLang="en-US" sz="2400" b="1" dirty="0">
                <a:solidFill>
                  <a:schemeClr val="tx1"/>
                </a:solidFill>
              </a:rPr>
              <a:t>6月12日：9:00-11:00；</a:t>
            </a:r>
            <a:r>
              <a:rPr lang="zh-CN" altLang="en-US" sz="2400" dirty="0">
                <a:sym typeface="+mn-ea"/>
              </a:rPr>
              <a:t>6月1</a:t>
            </a:r>
            <a:r>
              <a:rPr lang="en-US" altLang="zh-CN" sz="2400" dirty="0">
                <a:sym typeface="+mn-ea"/>
              </a:rPr>
              <a:t>6</a:t>
            </a:r>
            <a:r>
              <a:rPr lang="zh-CN" altLang="en-US" sz="2400" dirty="0">
                <a:sym typeface="+mn-ea"/>
              </a:rPr>
              <a:t>日：</a:t>
            </a:r>
            <a:r>
              <a:rPr lang="en-US" altLang="zh-CN" sz="2400" dirty="0">
                <a:sym typeface="+mn-ea"/>
              </a:rPr>
              <a:t>9</a:t>
            </a:r>
            <a:r>
              <a:rPr lang="zh-CN" altLang="en-US" sz="2400" dirty="0">
                <a:sym typeface="+mn-ea"/>
              </a:rPr>
              <a:t>:</a:t>
            </a:r>
            <a:r>
              <a:rPr lang="en-US" altLang="zh-CN" sz="2400" dirty="0">
                <a:sym typeface="+mn-ea"/>
              </a:rPr>
              <a:t>0</a:t>
            </a:r>
            <a:r>
              <a:rPr lang="zh-CN" altLang="en-US" sz="2400" dirty="0">
                <a:sym typeface="+mn-ea"/>
              </a:rPr>
              <a:t>0-</a:t>
            </a:r>
            <a:r>
              <a:rPr lang="en-US" altLang="zh-CN" sz="2400" dirty="0">
                <a:sym typeface="+mn-ea"/>
              </a:rPr>
              <a:t>11</a:t>
            </a:r>
            <a:r>
              <a:rPr lang="zh-CN" altLang="en-US" sz="2400" dirty="0">
                <a:sym typeface="+mn-ea"/>
              </a:rPr>
              <a:t>:00，教</a:t>
            </a:r>
            <a:r>
              <a:rPr lang="en-US" altLang="zh-CN" sz="2400" dirty="0">
                <a:sym typeface="+mn-ea"/>
              </a:rPr>
              <a:t>4-511</a:t>
            </a:r>
            <a:endParaRPr lang="en-US" altLang="zh-CN" sz="2400" b="1" dirty="0">
              <a:solidFill>
                <a:schemeClr val="tx1"/>
              </a:solidFill>
              <a:sym typeface="+mn-ea"/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434" name="Text Box 2"/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695960" y="1484630"/>
            <a:ext cx="5954713" cy="58356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normAutofit fontScale="90000"/>
          </a:bodyPr>
          <a:lstStyle/>
          <a:p>
            <a:pPr>
              <a:buClr>
                <a:schemeClr val="accent2"/>
              </a:buClr>
              <a:buSzPct val="80000"/>
              <a:buFont typeface="Wingdings" panose="05000000000000000000" pitchFamily="2" charset="2"/>
              <a:buNone/>
            </a:pPr>
            <a:r>
              <a:rPr lang="zh-CN" altLang="en-US" sz="3200">
                <a:solidFill>
                  <a:schemeClr val="tx1"/>
                </a:solidFill>
                <a:latin typeface="+mn-lt"/>
                <a:ea typeface="+mn-ea"/>
              </a:rPr>
              <a:t>基本概念</a:t>
            </a:r>
            <a:endParaRPr lang="zh-CN" altLang="en-US" sz="3200">
              <a:solidFill>
                <a:schemeClr val="tx1"/>
              </a:solidFill>
              <a:latin typeface="+mn-lt"/>
              <a:ea typeface="+mn-ea"/>
            </a:endParaRPr>
          </a:p>
        </p:txBody>
      </p:sp>
      <p:sp>
        <p:nvSpPr>
          <p:cNvPr id="402435" name="Text Box 3"/>
          <p:cNvSpPr txBox="1"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1488123" y="2348230"/>
            <a:ext cx="8497887" cy="52197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/>
          <a:lstStyle/>
          <a:p>
            <a:pPr>
              <a:buClr>
                <a:schemeClr val="accent2"/>
              </a:buClr>
              <a:buSzPct val="80000"/>
              <a:buFont typeface="Wingdings" panose="05000000000000000000" pitchFamily="2" charset="2"/>
              <a:buNone/>
            </a:pPr>
            <a:r>
              <a:rPr lang="en-US" altLang="zh-CN" sz="2800" dirty="0">
                <a:solidFill>
                  <a:schemeClr val="tx1"/>
                </a:solidFill>
                <a:latin typeface="+mn-lt"/>
                <a:ea typeface="+mn-ea"/>
              </a:rPr>
              <a:t>1.</a:t>
            </a:r>
            <a:r>
              <a:rPr lang="zh-CN" altLang="en-US" sz="2800">
                <a:solidFill>
                  <a:schemeClr val="tx1"/>
                </a:solidFill>
                <a:latin typeface="+mn-lt"/>
                <a:ea typeface="+mn-ea"/>
              </a:rPr>
              <a:t>计算机系统及计算机系统的层次结构</a:t>
            </a:r>
            <a:endParaRPr lang="zh-CN" altLang="en-US" sz="2800">
              <a:solidFill>
                <a:schemeClr val="tx1"/>
              </a:solidFill>
              <a:latin typeface="+mn-lt"/>
              <a:ea typeface="+mn-ea"/>
            </a:endParaRPr>
          </a:p>
        </p:txBody>
      </p:sp>
      <p:sp>
        <p:nvSpPr>
          <p:cNvPr id="402436" name="Text Box 4"/>
          <p:cNvSpPr txBox="1"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1488440" y="3180080"/>
            <a:ext cx="9001125" cy="69723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normAutofit lnSpcReduction="10000"/>
          </a:bodyPr>
          <a:lstStyle/>
          <a:p>
            <a:pPr>
              <a:buClr>
                <a:schemeClr val="accent2"/>
              </a:buClr>
              <a:buSzPct val="80000"/>
              <a:buFont typeface="Wingdings" panose="05000000000000000000" pitchFamily="2" charset="2"/>
              <a:buNone/>
            </a:pPr>
            <a:r>
              <a:rPr lang="en-US" altLang="zh-CN" sz="2800" dirty="0">
                <a:solidFill>
                  <a:schemeClr val="tx1"/>
                </a:solidFill>
                <a:latin typeface="+mn-lt"/>
                <a:ea typeface="+mn-ea"/>
              </a:rPr>
              <a:t>2.</a:t>
            </a:r>
            <a:r>
              <a:rPr lang="zh-CN" altLang="en-US" sz="2800">
                <a:solidFill>
                  <a:schemeClr val="tx1"/>
                </a:solidFill>
                <a:latin typeface="+mn-lt"/>
                <a:ea typeface="+mn-ea"/>
              </a:rPr>
              <a:t>硬件、计算机、主机、</a:t>
            </a:r>
            <a:r>
              <a:rPr lang="en-US" altLang="zh-CN" sz="2800" dirty="0">
                <a:solidFill>
                  <a:schemeClr val="tx1"/>
                </a:solidFill>
                <a:latin typeface="+mn-lt"/>
                <a:ea typeface="+mn-ea"/>
              </a:rPr>
              <a:t>CPU</a:t>
            </a:r>
            <a:r>
              <a:rPr lang="zh-CN" altLang="en-US" sz="2800">
                <a:solidFill>
                  <a:schemeClr val="tx1"/>
                </a:solidFill>
                <a:latin typeface="+mn-lt"/>
                <a:ea typeface="+mn-ea"/>
              </a:rPr>
              <a:t>、主存、  辅存、外部设备</a:t>
            </a:r>
            <a:endParaRPr lang="zh-CN" altLang="en-US" sz="2800">
              <a:solidFill>
                <a:schemeClr val="tx1"/>
              </a:solidFill>
              <a:latin typeface="+mn-lt"/>
              <a:ea typeface="+mn-ea"/>
            </a:endParaRPr>
          </a:p>
        </p:txBody>
      </p:sp>
      <p:sp>
        <p:nvSpPr>
          <p:cNvPr id="402437" name="Text Box 5"/>
          <p:cNvSpPr txBox="1"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1488123" y="4077018"/>
            <a:ext cx="9001125" cy="52197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/>
          <a:lstStyle/>
          <a:p>
            <a:pPr>
              <a:buClr>
                <a:schemeClr val="accent2"/>
              </a:buClr>
              <a:buSzPct val="80000"/>
              <a:buFont typeface="Wingdings" panose="05000000000000000000" pitchFamily="2" charset="2"/>
              <a:buNone/>
            </a:pPr>
            <a:r>
              <a:rPr lang="en-US" altLang="zh-CN" sz="2800" dirty="0">
                <a:solidFill>
                  <a:schemeClr val="tx1"/>
                </a:solidFill>
                <a:latin typeface="+mn-lt"/>
                <a:ea typeface="+mn-ea"/>
              </a:rPr>
              <a:t>3.</a:t>
            </a:r>
            <a:r>
              <a:rPr lang="zh-CN" altLang="en-US" sz="2800">
                <a:solidFill>
                  <a:schemeClr val="tx1"/>
                </a:solidFill>
                <a:latin typeface="+mn-lt"/>
                <a:ea typeface="+mn-ea"/>
              </a:rPr>
              <a:t>软件、系统软件、应用软件</a:t>
            </a:r>
            <a:endParaRPr lang="zh-CN" altLang="en-US" sz="2800">
              <a:solidFill>
                <a:schemeClr val="tx1"/>
              </a:solidFill>
              <a:latin typeface="+mn-lt"/>
              <a:ea typeface="+mn-ea"/>
            </a:endParaRPr>
          </a:p>
        </p:txBody>
      </p:sp>
      <p:sp>
        <p:nvSpPr>
          <p:cNvPr id="402438" name="Text Box 6"/>
          <p:cNvSpPr txBox="1"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1488123" y="4910455"/>
            <a:ext cx="9001125" cy="52197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/>
          <a:lstStyle/>
          <a:p>
            <a:pPr>
              <a:buClr>
                <a:schemeClr val="accent2"/>
              </a:buClr>
              <a:buSzPct val="80000"/>
              <a:buFont typeface="Wingdings" panose="05000000000000000000" pitchFamily="2" charset="2"/>
              <a:buNone/>
            </a:pPr>
            <a:r>
              <a:rPr lang="en-US" altLang="zh-CN" sz="2800" dirty="0">
                <a:solidFill>
                  <a:schemeClr val="tx1"/>
                </a:solidFill>
                <a:latin typeface="+mn-lt"/>
                <a:ea typeface="+mn-ea"/>
              </a:rPr>
              <a:t>4.</a:t>
            </a:r>
            <a:r>
              <a:rPr lang="zh-CN" altLang="en-US" sz="2800">
                <a:solidFill>
                  <a:schemeClr val="tx1"/>
                </a:solidFill>
                <a:latin typeface="+mn-lt"/>
                <a:ea typeface="+mn-ea"/>
              </a:rPr>
              <a:t>高级语言、汇编语言、机器语言</a:t>
            </a:r>
            <a:endParaRPr lang="zh-CN" altLang="en-US" sz="2800">
              <a:solidFill>
                <a:schemeClr val="tx1"/>
              </a:solidFill>
              <a:latin typeface="+mn-lt"/>
              <a:ea typeface="+mn-ea"/>
            </a:endParaRPr>
          </a:p>
        </p:txBody>
      </p:sp>
      <p:sp>
        <p:nvSpPr>
          <p:cNvPr id="4" name="标题 3"/>
          <p:cNvSpPr>
            <a:spLocks noGrp="1"/>
          </p:cNvSpPr>
          <p:nvPr>
            <p:ph type="title" idx="1"/>
            <p:custDataLst>
              <p:tags r:id="rId6"/>
            </p:custDataLst>
          </p:nvPr>
        </p:nvSpPr>
        <p:spPr>
          <a:noFill/>
        </p:spPr>
        <p:txBody>
          <a:bodyPr vert="horz" wrap="square" lIns="0" tIns="0" rIns="0" bIns="0" rtlCol="0" anchor="b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3600" b="0" i="0" u="none" strike="noStrike" kern="1200" cap="none" spc="300" normalizeH="0" baseline="0" noProof="1" dirty="0" smtClean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+mj-lt"/>
                <a:ea typeface="+mj-lt"/>
                <a:cs typeface="MiSans Normal" panose="00000500000000000000" charset="-122"/>
                <a:sym typeface="+mn-ea"/>
              </a:defRPr>
            </a:lvl1pPr>
          </a:lstStyle>
          <a:p>
            <a:pPr lvl="0" algn="l"/>
            <a:r>
              <a:rPr>
                <a:sym typeface="+mn-ea"/>
              </a:rPr>
              <a:t>第１章</a:t>
            </a:r>
            <a:r>
              <a:rPr>
                <a:sym typeface="+mn-ea"/>
              </a:rPr>
              <a:t>   </a:t>
            </a:r>
            <a:r>
              <a:rPr>
                <a:sym typeface="+mn-ea"/>
              </a:rPr>
              <a:t>计算机系统概论</a:t>
            </a:r>
            <a:endParaRPr>
              <a:sym typeface="+mn-ea"/>
            </a:endParaRPr>
          </a:p>
        </p:txBody>
      </p:sp>
    </p:spTree>
    <p:custDataLst>
      <p:tags r:id="rId7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24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024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24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4024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24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4024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24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4024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24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4024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2434" grpId="0"/>
      <p:bldP spid="402435" grpId="0"/>
      <p:bldP spid="402436" grpId="0"/>
      <p:bldP spid="402437" grpId="0"/>
      <p:bldP spid="402438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812" name="Text Box 4"/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1753235" y="4745355"/>
            <a:ext cx="8497888" cy="52197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/>
          <a:lstStyle/>
          <a:p>
            <a:pPr>
              <a:buClr>
                <a:schemeClr val="accent2"/>
              </a:buClr>
              <a:buSzPct val="80000"/>
              <a:buFont typeface="Wingdings" panose="05000000000000000000" pitchFamily="2" charset="2"/>
              <a:buNone/>
            </a:pPr>
            <a:r>
              <a:rPr lang="en-US" altLang="zh-CN" sz="2800" dirty="0">
                <a:solidFill>
                  <a:schemeClr val="tx1"/>
                </a:solidFill>
                <a:latin typeface="+mn-lt"/>
                <a:ea typeface="+mn-ea"/>
              </a:rPr>
              <a:t>7.</a:t>
            </a:r>
            <a:r>
              <a:rPr lang="zh-CN" altLang="en-US" sz="2800">
                <a:solidFill>
                  <a:schemeClr val="tx1"/>
                </a:solidFill>
                <a:latin typeface="+mn-lt"/>
                <a:ea typeface="+mn-ea"/>
              </a:rPr>
              <a:t>机器字长、指令字长、存储字长</a:t>
            </a:r>
            <a:endParaRPr lang="zh-CN" altLang="en-US" sz="2800">
              <a:solidFill>
                <a:schemeClr val="tx1"/>
              </a:solidFill>
              <a:latin typeface="+mn-lt"/>
              <a:ea typeface="+mn-ea"/>
            </a:endParaRPr>
          </a:p>
        </p:txBody>
      </p:sp>
      <p:sp>
        <p:nvSpPr>
          <p:cNvPr id="119813" name="Text Box 5"/>
          <p:cNvSpPr txBox="1"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1753235" y="5659755"/>
            <a:ext cx="9001125" cy="52197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/>
          <a:lstStyle/>
          <a:p>
            <a:r>
              <a:rPr lang="en-US" altLang="zh-CN" sz="2800" dirty="0">
                <a:solidFill>
                  <a:schemeClr val="accent1">
                    <a:lumMod val="50000"/>
                  </a:schemeClr>
                </a:solidFill>
                <a:latin typeface="+mn-lt"/>
                <a:ea typeface="+mn-ea"/>
              </a:rPr>
              <a:t>8. </a:t>
            </a:r>
            <a:r>
              <a:rPr lang="zh-CN" altLang="en-US" sz="2800" dirty="0">
                <a:solidFill>
                  <a:schemeClr val="accent1">
                    <a:lumMod val="50000"/>
                  </a:schemeClr>
                </a:solidFill>
                <a:latin typeface="+mn-lt"/>
                <a:ea typeface="+mn-ea"/>
              </a:rPr>
              <a:t>计算机硬件技术指标：</a:t>
            </a:r>
            <a:r>
              <a:rPr lang="en-US" altLang="zh-CN" sz="2800" dirty="0">
                <a:solidFill>
                  <a:schemeClr val="accent1">
                    <a:lumMod val="50000"/>
                  </a:schemeClr>
                </a:solidFill>
                <a:latin typeface="+mn-lt"/>
                <a:ea typeface="+mn-ea"/>
              </a:rPr>
              <a:t>MIPS</a:t>
            </a:r>
            <a:r>
              <a:rPr lang="zh-CN" altLang="en-US" sz="2800" dirty="0">
                <a:solidFill>
                  <a:schemeClr val="accent1">
                    <a:lumMod val="50000"/>
                  </a:schemeClr>
                </a:solidFill>
                <a:latin typeface="+mn-lt"/>
                <a:ea typeface="+mn-ea"/>
              </a:rPr>
              <a:t>，</a:t>
            </a:r>
            <a:r>
              <a:rPr lang="en-US" altLang="zh-CN" sz="2800" dirty="0">
                <a:solidFill>
                  <a:schemeClr val="accent1">
                    <a:lumMod val="50000"/>
                  </a:schemeClr>
                </a:solidFill>
                <a:latin typeface="+mn-lt"/>
                <a:ea typeface="+mn-ea"/>
              </a:rPr>
              <a:t>CPI</a:t>
            </a:r>
            <a:endParaRPr lang="en-US" altLang="zh-CN" sz="2800" dirty="0">
              <a:solidFill>
                <a:schemeClr val="accent1">
                  <a:lumMod val="50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19819" name="Text Box 11"/>
          <p:cNvSpPr txBox="1"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1753235" y="3318193"/>
            <a:ext cx="9505950" cy="103886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normAutofit lnSpcReduction="10000"/>
          </a:bodyPr>
          <a:lstStyle/>
          <a:p>
            <a:r>
              <a:rPr lang="en-US" altLang="zh-CN" sz="2800" dirty="0">
                <a:solidFill>
                  <a:schemeClr val="accent1">
                    <a:lumMod val="50000"/>
                  </a:schemeClr>
                </a:solidFill>
                <a:latin typeface="+mn-lt"/>
                <a:ea typeface="+mn-ea"/>
              </a:rPr>
              <a:t>6. </a:t>
            </a:r>
            <a:r>
              <a:rPr lang="zh-CN" altLang="en-US" sz="2800">
                <a:solidFill>
                  <a:schemeClr val="accent1">
                    <a:lumMod val="50000"/>
                  </a:schemeClr>
                </a:solidFill>
                <a:latin typeface="+mn-lt"/>
                <a:ea typeface="+mn-ea"/>
              </a:rPr>
              <a:t>存储单元、存储元件、存储基元、存储字、  存储字长、存储容量</a:t>
            </a:r>
            <a:endParaRPr lang="zh-CN" altLang="en-US" sz="2800">
              <a:solidFill>
                <a:schemeClr val="accent1">
                  <a:lumMod val="50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19820" name="Text Box 12"/>
          <p:cNvSpPr txBox="1"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1753235" y="2403793"/>
            <a:ext cx="9001125" cy="52197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/>
          <a:lstStyle/>
          <a:p>
            <a:pPr>
              <a:buClr>
                <a:schemeClr val="accent2"/>
              </a:buClr>
              <a:buSzPct val="80000"/>
              <a:buFont typeface="Wingdings" panose="05000000000000000000" pitchFamily="2" charset="2"/>
              <a:buNone/>
            </a:pPr>
            <a:r>
              <a:rPr lang="en-US" altLang="zh-CN" sz="2800" dirty="0">
                <a:solidFill>
                  <a:schemeClr val="tx1"/>
                </a:solidFill>
                <a:latin typeface="+mn-lt"/>
                <a:ea typeface="+mn-ea"/>
              </a:rPr>
              <a:t>5. </a:t>
            </a:r>
            <a:r>
              <a:rPr lang="zh-CN" altLang="en-US" sz="2800" dirty="0">
                <a:solidFill>
                  <a:schemeClr val="tx1"/>
                </a:solidFill>
                <a:latin typeface="+mn-lt"/>
                <a:ea typeface="+mn-ea"/>
              </a:rPr>
              <a:t>计算机组成和计算机体系结构</a:t>
            </a:r>
            <a:endParaRPr lang="zh-CN" altLang="en-US" sz="2800" dirty="0">
              <a:solidFill>
                <a:schemeClr val="tx1"/>
              </a:solidFill>
              <a:latin typeface="+mn-lt"/>
              <a:ea typeface="+mn-ea"/>
            </a:endParaRPr>
          </a:p>
        </p:txBody>
      </p:sp>
      <p:sp>
        <p:nvSpPr>
          <p:cNvPr id="16392" name="Text Box 20"/>
          <p:cNvSpPr txBox="1"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911860" y="1556068"/>
            <a:ext cx="5954713" cy="58356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normAutofit fontScale="90000"/>
          </a:bodyPr>
          <a:lstStyle/>
          <a:p>
            <a:pPr>
              <a:buClr>
                <a:schemeClr val="accent2"/>
              </a:buClr>
              <a:buSzPct val="80000"/>
              <a:buFont typeface="Wingdings" panose="05000000000000000000" pitchFamily="2" charset="2"/>
              <a:buNone/>
            </a:pPr>
            <a:r>
              <a:rPr lang="zh-CN" altLang="en-US" sz="3200">
                <a:solidFill>
                  <a:schemeClr val="tx1"/>
                </a:solidFill>
                <a:latin typeface="+mn-lt"/>
                <a:ea typeface="+mn-ea"/>
              </a:rPr>
              <a:t>基本概念</a:t>
            </a:r>
            <a:endParaRPr lang="zh-CN" altLang="en-US" sz="3200">
              <a:solidFill>
                <a:schemeClr val="tx1"/>
              </a:solidFill>
              <a:latin typeface="+mn-lt"/>
              <a:ea typeface="+mn-ea"/>
            </a:endParaRPr>
          </a:p>
        </p:txBody>
      </p:sp>
      <p:sp>
        <p:nvSpPr>
          <p:cNvPr id="4" name="标题 3"/>
          <p:cNvSpPr>
            <a:spLocks noGrp="1"/>
          </p:cNvSpPr>
          <p:nvPr>
            <p:ph type="title" idx="1"/>
            <p:custDataLst>
              <p:tags r:id="rId6"/>
            </p:custDataLst>
          </p:nvPr>
        </p:nvSpPr>
        <p:spPr>
          <a:noFill/>
        </p:spPr>
        <p:txBody>
          <a:bodyPr vert="horz" wrap="square" lIns="0" tIns="0" rIns="0" bIns="0" rtlCol="0" anchor="b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3600" b="0" i="0" u="none" strike="noStrike" kern="1200" cap="none" spc="300" normalizeH="0" baseline="0" noProof="1" dirty="0" smtClean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+mj-lt"/>
                <a:ea typeface="+mj-lt"/>
                <a:cs typeface="MiSans Normal" panose="00000500000000000000" charset="-122"/>
                <a:sym typeface="+mn-ea"/>
              </a:defRPr>
            </a:lvl1pPr>
          </a:lstStyle>
          <a:p>
            <a:pPr lvl="0" algn="l"/>
            <a:r>
              <a:rPr>
                <a:sym typeface="+mn-ea"/>
              </a:rPr>
              <a:t>第１章</a:t>
            </a:r>
            <a:r>
              <a:rPr>
                <a:sym typeface="+mn-ea"/>
              </a:rPr>
              <a:t>   </a:t>
            </a:r>
            <a:r>
              <a:rPr>
                <a:sym typeface="+mn-ea"/>
              </a:rPr>
              <a:t>计算机系统概论</a:t>
            </a:r>
            <a:endParaRPr>
              <a:sym typeface="+mn-ea"/>
            </a:endParaRPr>
          </a:p>
        </p:txBody>
      </p:sp>
    </p:spTree>
    <p:custDataLst>
      <p:tags r:id="rId7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8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198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8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198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8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198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8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198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9812" grpId="0"/>
      <p:bldP spid="119813" grpId="0"/>
      <p:bldP spid="119819" grpId="0"/>
      <p:bldP spid="119820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88" name="Text Box 28"/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695960" y="1341120"/>
            <a:ext cx="5911850" cy="64516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normAutofit fontScale="90000"/>
          </a:bodyPr>
          <a:lstStyle/>
          <a:p>
            <a:r>
              <a:rPr lang="zh-CN" altLang="en-US" sz="3600" dirty="0">
                <a:solidFill>
                  <a:schemeClr val="folHlink"/>
                </a:solidFill>
                <a:latin typeface="+mn-lt"/>
                <a:ea typeface="+mn-ea"/>
              </a:rPr>
              <a:t>重点</a:t>
            </a:r>
            <a:endParaRPr lang="zh-CN" altLang="en-US" sz="3600" dirty="0">
              <a:solidFill>
                <a:schemeClr val="folHlink"/>
              </a:solidFill>
              <a:latin typeface="+mn-lt"/>
              <a:ea typeface="+mn-ea"/>
            </a:endParaRPr>
          </a:p>
        </p:txBody>
      </p:sp>
      <p:sp>
        <p:nvSpPr>
          <p:cNvPr id="117789" name="Text Box 29"/>
          <p:cNvSpPr txBox="1"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807085" y="2333308"/>
            <a:ext cx="6870700" cy="52197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/>
          <a:lstStyle/>
          <a:p>
            <a:r>
              <a:rPr lang="zh-CN" altLang="en-US" sz="2800" dirty="0">
                <a:solidFill>
                  <a:schemeClr val="tx1"/>
                </a:solidFill>
                <a:latin typeface="+mn-lt"/>
                <a:ea typeface="+mn-ea"/>
              </a:rPr>
              <a:t>冯</a:t>
            </a:r>
            <a:r>
              <a:rPr lang="en-US" altLang="zh-CN" sz="2800" dirty="0">
                <a:solidFill>
                  <a:schemeClr val="tx1"/>
                </a:solidFill>
                <a:latin typeface="+mn-lt"/>
                <a:ea typeface="+mn-ea"/>
              </a:rPr>
              <a:t>·</a:t>
            </a:r>
            <a:r>
              <a:rPr lang="zh-CN" altLang="en-US" sz="2800" dirty="0">
                <a:solidFill>
                  <a:schemeClr val="tx1"/>
                </a:solidFill>
                <a:latin typeface="+mn-lt"/>
                <a:ea typeface="+mn-ea"/>
              </a:rPr>
              <a:t>诺依曼计算机的特点</a:t>
            </a:r>
            <a:endParaRPr lang="zh-CN" altLang="en-US" sz="2800" dirty="0">
              <a:solidFill>
                <a:schemeClr val="tx1"/>
              </a:solidFill>
              <a:latin typeface="+mn-lt"/>
              <a:ea typeface="+mn-ea"/>
            </a:endParaRPr>
          </a:p>
        </p:txBody>
      </p:sp>
      <p:sp>
        <p:nvSpPr>
          <p:cNvPr id="3" name="文本框 2"/>
          <p:cNvSpPr txBox="1"/>
          <p:nvPr>
            <p:custDataLst>
              <p:tags r:id="rId3"/>
            </p:custDataLst>
          </p:nvPr>
        </p:nvSpPr>
        <p:spPr>
          <a:xfrm>
            <a:off x="839568" y="2997205"/>
            <a:ext cx="4572000" cy="52197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zh-CN" altLang="en-US" sz="2800" dirty="0">
                <a:solidFill>
                  <a:schemeClr val="tx1"/>
                </a:solidFill>
                <a:latin typeface="+mn-lt"/>
                <a:ea typeface="+mn-ea"/>
              </a:rPr>
              <a:t>计算机组成和功能</a:t>
            </a:r>
            <a:endParaRPr lang="zh-CN" altLang="en-US" sz="2800" dirty="0">
              <a:solidFill>
                <a:schemeClr val="tx1"/>
              </a:solidFill>
              <a:latin typeface="+mn-lt"/>
              <a:ea typeface="+mn-ea"/>
            </a:endParaRPr>
          </a:p>
        </p:txBody>
      </p:sp>
      <p:sp>
        <p:nvSpPr>
          <p:cNvPr id="5" name="标题 4"/>
          <p:cNvSpPr>
            <a:spLocks noGrp="1"/>
          </p:cNvSpPr>
          <p:nvPr>
            <p:ph type="title" idx="1"/>
            <p:custDataLst>
              <p:tags r:id="rId4"/>
            </p:custDataLst>
          </p:nvPr>
        </p:nvSpPr>
        <p:spPr>
          <a:noFill/>
        </p:spPr>
        <p:txBody>
          <a:bodyPr vert="horz" wrap="square" lIns="0" tIns="0" rIns="0" bIns="0" rtlCol="0" anchor="b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3600" b="0" i="0" u="none" strike="noStrike" kern="1200" cap="none" spc="300" normalizeH="0" baseline="0" noProof="1" dirty="0" smtClean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+mj-lt"/>
                <a:ea typeface="+mj-lt"/>
                <a:cs typeface="MiSans Normal" panose="00000500000000000000" charset="-122"/>
                <a:sym typeface="+mn-ea"/>
              </a:defRPr>
            </a:lvl1pPr>
          </a:lstStyle>
          <a:p>
            <a:pPr lvl="0" algn="l"/>
            <a:r>
              <a:rPr>
                <a:sym typeface="+mn-ea"/>
              </a:rPr>
              <a:t>第１章</a:t>
            </a:r>
            <a:r>
              <a:rPr>
                <a:sym typeface="+mn-ea"/>
              </a:rPr>
              <a:t>   </a:t>
            </a:r>
            <a:r>
              <a:rPr>
                <a:sym typeface="+mn-ea"/>
              </a:rPr>
              <a:t>计算机系统概论</a:t>
            </a:r>
            <a:endParaRPr>
              <a:sym typeface="+mn-ea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839470" y="3717290"/>
            <a:ext cx="6096000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2800" dirty="0">
                <a:solidFill>
                  <a:schemeClr val="tx1"/>
                </a:solidFill>
                <a:latin typeface="+mn-lt"/>
                <a:ea typeface="+mn-ea"/>
                <a:sym typeface="+mn-ea"/>
              </a:rPr>
              <a:t>计算机硬件技术指标：</a:t>
            </a:r>
            <a:r>
              <a:rPr lang="en-US" altLang="zh-CN" sz="2800" dirty="0">
                <a:solidFill>
                  <a:schemeClr val="tx1"/>
                </a:solidFill>
                <a:latin typeface="+mn-lt"/>
                <a:ea typeface="+mn-ea"/>
                <a:sym typeface="+mn-ea"/>
              </a:rPr>
              <a:t>MIPS</a:t>
            </a:r>
            <a:r>
              <a:rPr lang="zh-CN" altLang="en-US" sz="2800" dirty="0">
                <a:solidFill>
                  <a:schemeClr val="tx1"/>
                </a:solidFill>
                <a:latin typeface="+mn-lt"/>
                <a:ea typeface="+mn-ea"/>
                <a:sym typeface="+mn-ea"/>
              </a:rPr>
              <a:t>，</a:t>
            </a:r>
            <a:r>
              <a:rPr lang="en-US" altLang="zh-CN" sz="2800" dirty="0">
                <a:solidFill>
                  <a:schemeClr val="tx1"/>
                </a:solidFill>
                <a:latin typeface="+mn-lt"/>
                <a:ea typeface="+mn-ea"/>
                <a:sym typeface="+mn-ea"/>
              </a:rPr>
              <a:t>CPI</a:t>
            </a:r>
            <a:endParaRPr lang="en-US" altLang="zh-CN" sz="2800" dirty="0">
              <a:solidFill>
                <a:schemeClr val="tx1"/>
              </a:solidFill>
              <a:latin typeface="+mn-lt"/>
              <a:ea typeface="+mn-ea"/>
              <a:sym typeface="+mn-ea"/>
            </a:endParaRPr>
          </a:p>
        </p:txBody>
      </p:sp>
    </p:spTree>
    <p:custDataLst>
      <p:tags r:id="rId5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7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177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7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1177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7788" grpId="0"/>
      <p:bldP spid="117789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62" name="Text Box 2"/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3433445" y="2994978"/>
            <a:ext cx="1831975" cy="52197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normAutofit fontScale="90000"/>
          </a:bodyPr>
          <a:lstStyle/>
          <a:p>
            <a:r>
              <a:rPr lang="zh-CN" altLang="en-US" sz="2800">
                <a:solidFill>
                  <a:schemeClr val="tx1"/>
                </a:solidFill>
                <a:latin typeface="+mn-lt"/>
                <a:ea typeface="+mn-ea"/>
              </a:rPr>
              <a:t>取指令</a:t>
            </a:r>
            <a:endParaRPr lang="zh-CN" altLang="en-US" sz="2800">
              <a:solidFill>
                <a:schemeClr val="tx1"/>
              </a:solidFill>
              <a:latin typeface="+mn-lt"/>
              <a:ea typeface="+mn-ea"/>
            </a:endParaRPr>
          </a:p>
        </p:txBody>
      </p:sp>
      <p:sp>
        <p:nvSpPr>
          <p:cNvPr id="117763" name="Text Box 3"/>
          <p:cNvSpPr txBox="1"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3433445" y="3618865"/>
            <a:ext cx="1943100" cy="52197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normAutofit fontScale="90000"/>
          </a:bodyPr>
          <a:lstStyle/>
          <a:p>
            <a:r>
              <a:rPr lang="zh-CN" altLang="en-US" sz="2800">
                <a:solidFill>
                  <a:schemeClr val="tx1"/>
                </a:solidFill>
                <a:latin typeface="+mn-lt"/>
                <a:ea typeface="+mn-ea"/>
              </a:rPr>
              <a:t>分析指令</a:t>
            </a:r>
            <a:endParaRPr lang="zh-CN" altLang="en-US" sz="2800">
              <a:solidFill>
                <a:schemeClr val="tx1"/>
              </a:solidFill>
              <a:latin typeface="+mn-lt"/>
              <a:ea typeface="+mn-ea"/>
            </a:endParaRPr>
          </a:p>
        </p:txBody>
      </p:sp>
      <p:sp>
        <p:nvSpPr>
          <p:cNvPr id="117764" name="Text Box 4"/>
          <p:cNvSpPr txBox="1"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3433445" y="4214178"/>
            <a:ext cx="1866900" cy="52197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normAutofit fontScale="90000"/>
          </a:bodyPr>
          <a:lstStyle/>
          <a:p>
            <a:r>
              <a:rPr lang="zh-CN" altLang="en-US" sz="2800">
                <a:solidFill>
                  <a:schemeClr val="tx1"/>
                </a:solidFill>
                <a:latin typeface="+mn-lt"/>
                <a:ea typeface="+mn-ea"/>
              </a:rPr>
              <a:t>执行指令</a:t>
            </a:r>
            <a:endParaRPr lang="zh-CN" altLang="en-US" sz="2800">
              <a:solidFill>
                <a:schemeClr val="tx1"/>
              </a:solidFill>
              <a:latin typeface="+mn-lt"/>
              <a:ea typeface="+mn-ea"/>
            </a:endParaRPr>
          </a:p>
        </p:txBody>
      </p:sp>
      <p:sp>
        <p:nvSpPr>
          <p:cNvPr id="117776" name="AutoShape 16"/>
          <p:cNvSpPr/>
          <p:nvPr>
            <p:custDataLst>
              <p:tags r:id="rId4"/>
            </p:custDataLst>
          </p:nvPr>
        </p:nvSpPr>
        <p:spPr bwMode="auto">
          <a:xfrm>
            <a:off x="5265420" y="3125470"/>
            <a:ext cx="152400" cy="814070"/>
          </a:xfrm>
          <a:prstGeom prst="rightBrace">
            <a:avLst>
              <a:gd name="adj1" fmla="val 45833"/>
              <a:gd name="adj2" fmla="val 50000"/>
            </a:avLst>
          </a:prstGeom>
          <a:noFill/>
          <a:ln w="38100">
            <a:solidFill>
              <a:schemeClr val="accent1"/>
            </a:solidFill>
            <a:round/>
          </a:ln>
        </p:spPr>
        <p:txBody>
          <a:bodyPr anchor="ctr">
            <a:noAutofit/>
          </a:bodyPr>
          <a:lstStyle/>
          <a:p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17777" name="Text Box 17"/>
          <p:cNvSpPr txBox="1"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5494020" y="3323590"/>
            <a:ext cx="2003425" cy="52197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normAutofit fontScale="90000"/>
          </a:bodyPr>
          <a:lstStyle/>
          <a:p>
            <a:r>
              <a:rPr lang="zh-CN" altLang="en-US" sz="2800">
                <a:solidFill>
                  <a:schemeClr val="tx1"/>
                </a:solidFill>
                <a:latin typeface="+mn-lt"/>
                <a:ea typeface="+mn-ea"/>
              </a:rPr>
              <a:t>取指阶段</a:t>
            </a:r>
            <a:endParaRPr lang="zh-CN" altLang="en-US" sz="2800">
              <a:solidFill>
                <a:schemeClr val="tx1"/>
              </a:solidFill>
              <a:latin typeface="+mn-lt"/>
              <a:ea typeface="+mn-ea"/>
            </a:endParaRPr>
          </a:p>
        </p:txBody>
      </p:sp>
      <p:sp>
        <p:nvSpPr>
          <p:cNvPr id="117778" name="Text Box 18"/>
          <p:cNvSpPr txBox="1"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5494020" y="4214178"/>
            <a:ext cx="2076450" cy="52197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normAutofit fontScale="90000"/>
          </a:bodyPr>
          <a:lstStyle/>
          <a:p>
            <a:r>
              <a:rPr lang="zh-CN" altLang="en-US" sz="2800">
                <a:solidFill>
                  <a:schemeClr val="tx1"/>
                </a:solidFill>
                <a:latin typeface="+mn-lt"/>
                <a:ea typeface="+mn-ea"/>
              </a:rPr>
              <a:t>执行阶段</a:t>
            </a:r>
            <a:endParaRPr lang="zh-CN" altLang="en-US" sz="2800">
              <a:solidFill>
                <a:schemeClr val="tx1"/>
              </a:solidFill>
              <a:latin typeface="+mn-lt"/>
              <a:ea typeface="+mn-ea"/>
            </a:endParaRPr>
          </a:p>
        </p:txBody>
      </p:sp>
      <p:sp>
        <p:nvSpPr>
          <p:cNvPr id="117783" name="Text Box 23"/>
          <p:cNvSpPr txBox="1">
            <a:spLocks noChangeArrowheads="1"/>
          </p:cNvSpPr>
          <p:nvPr>
            <p:custDataLst>
              <p:tags r:id="rId7"/>
            </p:custDataLst>
          </p:nvPr>
        </p:nvSpPr>
        <p:spPr bwMode="auto">
          <a:xfrm>
            <a:off x="7151370" y="4214178"/>
            <a:ext cx="1282700" cy="52197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normAutofit fontScale="90000"/>
          </a:bodyPr>
          <a:lstStyle/>
          <a:p>
            <a:r>
              <a:rPr lang="zh-CN" altLang="en-US" sz="2800">
                <a:solidFill>
                  <a:schemeClr val="tx1"/>
                </a:solidFill>
                <a:latin typeface="+mn-lt"/>
                <a:ea typeface="+mn-ea"/>
              </a:rPr>
              <a:t>访存</a:t>
            </a:r>
            <a:endParaRPr lang="zh-CN" altLang="en-US" sz="2800">
              <a:solidFill>
                <a:schemeClr val="tx1"/>
              </a:solidFill>
              <a:latin typeface="+mn-lt"/>
              <a:ea typeface="+mn-ea"/>
            </a:endParaRPr>
          </a:p>
        </p:txBody>
      </p:sp>
      <p:sp>
        <p:nvSpPr>
          <p:cNvPr id="117784" name="Text Box 24"/>
          <p:cNvSpPr txBox="1">
            <a:spLocks noChangeArrowheads="1"/>
          </p:cNvSpPr>
          <p:nvPr>
            <p:custDataLst>
              <p:tags r:id="rId8"/>
            </p:custDataLst>
          </p:nvPr>
        </p:nvSpPr>
        <p:spPr bwMode="auto">
          <a:xfrm>
            <a:off x="7148195" y="3293428"/>
            <a:ext cx="1244600" cy="52197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normAutofit fontScale="90000"/>
          </a:bodyPr>
          <a:lstStyle/>
          <a:p>
            <a:r>
              <a:rPr lang="zh-CN" altLang="en-US" sz="2800">
                <a:solidFill>
                  <a:schemeClr val="tx1"/>
                </a:solidFill>
                <a:latin typeface="+mn-lt"/>
                <a:ea typeface="+mn-ea"/>
              </a:rPr>
              <a:t>访存</a:t>
            </a:r>
            <a:endParaRPr lang="zh-CN" altLang="en-US" sz="2800">
              <a:solidFill>
                <a:schemeClr val="tx1"/>
              </a:solidFill>
              <a:latin typeface="+mn-lt"/>
              <a:ea typeface="+mn-ea"/>
            </a:endParaRPr>
          </a:p>
        </p:txBody>
      </p:sp>
      <p:sp>
        <p:nvSpPr>
          <p:cNvPr id="117785" name="AutoShape 25"/>
          <p:cNvSpPr/>
          <p:nvPr>
            <p:custDataLst>
              <p:tags r:id="rId9"/>
            </p:custDataLst>
          </p:nvPr>
        </p:nvSpPr>
        <p:spPr bwMode="auto">
          <a:xfrm>
            <a:off x="3136900" y="3153410"/>
            <a:ext cx="228600" cy="1460500"/>
          </a:xfrm>
          <a:prstGeom prst="leftBrace">
            <a:avLst>
              <a:gd name="adj1" fmla="val 50000"/>
              <a:gd name="adj2" fmla="val 50000"/>
            </a:avLst>
          </a:prstGeom>
          <a:noFill/>
          <a:ln w="38100">
            <a:solidFill>
              <a:schemeClr val="accent1"/>
            </a:solidFill>
            <a:round/>
          </a:ln>
        </p:spPr>
        <p:txBody>
          <a:bodyPr anchor="ctr">
            <a:noAutofit/>
          </a:bodyPr>
          <a:lstStyle/>
          <a:p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17786" name="Text Box 26"/>
          <p:cNvSpPr txBox="1">
            <a:spLocks noChangeArrowheads="1"/>
          </p:cNvSpPr>
          <p:nvPr>
            <p:custDataLst>
              <p:tags r:id="rId10"/>
            </p:custDataLst>
          </p:nvPr>
        </p:nvSpPr>
        <p:spPr bwMode="auto">
          <a:xfrm>
            <a:off x="729933" y="3534728"/>
            <a:ext cx="2359025" cy="52197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normAutofit fontScale="90000"/>
          </a:bodyPr>
          <a:lstStyle/>
          <a:p>
            <a:r>
              <a:rPr lang="zh-CN" altLang="en-US" sz="2800">
                <a:solidFill>
                  <a:schemeClr val="tx1"/>
                </a:solidFill>
                <a:latin typeface="+mn-lt"/>
                <a:ea typeface="+mn-ea"/>
              </a:rPr>
              <a:t>完成一条指令</a:t>
            </a:r>
            <a:endParaRPr lang="zh-CN" altLang="en-US" sz="2800">
              <a:solidFill>
                <a:schemeClr val="tx1"/>
              </a:solidFill>
              <a:latin typeface="+mn-lt"/>
              <a:ea typeface="+mn-ea"/>
            </a:endParaRPr>
          </a:p>
        </p:txBody>
      </p:sp>
      <p:sp>
        <p:nvSpPr>
          <p:cNvPr id="117788" name="Text Box 28"/>
          <p:cNvSpPr txBox="1">
            <a:spLocks noChangeArrowheads="1"/>
          </p:cNvSpPr>
          <p:nvPr>
            <p:custDataLst>
              <p:tags r:id="rId11"/>
            </p:custDataLst>
          </p:nvPr>
        </p:nvSpPr>
        <p:spPr bwMode="auto">
          <a:xfrm>
            <a:off x="623570" y="1485265"/>
            <a:ext cx="5911850" cy="64516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normAutofit fontScale="90000"/>
          </a:bodyPr>
          <a:lstStyle/>
          <a:p>
            <a:r>
              <a:rPr lang="zh-CN" altLang="en-US" sz="3600" dirty="0">
                <a:solidFill>
                  <a:schemeClr val="folHlink"/>
                </a:solidFill>
                <a:latin typeface="+mn-lt"/>
                <a:ea typeface="+mn-ea"/>
              </a:rPr>
              <a:t>重点</a:t>
            </a:r>
            <a:endParaRPr lang="zh-CN" altLang="en-US" sz="3600" dirty="0">
              <a:solidFill>
                <a:schemeClr val="folHlink"/>
              </a:solidFill>
              <a:latin typeface="+mn-lt"/>
              <a:ea typeface="+mn-ea"/>
            </a:endParaRPr>
          </a:p>
        </p:txBody>
      </p:sp>
      <p:sp>
        <p:nvSpPr>
          <p:cNvPr id="117789" name="Text Box 29"/>
          <p:cNvSpPr txBox="1">
            <a:spLocks noChangeArrowheads="1"/>
          </p:cNvSpPr>
          <p:nvPr>
            <p:custDataLst>
              <p:tags r:id="rId12"/>
            </p:custDataLst>
          </p:nvPr>
        </p:nvSpPr>
        <p:spPr bwMode="auto">
          <a:xfrm>
            <a:off x="730250" y="2231390"/>
            <a:ext cx="6624320" cy="52197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normAutofit fontScale="90000"/>
          </a:bodyPr>
          <a:lstStyle/>
          <a:p>
            <a:r>
              <a:rPr lang="zh-CN" altLang="en-US" sz="2800" dirty="0">
                <a:solidFill>
                  <a:schemeClr val="tx1"/>
                </a:solidFill>
                <a:latin typeface="+mn-lt"/>
                <a:ea typeface="+mn-ea"/>
              </a:rPr>
              <a:t>如何区分存放在存储器中的指令和数据</a:t>
            </a:r>
            <a:endParaRPr lang="zh-CN" altLang="en-US" sz="2800" dirty="0">
              <a:solidFill>
                <a:schemeClr val="tx1"/>
              </a:solidFill>
              <a:latin typeface="+mn-lt"/>
              <a:ea typeface="+mn-ea"/>
            </a:endParaRPr>
          </a:p>
        </p:txBody>
      </p:sp>
      <p:sp>
        <p:nvSpPr>
          <p:cNvPr id="117791" name="Text Box 31"/>
          <p:cNvSpPr txBox="1">
            <a:spLocks noChangeArrowheads="1"/>
          </p:cNvSpPr>
          <p:nvPr>
            <p:custDataLst>
              <p:tags r:id="rId13"/>
            </p:custDataLst>
          </p:nvPr>
        </p:nvSpPr>
        <p:spPr bwMode="auto">
          <a:xfrm>
            <a:off x="2601595" y="5006340"/>
            <a:ext cx="5328617" cy="52197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normAutofit fontScale="90000"/>
          </a:bodyPr>
          <a:lstStyle/>
          <a:p>
            <a:r>
              <a:rPr lang="zh-CN" altLang="en-US" sz="2800" dirty="0">
                <a:solidFill>
                  <a:schemeClr val="accent1">
                    <a:lumMod val="50000"/>
                  </a:schemeClr>
                </a:solidFill>
                <a:latin typeface="+mn-lt"/>
                <a:ea typeface="+mn-ea"/>
              </a:rPr>
              <a:t>取指阶段取出的是 指令</a:t>
            </a:r>
            <a:endParaRPr lang="zh-CN" altLang="en-US" sz="2800" dirty="0">
              <a:solidFill>
                <a:schemeClr val="accent1">
                  <a:lumMod val="50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17792" name="Text Box 32"/>
          <p:cNvSpPr txBox="1">
            <a:spLocks noChangeArrowheads="1"/>
          </p:cNvSpPr>
          <p:nvPr>
            <p:custDataLst>
              <p:tags r:id="rId14"/>
            </p:custDataLst>
          </p:nvPr>
        </p:nvSpPr>
        <p:spPr bwMode="auto">
          <a:xfrm>
            <a:off x="2601595" y="5669915"/>
            <a:ext cx="5257800" cy="52197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normAutofit fontScale="90000"/>
          </a:bodyPr>
          <a:lstStyle/>
          <a:p>
            <a:r>
              <a:rPr lang="zh-CN" altLang="en-US" sz="2800">
                <a:solidFill>
                  <a:schemeClr val="accent1">
                    <a:lumMod val="50000"/>
                  </a:schemeClr>
                </a:solidFill>
                <a:latin typeface="+mn-lt"/>
                <a:ea typeface="+mn-ea"/>
              </a:rPr>
              <a:t>执行阶段取出的是 数据</a:t>
            </a:r>
            <a:endParaRPr lang="zh-CN" altLang="en-US" sz="2800">
              <a:solidFill>
                <a:schemeClr val="accent1">
                  <a:lumMod val="50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4" name="标题 3"/>
          <p:cNvSpPr>
            <a:spLocks noGrp="1"/>
          </p:cNvSpPr>
          <p:nvPr>
            <p:ph type="title" idx="1"/>
            <p:custDataLst>
              <p:tags r:id="rId15"/>
            </p:custDataLst>
          </p:nvPr>
        </p:nvSpPr>
        <p:spPr>
          <a:noFill/>
        </p:spPr>
        <p:txBody>
          <a:bodyPr vert="horz" wrap="square" lIns="0" tIns="0" rIns="0" bIns="0" rtlCol="0" anchor="b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3600" b="0" i="0" u="none" strike="noStrike" kern="1200" cap="none" spc="300" normalizeH="0" baseline="0" noProof="1" dirty="0" smtClean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+mj-lt"/>
                <a:ea typeface="+mj-lt"/>
                <a:cs typeface="MiSans Normal" panose="00000500000000000000" charset="-122"/>
                <a:sym typeface="+mn-ea"/>
              </a:defRPr>
            </a:lvl1pPr>
          </a:lstStyle>
          <a:p>
            <a:pPr lvl="0" algn="l"/>
            <a:r>
              <a:rPr>
                <a:sym typeface="+mn-ea"/>
              </a:rPr>
              <a:t>第１章</a:t>
            </a:r>
            <a:r>
              <a:rPr>
                <a:sym typeface="+mn-ea"/>
              </a:rPr>
              <a:t>   </a:t>
            </a:r>
            <a:r>
              <a:rPr>
                <a:sym typeface="+mn-ea"/>
              </a:rPr>
              <a:t>计算机系统概论</a:t>
            </a:r>
            <a:endParaRPr>
              <a:sym typeface="+mn-ea"/>
            </a:endParaRPr>
          </a:p>
        </p:txBody>
      </p:sp>
    </p:spTree>
    <p:custDataLst>
      <p:tags r:id="rId16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7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177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7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1177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7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1177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00"/>
                            </p:stCondLst>
                            <p:childTnLst>
                              <p:par>
                                <p:cTn id="17" presetID="16" presetClass="entr" presetSubtype="4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7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19" dur="500"/>
                                        <p:tgtEl>
                                          <p:spTgt spid="1177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7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1177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7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1177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7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" dur="500"/>
                                        <p:tgtEl>
                                          <p:spTgt spid="1177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6" presetClass="entr" presetSubtype="4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7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39" dur="500"/>
                                        <p:tgtEl>
                                          <p:spTgt spid="1177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7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4" dur="500"/>
                                        <p:tgtEl>
                                          <p:spTgt spid="1177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7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9" dur="500"/>
                                        <p:tgtEl>
                                          <p:spTgt spid="1177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7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4" dur="500"/>
                                        <p:tgtEl>
                                          <p:spTgt spid="1177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7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9" dur="500"/>
                                        <p:tgtEl>
                                          <p:spTgt spid="1177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7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4" dur="500"/>
                                        <p:tgtEl>
                                          <p:spTgt spid="1177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7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9" dur="500"/>
                                        <p:tgtEl>
                                          <p:spTgt spid="1177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7762" grpId="0" autoUpdateAnimBg="0"/>
      <p:bldP spid="117763" grpId="0" autoUpdateAnimBg="0"/>
      <p:bldP spid="117764" grpId="0" autoUpdateAnimBg="0"/>
      <p:bldP spid="117776" grpId="0" bldLvl="0" animBg="1"/>
      <p:bldP spid="117777" grpId="0" autoUpdateAnimBg="0"/>
      <p:bldP spid="117778" grpId="0" autoUpdateAnimBg="0"/>
      <p:bldP spid="117783" grpId="0" autoUpdateAnimBg="0"/>
      <p:bldP spid="117784" grpId="0" autoUpdateAnimBg="0"/>
      <p:bldP spid="117785" grpId="0" bldLvl="0" animBg="1"/>
      <p:bldP spid="117786" grpId="0" autoUpdateAnimBg="0"/>
      <p:bldP spid="117788" grpId="0"/>
      <p:bldP spid="117789" grpId="0"/>
      <p:bldP spid="117791" grpId="0" autoUpdateAnimBg="0"/>
      <p:bldP spid="117792" grpId="0" autoUpdateAnimBg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394" name="Text Box 2"/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1144905" y="2212334"/>
            <a:ext cx="8515350" cy="60769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normAutofit/>
          </a:bodyPr>
          <a:lstStyle/>
          <a:p>
            <a:pPr>
              <a:lnSpc>
                <a:spcPct val="120000"/>
              </a:lnSpc>
              <a:spcBef>
                <a:spcPct val="0"/>
              </a:spcBef>
            </a:pPr>
            <a:r>
              <a:rPr lang="en-US" altLang="zh-CN" sz="2800">
                <a:solidFill>
                  <a:schemeClr val="tx1"/>
                </a:solidFill>
                <a:latin typeface="+mn-lt"/>
                <a:ea typeface="+mn-ea"/>
              </a:rPr>
              <a:t>1.</a:t>
            </a:r>
            <a:r>
              <a:rPr lang="zh-CN" altLang="en-US" sz="2800">
                <a:solidFill>
                  <a:schemeClr val="tx1"/>
                </a:solidFill>
                <a:latin typeface="+mn-lt"/>
                <a:ea typeface="+mn-ea"/>
              </a:rPr>
              <a:t>机器中有符号数和无符号数的表示，</a:t>
            </a:r>
            <a:r>
              <a:rPr lang="en-US" altLang="zh-CN" sz="2800">
                <a:solidFill>
                  <a:schemeClr val="tx1"/>
                </a:solidFill>
                <a:latin typeface="+mn-lt"/>
                <a:ea typeface="+mn-ea"/>
              </a:rPr>
              <a:t>±0 </a:t>
            </a:r>
            <a:r>
              <a:rPr lang="zh-CN" altLang="en-US" sz="2800">
                <a:solidFill>
                  <a:schemeClr val="tx1"/>
                </a:solidFill>
                <a:latin typeface="+mn-lt"/>
                <a:ea typeface="+mn-ea"/>
              </a:rPr>
              <a:t>的表示</a:t>
            </a:r>
            <a:endParaRPr lang="zh-CN" altLang="en-US" sz="2800">
              <a:solidFill>
                <a:schemeClr val="tx1"/>
              </a:solidFill>
              <a:latin typeface="+mn-lt"/>
              <a:ea typeface="+mn-ea"/>
            </a:endParaRPr>
          </a:p>
        </p:txBody>
      </p:sp>
      <p:sp>
        <p:nvSpPr>
          <p:cNvPr id="187395" name="Text Box 3"/>
          <p:cNvSpPr txBox="1"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695643" y="1340803"/>
            <a:ext cx="6062662" cy="64516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normAutofit fontScale="90000"/>
          </a:bodyPr>
          <a:lstStyle/>
          <a:p>
            <a:pPr>
              <a:spcBef>
                <a:spcPct val="0"/>
              </a:spcBef>
            </a:pPr>
            <a:r>
              <a:rPr lang="zh-CN" altLang="en-US" sz="3600">
                <a:solidFill>
                  <a:schemeClr val="folHlink"/>
                </a:solidFill>
                <a:latin typeface="+mn-lt"/>
                <a:ea typeface="+mn-ea"/>
              </a:rPr>
              <a:t>重点</a:t>
            </a:r>
            <a:endParaRPr lang="zh-CN" altLang="en-US" sz="3600">
              <a:solidFill>
                <a:schemeClr val="folHlink"/>
              </a:solidFill>
              <a:latin typeface="+mn-lt"/>
              <a:ea typeface="+mn-ea"/>
            </a:endParaRPr>
          </a:p>
        </p:txBody>
      </p:sp>
      <p:sp>
        <p:nvSpPr>
          <p:cNvPr id="187397" name="Text Box 5"/>
          <p:cNvSpPr txBox="1"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1144905" y="3013710"/>
            <a:ext cx="10655935" cy="112458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normAutofit/>
          </a:bodyPr>
          <a:lstStyle/>
          <a:p>
            <a:pPr>
              <a:lnSpc>
                <a:spcPct val="120000"/>
              </a:lnSpc>
              <a:spcBef>
                <a:spcPct val="0"/>
              </a:spcBef>
            </a:pPr>
            <a:r>
              <a:rPr lang="en-US" altLang="zh-CN" sz="2800" dirty="0">
                <a:solidFill>
                  <a:schemeClr val="tx1"/>
                </a:solidFill>
                <a:latin typeface="+mn-lt"/>
                <a:ea typeface="+mn-ea"/>
              </a:rPr>
              <a:t>2. </a:t>
            </a:r>
            <a:r>
              <a:rPr lang="zh-CN" altLang="en-US" sz="2800" dirty="0">
                <a:solidFill>
                  <a:schemeClr val="tx1"/>
                </a:solidFill>
                <a:latin typeface="+mn-lt"/>
                <a:ea typeface="+mn-ea"/>
              </a:rPr>
              <a:t>各种机器数（原码、补码、反码、移码）的应用场合及其它们与真值的相互转换</a:t>
            </a:r>
            <a:endParaRPr lang="zh-CN" altLang="en-US" sz="2800" dirty="0">
              <a:solidFill>
                <a:schemeClr val="tx1"/>
              </a:solidFill>
              <a:latin typeface="+mn-lt"/>
              <a:ea typeface="+mn-ea"/>
            </a:endParaRPr>
          </a:p>
        </p:txBody>
      </p:sp>
      <p:sp>
        <p:nvSpPr>
          <p:cNvPr id="187398" name="Text Box 6"/>
          <p:cNvSpPr txBox="1"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1223645" y="4330065"/>
            <a:ext cx="10384155" cy="112458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normAutofit/>
          </a:bodyPr>
          <a:lstStyle/>
          <a:p>
            <a:pPr>
              <a:lnSpc>
                <a:spcPct val="120000"/>
              </a:lnSpc>
              <a:spcBef>
                <a:spcPct val="0"/>
              </a:spcBef>
            </a:pPr>
            <a:r>
              <a:rPr lang="zh-CN" altLang="en-US" sz="2800" dirty="0">
                <a:solidFill>
                  <a:schemeClr val="tx1"/>
                </a:solidFill>
                <a:latin typeface="+mn-lt"/>
                <a:ea typeface="+mn-ea"/>
              </a:rPr>
              <a:t>如：寄存器的内容为 </a:t>
            </a:r>
            <a:r>
              <a:rPr lang="en-US" altLang="zh-CN" sz="2800" dirty="0">
                <a:solidFill>
                  <a:schemeClr val="tx1"/>
                </a:solidFill>
                <a:latin typeface="+mn-lt"/>
                <a:ea typeface="+mn-ea"/>
              </a:rPr>
              <a:t>FF</a:t>
            </a:r>
            <a:r>
              <a:rPr lang="zh-CN" altLang="en-US" sz="2800" dirty="0">
                <a:solidFill>
                  <a:schemeClr val="tx1"/>
                </a:solidFill>
                <a:latin typeface="+mn-lt"/>
                <a:ea typeface="+mn-ea"/>
              </a:rPr>
              <a:t>，当其分别表示为原码、补码、 反码、移码时所对应的真值分别为多少</a:t>
            </a:r>
            <a:endParaRPr lang="zh-CN" altLang="en-US" sz="2800" dirty="0">
              <a:solidFill>
                <a:schemeClr val="tx1"/>
              </a:solidFill>
              <a:latin typeface="+mn-lt"/>
              <a:ea typeface="+mn-ea"/>
            </a:endParaRPr>
          </a:p>
        </p:txBody>
      </p:sp>
      <p:sp>
        <p:nvSpPr>
          <p:cNvPr id="3" name="标题 2"/>
          <p:cNvSpPr>
            <a:spLocks noGrp="1"/>
          </p:cNvSpPr>
          <p:nvPr>
            <p:ph type="title" idx="1"/>
            <p:custDataLst>
              <p:tags r:id="rId5"/>
            </p:custDataLst>
          </p:nvPr>
        </p:nvSpPr>
        <p:spPr>
          <a:noFill/>
        </p:spPr>
        <p:txBody>
          <a:bodyPr vert="horz" wrap="square" lIns="0" tIns="0" rIns="0" bIns="0" rtlCol="0" anchor="b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3600" b="0" i="0" u="none" strike="noStrike" kern="1200" cap="none" spc="300" normalizeH="0" baseline="0" noProof="1" dirty="0" smtClean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+mj-lt"/>
                <a:ea typeface="+mj-lt"/>
                <a:cs typeface="MiSans Normal" panose="00000500000000000000" charset="-122"/>
                <a:sym typeface="+mn-ea"/>
              </a:defRPr>
            </a:lvl1pPr>
          </a:lstStyle>
          <a:p>
            <a:pPr lvl="0" algn="l"/>
            <a:r>
              <a:rPr>
                <a:sym typeface="+mn-ea"/>
              </a:rPr>
              <a:t>第</a:t>
            </a:r>
            <a:r>
              <a:rPr lang="en-US" altLang="zh-CN">
                <a:sym typeface="+mn-ea"/>
              </a:rPr>
              <a:t>2</a:t>
            </a:r>
            <a:r>
              <a:rPr>
                <a:sym typeface="+mn-ea"/>
              </a:rPr>
              <a:t>章  数据信息的表示</a:t>
            </a:r>
            <a:endParaRPr lang="en-US" altLang="zh-CN">
              <a:sym typeface="+mn-ea"/>
            </a:endParaRPr>
          </a:p>
        </p:txBody>
      </p:sp>
    </p:spTree>
    <p:custDataLst>
      <p:tags r:id="rId6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3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873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3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873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3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873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3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873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7394" grpId="0" autoUpdateAnimBg="0"/>
      <p:bldP spid="187395" grpId="0"/>
      <p:bldP spid="187397" grpId="0" autoUpdateAnimBg="0"/>
      <p:bldP spid="187398" grpId="0" autoUpdateAnimBg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Box 5"/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714375" y="1214120"/>
            <a:ext cx="10875010" cy="112458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normAutofit/>
          </a:bodyPr>
          <a:lstStyle/>
          <a:p>
            <a:pPr>
              <a:lnSpc>
                <a:spcPct val="120000"/>
              </a:lnSpc>
              <a:spcBef>
                <a:spcPct val="0"/>
              </a:spcBef>
            </a:pPr>
            <a:r>
              <a:rPr lang="en-US" altLang="zh-CN" sz="2800" dirty="0">
                <a:solidFill>
                  <a:schemeClr val="tx1"/>
                </a:solidFill>
                <a:latin typeface="+mn-lt"/>
                <a:ea typeface="+mn-ea"/>
              </a:rPr>
              <a:t>2. </a:t>
            </a:r>
            <a:r>
              <a:rPr lang="zh-CN" altLang="en-US" sz="2800" dirty="0">
                <a:solidFill>
                  <a:schemeClr val="tx1"/>
                </a:solidFill>
                <a:latin typeface="+mn-lt"/>
                <a:ea typeface="+mn-ea"/>
              </a:rPr>
              <a:t>各种机器数（原码、补码、反码、移码）的应用场合及其它们与真值的相互转换。</a:t>
            </a:r>
            <a:endParaRPr lang="zh-CN" altLang="en-US" sz="2800" dirty="0">
              <a:solidFill>
                <a:schemeClr val="tx1"/>
              </a:solidFill>
              <a:latin typeface="+mn-lt"/>
              <a:ea typeface="+mn-ea"/>
            </a:endParaRPr>
          </a:p>
        </p:txBody>
      </p:sp>
      <p:grpSp>
        <p:nvGrpSpPr>
          <p:cNvPr id="43" name="Group 70"/>
          <p:cNvGrpSpPr/>
          <p:nvPr/>
        </p:nvGrpSpPr>
        <p:grpSpPr bwMode="auto">
          <a:xfrm>
            <a:off x="3863975" y="5962650"/>
            <a:ext cx="3660775" cy="803275"/>
            <a:chOff x="1474" y="3756"/>
            <a:chExt cx="2306" cy="506"/>
          </a:xfrm>
        </p:grpSpPr>
        <p:sp>
          <p:nvSpPr>
            <p:cNvPr id="44" name="Text Box 61"/>
            <p:cNvSpPr txBox="1">
              <a:spLocks noChangeArrowheads="1"/>
            </p:cNvSpPr>
            <p:nvPr>
              <p:custDataLst>
                <p:tags r:id="rId2"/>
              </p:custDataLst>
            </p:nvPr>
          </p:nvSpPr>
          <p:spPr bwMode="auto">
            <a:xfrm>
              <a:off x="1474" y="3756"/>
              <a:ext cx="2306" cy="242"/>
            </a:xfrm>
            <a:prstGeom prst="rect">
              <a:avLst/>
            </a:prstGeom>
            <a:noFill/>
            <a:ln w="25400" algn="ctr">
              <a:noFill/>
              <a:prstDash val="dash"/>
              <a:miter lim="800000"/>
            </a:ln>
          </p:spPr>
          <p:txBody>
            <a:bodyPr wrap="none">
              <a:spAutoFit/>
            </a:bodyPr>
            <a:lstStyle/>
            <a:p>
              <a:pPr marL="342900" indent="-342900" algn="l">
                <a:buFontTx/>
                <a:buNone/>
              </a:pPr>
              <a:r>
                <a:rPr lang="zh-CN" altLang="en-US" sz="1900">
                  <a:solidFill>
                    <a:schemeClr val="tx1"/>
                  </a:solidFill>
                  <a:latin typeface="+mn-lt"/>
                  <a:ea typeface="+mn-ea"/>
                </a:rPr>
                <a:t>符号位在内，各位取反，末尾加</a:t>
              </a:r>
              <a:r>
                <a:rPr lang="en-US" altLang="zh-CN" sz="1900">
                  <a:solidFill>
                    <a:schemeClr val="tx1"/>
                  </a:solidFill>
                  <a:latin typeface="+mn-lt"/>
                  <a:ea typeface="+mn-ea"/>
                </a:rPr>
                <a:t>1</a:t>
              </a:r>
              <a:endParaRPr lang="en-US" altLang="zh-CN" sz="1900">
                <a:solidFill>
                  <a:schemeClr val="tx1"/>
                </a:solidFill>
                <a:latin typeface="+mn-lt"/>
                <a:ea typeface="+mn-ea"/>
              </a:endParaRPr>
            </a:p>
          </p:txBody>
        </p:sp>
        <p:sp>
          <p:nvSpPr>
            <p:cNvPr id="45" name="Text Box 62"/>
            <p:cNvSpPr txBox="1">
              <a:spLocks noChangeArrowheads="1"/>
            </p:cNvSpPr>
            <p:nvPr>
              <p:custDataLst>
                <p:tags r:id="rId3"/>
              </p:custDataLst>
            </p:nvPr>
          </p:nvSpPr>
          <p:spPr bwMode="auto">
            <a:xfrm>
              <a:off x="1474" y="4020"/>
              <a:ext cx="2306" cy="242"/>
            </a:xfrm>
            <a:prstGeom prst="rect">
              <a:avLst/>
            </a:prstGeom>
            <a:noFill/>
            <a:ln w="25400" algn="ctr">
              <a:noFill/>
              <a:prstDash val="dash"/>
              <a:miter lim="800000"/>
            </a:ln>
          </p:spPr>
          <p:txBody>
            <a:bodyPr wrap="none">
              <a:spAutoFit/>
            </a:bodyPr>
            <a:lstStyle/>
            <a:p>
              <a:pPr marL="342900" indent="-342900" algn="l">
                <a:buFontTx/>
                <a:buNone/>
              </a:pPr>
              <a:r>
                <a:rPr lang="zh-CN" altLang="en-US" sz="1900">
                  <a:solidFill>
                    <a:schemeClr val="tx1"/>
                  </a:solidFill>
                  <a:latin typeface="+mn-lt"/>
                  <a:ea typeface="+mn-ea"/>
                </a:rPr>
                <a:t>符号位在内，各位取反，末尾加</a:t>
              </a:r>
              <a:r>
                <a:rPr lang="en-US" altLang="zh-CN" sz="1900">
                  <a:solidFill>
                    <a:schemeClr val="tx1"/>
                  </a:solidFill>
                  <a:latin typeface="+mn-lt"/>
                  <a:ea typeface="+mn-ea"/>
                </a:rPr>
                <a:t>1</a:t>
              </a:r>
              <a:endParaRPr lang="en-US" altLang="zh-CN" sz="1900">
                <a:solidFill>
                  <a:schemeClr val="tx1"/>
                </a:solidFill>
                <a:latin typeface="+mn-lt"/>
                <a:ea typeface="+mn-ea"/>
              </a:endParaRPr>
            </a:p>
          </p:txBody>
        </p:sp>
      </p:grpSp>
      <p:grpSp>
        <p:nvGrpSpPr>
          <p:cNvPr id="49" name="Group 72"/>
          <p:cNvGrpSpPr/>
          <p:nvPr/>
        </p:nvGrpSpPr>
        <p:grpSpPr bwMode="auto">
          <a:xfrm>
            <a:off x="1898650" y="6154738"/>
            <a:ext cx="8126413" cy="444501"/>
            <a:chOff x="176" y="3113"/>
            <a:chExt cx="5119" cy="280"/>
          </a:xfrm>
        </p:grpSpPr>
        <p:sp>
          <p:nvSpPr>
            <p:cNvPr id="51" name="Text Box 73"/>
            <p:cNvSpPr txBox="1">
              <a:spLocks noChangeArrowheads="1"/>
            </p:cNvSpPr>
            <p:nvPr>
              <p:custDataLst>
                <p:tags r:id="rId4"/>
              </p:custDataLst>
            </p:nvPr>
          </p:nvSpPr>
          <p:spPr bwMode="auto">
            <a:xfrm>
              <a:off x="176" y="3113"/>
              <a:ext cx="688" cy="280"/>
            </a:xfrm>
            <a:prstGeom prst="rect">
              <a:avLst/>
            </a:prstGeom>
            <a:noFill/>
            <a:ln w="25400" algn="ctr">
              <a:noFill/>
              <a:prstDash val="dash"/>
              <a:miter lim="800000"/>
            </a:ln>
          </p:spPr>
          <p:txBody>
            <a:bodyPr wrap="none">
              <a:spAutoFit/>
            </a:bodyPr>
            <a:lstStyle/>
            <a:p>
              <a:pPr marL="342900" indent="-342900" algn="l">
                <a:buFontTx/>
                <a:buNone/>
              </a:pPr>
              <a:r>
                <a:rPr lang="en-US" altLang="zh-CN" sz="2300">
                  <a:solidFill>
                    <a:schemeClr val="tx1"/>
                  </a:solidFill>
                  <a:latin typeface="+mn-lt"/>
                  <a:ea typeface="+mn-ea"/>
                </a:rPr>
                <a:t>【x】</a:t>
              </a:r>
              <a:r>
                <a:rPr lang="zh-CN" altLang="en-US" sz="2300" baseline="-25000">
                  <a:solidFill>
                    <a:schemeClr val="tx1"/>
                  </a:solidFill>
                  <a:latin typeface="+mn-lt"/>
                  <a:ea typeface="+mn-ea"/>
                </a:rPr>
                <a:t>补</a:t>
              </a:r>
              <a:endParaRPr lang="zh-CN" altLang="en-US" sz="2300" baseline="-25000">
                <a:solidFill>
                  <a:schemeClr val="tx1"/>
                </a:solidFill>
                <a:latin typeface="+mn-lt"/>
                <a:ea typeface="+mn-ea"/>
              </a:endParaRPr>
            </a:p>
          </p:txBody>
        </p:sp>
        <p:sp>
          <p:nvSpPr>
            <p:cNvPr id="52" name="Text Box 74"/>
            <p:cNvSpPr txBox="1">
              <a:spLocks noChangeArrowheads="1"/>
            </p:cNvSpPr>
            <p:nvPr>
              <p:custDataLst>
                <p:tags r:id="rId5"/>
              </p:custDataLst>
            </p:nvPr>
          </p:nvSpPr>
          <p:spPr bwMode="auto">
            <a:xfrm>
              <a:off x="4422" y="3113"/>
              <a:ext cx="873" cy="280"/>
            </a:xfrm>
            <a:prstGeom prst="rect">
              <a:avLst/>
            </a:prstGeom>
            <a:noFill/>
            <a:ln w="25400" algn="ctr">
              <a:noFill/>
              <a:prstDash val="dash"/>
              <a:miter lim="800000"/>
            </a:ln>
          </p:spPr>
          <p:txBody>
            <a:bodyPr wrap="none">
              <a:spAutoFit/>
            </a:bodyPr>
            <a:lstStyle/>
            <a:p>
              <a:pPr marL="342900" indent="-342900" algn="l">
                <a:buFontTx/>
                <a:buNone/>
              </a:pPr>
              <a:r>
                <a:rPr lang="en-US" altLang="zh-CN" sz="2300">
                  <a:solidFill>
                    <a:schemeClr val="tx1"/>
                  </a:solidFill>
                  <a:latin typeface="+mn-lt"/>
                  <a:ea typeface="+mn-ea"/>
                </a:rPr>
                <a:t>【</a:t>
              </a:r>
              <a:r>
                <a:rPr lang="zh-CN" altLang="en-US" sz="2300">
                  <a:solidFill>
                    <a:schemeClr val="tx1"/>
                  </a:solidFill>
                  <a:latin typeface="+mn-lt"/>
                  <a:ea typeface="+mn-ea"/>
                </a:rPr>
                <a:t>－</a:t>
              </a:r>
              <a:r>
                <a:rPr lang="en-US" altLang="zh-CN" sz="2300">
                  <a:solidFill>
                    <a:schemeClr val="tx1"/>
                  </a:solidFill>
                  <a:latin typeface="+mn-lt"/>
                  <a:ea typeface="+mn-ea"/>
                </a:rPr>
                <a:t>x】</a:t>
              </a:r>
              <a:r>
                <a:rPr lang="zh-CN" altLang="en-US" sz="2300" baseline="-25000">
                  <a:solidFill>
                    <a:schemeClr val="tx1"/>
                  </a:solidFill>
                  <a:latin typeface="+mn-lt"/>
                  <a:ea typeface="+mn-ea"/>
                </a:rPr>
                <a:t>补</a:t>
              </a:r>
              <a:endParaRPr lang="zh-CN" altLang="en-US" sz="2300" baseline="-25000">
                <a:solidFill>
                  <a:schemeClr val="tx1"/>
                </a:solidFill>
                <a:latin typeface="+mn-lt"/>
                <a:ea typeface="+mn-ea"/>
              </a:endParaRPr>
            </a:p>
          </p:txBody>
        </p:sp>
        <p:sp>
          <p:nvSpPr>
            <p:cNvPr id="53" name="Line 75"/>
            <p:cNvSpPr>
              <a:spLocks noChangeShapeType="1"/>
            </p:cNvSpPr>
            <p:nvPr>
              <p:custDataLst>
                <p:tags r:id="rId6"/>
              </p:custDataLst>
            </p:nvPr>
          </p:nvSpPr>
          <p:spPr bwMode="auto">
            <a:xfrm flipV="1">
              <a:off x="884" y="3203"/>
              <a:ext cx="3674" cy="7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4" name="Line 76"/>
            <p:cNvSpPr>
              <a:spLocks noChangeShapeType="1"/>
            </p:cNvSpPr>
            <p:nvPr>
              <p:custDataLst>
                <p:tags r:id="rId7"/>
              </p:custDataLst>
            </p:nvPr>
          </p:nvSpPr>
          <p:spPr bwMode="auto">
            <a:xfrm flipH="1">
              <a:off x="839" y="3294"/>
              <a:ext cx="3719" cy="7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</p:grpSp>
      <p:pic>
        <p:nvPicPr>
          <p:cNvPr id="164866" name="Picture 2"/>
          <p:cNvPicPr>
            <a:picLocks noChangeAspect="1" noChangeArrowheads="1"/>
          </p:cNvPicPr>
          <p:nvPr>
            <p:custDataLst>
              <p:tags r:id="rId8"/>
            </p:custDataLst>
          </p:nvPr>
        </p:nvPicPr>
        <p:blipFill>
          <a:blip r:embed="rId9"/>
          <a:srcRect/>
          <a:stretch>
            <a:fillRect/>
          </a:stretch>
        </p:blipFill>
        <p:spPr bwMode="auto">
          <a:xfrm>
            <a:off x="1738282" y="2357430"/>
            <a:ext cx="8715404" cy="3628625"/>
          </a:xfrm>
          <a:prstGeom prst="rect">
            <a:avLst/>
          </a:prstGeom>
          <a:noFill/>
          <a:ln w="9525" cap="flat" cmpd="sng">
            <a:noFill/>
            <a:prstDash val="solid"/>
            <a:miter lim="800000"/>
            <a:headEnd/>
            <a:tailEnd/>
          </a:ln>
          <a:effectLst/>
        </p:spPr>
      </p:pic>
      <p:sp>
        <p:nvSpPr>
          <p:cNvPr id="5" name="标题 4"/>
          <p:cNvSpPr>
            <a:spLocks noGrp="1"/>
          </p:cNvSpPr>
          <p:nvPr>
            <p:ph type="title" idx="1"/>
            <p:custDataLst>
              <p:tags r:id="rId10"/>
            </p:custDataLst>
          </p:nvPr>
        </p:nvSpPr>
        <p:spPr>
          <a:noFill/>
        </p:spPr>
        <p:txBody>
          <a:bodyPr vert="horz" wrap="square" lIns="0" tIns="0" rIns="0" bIns="0" rtlCol="0" anchor="b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3600" b="0" i="0" u="none" strike="noStrike" kern="1200" cap="none" spc="300" normalizeH="0" baseline="0" noProof="1" dirty="0" smtClean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+mj-lt"/>
                <a:ea typeface="+mj-lt"/>
                <a:cs typeface="MiSans Normal" panose="00000500000000000000" charset="-122"/>
                <a:sym typeface="+mn-ea"/>
              </a:defRPr>
            </a:lvl1pPr>
          </a:lstStyle>
          <a:p>
            <a:pPr lvl="0" algn="l"/>
            <a:r>
              <a:rPr>
                <a:sym typeface="+mn-ea"/>
              </a:rPr>
              <a:t>第</a:t>
            </a:r>
            <a:r>
              <a:rPr lang="en-US" altLang="zh-CN">
                <a:sym typeface="+mn-ea"/>
              </a:rPr>
              <a:t>2</a:t>
            </a:r>
            <a:r>
              <a:rPr>
                <a:sym typeface="+mn-ea"/>
              </a:rPr>
              <a:t>章  数据信息的表示</a:t>
            </a:r>
            <a:endParaRPr>
              <a:sym typeface="+mn-ea"/>
            </a:endParaRPr>
          </a:p>
        </p:txBody>
      </p:sp>
    </p:spTree>
    <p:custDataLst>
      <p:tags r:id="rId1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2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2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2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2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utoUpdateAnimBg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Text Box 2"/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856615" y="2077720"/>
            <a:ext cx="10917555" cy="76771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normAutofit/>
          </a:bodyPr>
          <a:lstStyle/>
          <a:p>
            <a:pPr>
              <a:lnSpc>
                <a:spcPct val="120000"/>
              </a:lnSpc>
              <a:spcBef>
                <a:spcPct val="0"/>
              </a:spcBef>
            </a:pPr>
            <a:r>
              <a:rPr lang="en-US" altLang="zh-CN" sz="2800">
                <a:solidFill>
                  <a:schemeClr val="tx1"/>
                </a:solidFill>
                <a:latin typeface="+mn-lt"/>
                <a:ea typeface="+mn-ea"/>
              </a:rPr>
              <a:t>3.</a:t>
            </a:r>
            <a:r>
              <a:rPr lang="zh-CN" altLang="en-US" sz="2800">
                <a:solidFill>
                  <a:schemeClr val="tx1"/>
                </a:solidFill>
                <a:latin typeface="+mn-lt"/>
                <a:ea typeface="+mn-ea"/>
              </a:rPr>
              <a:t>机器字长确定以后，对应定点机和浮点机中各种机器数的表示范围。</a:t>
            </a:r>
            <a:endParaRPr lang="zh-CN" altLang="en-US" sz="2800">
              <a:solidFill>
                <a:schemeClr val="tx1"/>
              </a:solidFill>
              <a:latin typeface="+mn-lt"/>
              <a:ea typeface="+mn-ea"/>
            </a:endParaRPr>
          </a:p>
        </p:txBody>
      </p:sp>
      <p:sp>
        <p:nvSpPr>
          <p:cNvPr id="79875" name="Text Box 3"/>
          <p:cNvSpPr txBox="1"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767715" y="1357298"/>
            <a:ext cx="6062663" cy="64516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normAutofit fontScale="90000"/>
          </a:bodyPr>
          <a:lstStyle/>
          <a:p>
            <a:pPr>
              <a:spcBef>
                <a:spcPct val="0"/>
              </a:spcBef>
            </a:pPr>
            <a:r>
              <a:rPr lang="zh-CN" altLang="en-US" sz="3600">
                <a:solidFill>
                  <a:schemeClr val="folHlink"/>
                </a:solidFill>
                <a:latin typeface="+mn-lt"/>
                <a:ea typeface="+mn-ea"/>
              </a:rPr>
              <a:t>重点</a:t>
            </a:r>
            <a:endParaRPr lang="zh-CN" altLang="en-US" sz="3600">
              <a:solidFill>
                <a:schemeClr val="folHlink"/>
              </a:solidFill>
              <a:latin typeface="+mn-lt"/>
              <a:ea typeface="+mn-ea"/>
            </a:endParaRPr>
          </a:p>
        </p:txBody>
      </p:sp>
      <p:sp>
        <p:nvSpPr>
          <p:cNvPr id="333829" name="Text Box 5"/>
          <p:cNvSpPr txBox="1"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911860" y="3091180"/>
            <a:ext cx="10534650" cy="79756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normAutofit/>
          </a:bodyPr>
          <a:lstStyle/>
          <a:p>
            <a:pPr>
              <a:lnSpc>
                <a:spcPct val="120000"/>
              </a:lnSpc>
              <a:spcBef>
                <a:spcPct val="0"/>
              </a:spcBef>
            </a:pPr>
            <a:r>
              <a:rPr lang="en-US" altLang="zh-CN" sz="2800" dirty="0">
                <a:solidFill>
                  <a:schemeClr val="tx1"/>
                </a:solidFill>
                <a:latin typeface="+mn-lt"/>
                <a:ea typeface="+mn-ea"/>
              </a:rPr>
              <a:t>4. </a:t>
            </a:r>
            <a:r>
              <a:rPr lang="zh-CN" altLang="en-US" sz="2800" dirty="0">
                <a:solidFill>
                  <a:schemeClr val="tx1"/>
                </a:solidFill>
                <a:latin typeface="+mn-lt"/>
                <a:ea typeface="+mn-ea"/>
              </a:rPr>
              <a:t>海明校验码的编码和检错纠错。</a:t>
            </a:r>
            <a:r>
              <a:rPr lang="zh-CN" altLang="en-US" sz="2800" dirty="0">
                <a:solidFill>
                  <a:schemeClr val="tx1"/>
                </a:solidFill>
                <a:latin typeface="+mn-lt"/>
                <a:ea typeface="+mn-ea"/>
              </a:rPr>
              <a:t> </a:t>
            </a:r>
            <a:endParaRPr lang="zh-CN" altLang="en-US" sz="2800" dirty="0">
              <a:solidFill>
                <a:schemeClr val="tx1"/>
              </a:solidFill>
              <a:latin typeface="+mn-lt"/>
              <a:ea typeface="+mn-ea"/>
            </a:endParaRPr>
          </a:p>
        </p:txBody>
      </p:sp>
      <p:sp>
        <p:nvSpPr>
          <p:cNvPr id="3" name="标题 2"/>
          <p:cNvSpPr>
            <a:spLocks noGrp="1"/>
          </p:cNvSpPr>
          <p:nvPr>
            <p:ph type="title" idx="1"/>
            <p:custDataLst>
              <p:tags r:id="rId4"/>
            </p:custDataLst>
          </p:nvPr>
        </p:nvSpPr>
        <p:spPr>
          <a:noFill/>
        </p:spPr>
        <p:txBody>
          <a:bodyPr vert="horz" wrap="square" lIns="0" tIns="0" rIns="0" bIns="0" rtlCol="0" anchor="b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3600" b="0" i="0" u="none" strike="noStrike" kern="1200" cap="none" spc="300" normalizeH="0" baseline="0" noProof="1" dirty="0" smtClean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+mj-lt"/>
                <a:ea typeface="+mj-lt"/>
                <a:cs typeface="MiSans Normal" panose="00000500000000000000" charset="-122"/>
                <a:sym typeface="+mn-ea"/>
              </a:defRPr>
            </a:lvl1pPr>
          </a:lstStyle>
          <a:p>
            <a:pPr lvl="0" algn="l"/>
            <a:r>
              <a:rPr>
                <a:sym typeface="+mn-ea"/>
              </a:rPr>
              <a:t>第</a:t>
            </a:r>
            <a:r>
              <a:rPr lang="en-US" altLang="zh-CN">
                <a:sym typeface="+mn-ea"/>
              </a:rPr>
              <a:t>2</a:t>
            </a:r>
            <a:r>
              <a:rPr>
                <a:sym typeface="+mn-ea"/>
              </a:rPr>
              <a:t>章  数据信息的表示</a:t>
            </a:r>
            <a:endParaRPr>
              <a:sym typeface="+mn-ea"/>
            </a:endParaRPr>
          </a:p>
        </p:txBody>
      </p:sp>
    </p:spTree>
    <p:custDataLst>
      <p:tags r:id="rId5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38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338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3829" grpId="0" autoUpdateAnimBg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578" name="Text Box 2"/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784860" y="2380615"/>
            <a:ext cx="10824210" cy="112458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Bef>
                <a:spcPct val="0"/>
              </a:spcBef>
            </a:pPr>
            <a:r>
              <a:rPr lang="en-US" altLang="zh-CN" sz="2800" dirty="0">
                <a:solidFill>
                  <a:schemeClr val="tx1"/>
                </a:solidFill>
                <a:latin typeface="+mn-lt"/>
                <a:ea typeface="+mn-ea"/>
              </a:rPr>
              <a:t>1.</a:t>
            </a:r>
            <a:r>
              <a:rPr lang="zh-CN" altLang="en-US" sz="2800" dirty="0">
                <a:solidFill>
                  <a:schemeClr val="tx1"/>
                </a:solidFill>
                <a:latin typeface="+mn-lt"/>
                <a:ea typeface="+mn-ea"/>
              </a:rPr>
              <a:t>机器字长相同的条件下，补码比原码和反码能多表示一个负数（比如，</a:t>
            </a:r>
            <a:r>
              <a:rPr lang="en-US" altLang="zh-CN" sz="2800" dirty="0">
                <a:solidFill>
                  <a:schemeClr val="tx1"/>
                </a:solidFill>
                <a:latin typeface="+mn-lt"/>
                <a:ea typeface="+mn-ea"/>
              </a:rPr>
              <a:t>-128</a:t>
            </a:r>
            <a:r>
              <a:rPr lang="zh-CN" altLang="en-US" sz="2800" dirty="0">
                <a:solidFill>
                  <a:schemeClr val="tx1"/>
                </a:solidFill>
                <a:latin typeface="+mn-lt"/>
                <a:ea typeface="+mn-ea"/>
              </a:rPr>
              <a:t>）</a:t>
            </a:r>
            <a:r>
              <a:rPr lang="zh-CN" altLang="en-US" dirty="0">
                <a:solidFill>
                  <a:schemeClr val="tx1"/>
                </a:solidFill>
                <a:latin typeface="+mn-lt"/>
                <a:ea typeface="+mn-ea"/>
              </a:rPr>
              <a:t> </a:t>
            </a:r>
            <a:endParaRPr lang="zh-CN" altLang="en-US" dirty="0">
              <a:solidFill>
                <a:schemeClr val="tx1"/>
              </a:solidFill>
              <a:latin typeface="+mn-lt"/>
              <a:ea typeface="+mn-ea"/>
            </a:endParaRPr>
          </a:p>
        </p:txBody>
      </p:sp>
      <p:sp>
        <p:nvSpPr>
          <p:cNvPr id="81923" name="Text Box 3"/>
          <p:cNvSpPr txBox="1"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695960" y="1436370"/>
            <a:ext cx="6062663" cy="64516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normAutofit fontScale="90000"/>
          </a:bodyPr>
          <a:lstStyle/>
          <a:p>
            <a:pPr>
              <a:spcBef>
                <a:spcPct val="0"/>
              </a:spcBef>
            </a:pPr>
            <a:r>
              <a:rPr lang="zh-CN" altLang="en-US" sz="3600">
                <a:solidFill>
                  <a:schemeClr val="folHlink"/>
                </a:solidFill>
                <a:latin typeface="+mn-lt"/>
                <a:ea typeface="+mn-ea"/>
              </a:rPr>
              <a:t>难点</a:t>
            </a:r>
            <a:endParaRPr lang="zh-CN" altLang="en-US" sz="3600">
              <a:solidFill>
                <a:schemeClr val="folHlink"/>
              </a:solidFill>
              <a:latin typeface="+mn-lt"/>
              <a:ea typeface="+mn-ea"/>
            </a:endParaRPr>
          </a:p>
        </p:txBody>
      </p:sp>
      <p:sp>
        <p:nvSpPr>
          <p:cNvPr id="152581" name="Text Box 5"/>
          <p:cNvSpPr txBox="1"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784860" y="3780790"/>
            <a:ext cx="10711180" cy="112458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normAutofit/>
          </a:bodyPr>
          <a:lstStyle/>
          <a:p>
            <a:pPr>
              <a:lnSpc>
                <a:spcPct val="120000"/>
              </a:lnSpc>
              <a:spcBef>
                <a:spcPct val="0"/>
              </a:spcBef>
            </a:pPr>
            <a:r>
              <a:rPr lang="en-US" altLang="zh-CN" sz="2800" dirty="0">
                <a:solidFill>
                  <a:schemeClr val="tx1"/>
                </a:solidFill>
                <a:latin typeface="+mn-lt"/>
                <a:ea typeface="+mn-ea"/>
              </a:rPr>
              <a:t>2. </a:t>
            </a:r>
            <a:r>
              <a:rPr lang="zh-CN" altLang="en-US" sz="2800" dirty="0">
                <a:solidFill>
                  <a:schemeClr val="tx1"/>
                </a:solidFill>
                <a:latin typeface="+mn-lt"/>
                <a:ea typeface="+mn-ea"/>
              </a:rPr>
              <a:t>区分浮点数和补码表示的浮点规格化数（符号位和第一数位不同）</a:t>
            </a:r>
            <a:r>
              <a:rPr lang="zh-CN" altLang="en-US" dirty="0">
                <a:solidFill>
                  <a:schemeClr val="tx1"/>
                </a:solidFill>
                <a:latin typeface="+mn-lt"/>
                <a:ea typeface="+mn-ea"/>
              </a:rPr>
              <a:t> </a:t>
            </a:r>
            <a:endParaRPr lang="zh-CN" altLang="en-US" dirty="0">
              <a:solidFill>
                <a:schemeClr val="tx1"/>
              </a:solidFill>
              <a:latin typeface="+mn-lt"/>
              <a:ea typeface="+mn-ea"/>
            </a:endParaRPr>
          </a:p>
        </p:txBody>
      </p:sp>
      <p:sp>
        <p:nvSpPr>
          <p:cNvPr id="6" name="Text Box 6"/>
          <p:cNvSpPr txBox="1"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784860" y="4890762"/>
            <a:ext cx="8515350" cy="60769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normAutofit/>
          </a:bodyPr>
          <a:lstStyle/>
          <a:p>
            <a:pPr>
              <a:lnSpc>
                <a:spcPct val="120000"/>
              </a:lnSpc>
              <a:spcBef>
                <a:spcPct val="0"/>
              </a:spcBef>
            </a:pPr>
            <a:r>
              <a:rPr lang="en-US" altLang="zh-CN" sz="2800" dirty="0">
                <a:solidFill>
                  <a:schemeClr val="tx1"/>
                </a:solidFill>
                <a:latin typeface="+mn-lt"/>
                <a:ea typeface="+mn-ea"/>
              </a:rPr>
              <a:t>3.</a:t>
            </a:r>
            <a:r>
              <a:rPr lang="zh-CN" altLang="en-US" sz="2800" dirty="0">
                <a:solidFill>
                  <a:schemeClr val="tx1"/>
                </a:solidFill>
                <a:latin typeface="+mn-lt"/>
                <a:ea typeface="+mn-ea"/>
              </a:rPr>
              <a:t>海明编码分组规则及校验位的设置</a:t>
            </a:r>
            <a:endParaRPr lang="zh-CN" altLang="en-US" sz="2800" dirty="0">
              <a:solidFill>
                <a:schemeClr val="tx1"/>
              </a:solidFill>
              <a:latin typeface="+mn-lt"/>
              <a:ea typeface="+mn-ea"/>
            </a:endParaRPr>
          </a:p>
        </p:txBody>
      </p:sp>
      <p:sp>
        <p:nvSpPr>
          <p:cNvPr id="3" name="标题 2"/>
          <p:cNvSpPr>
            <a:spLocks noGrp="1"/>
          </p:cNvSpPr>
          <p:nvPr>
            <p:ph type="title" idx="1"/>
            <p:custDataLst>
              <p:tags r:id="rId5"/>
            </p:custDataLst>
          </p:nvPr>
        </p:nvSpPr>
        <p:spPr>
          <a:noFill/>
        </p:spPr>
        <p:txBody>
          <a:bodyPr vert="horz" wrap="square" lIns="0" tIns="0" rIns="0" bIns="0" rtlCol="0" anchor="b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3600" b="0" i="0" u="none" strike="noStrike" kern="1200" cap="none" spc="300" normalizeH="0" baseline="0" noProof="1" dirty="0" smtClean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+mj-lt"/>
                <a:ea typeface="+mj-lt"/>
                <a:cs typeface="MiSans Normal" panose="00000500000000000000" charset="-122"/>
                <a:sym typeface="+mn-ea"/>
              </a:defRPr>
            </a:lvl1pPr>
          </a:lstStyle>
          <a:p>
            <a:pPr lvl="0" algn="l"/>
            <a:r>
              <a:rPr>
                <a:sym typeface="+mn-ea"/>
              </a:rPr>
              <a:t>第</a:t>
            </a:r>
            <a:r>
              <a:rPr lang="en-US" altLang="zh-CN">
                <a:sym typeface="+mn-ea"/>
              </a:rPr>
              <a:t>2</a:t>
            </a:r>
            <a:r>
              <a:rPr>
                <a:sym typeface="+mn-ea"/>
              </a:rPr>
              <a:t>章  数据信息的表示</a:t>
            </a:r>
            <a:endParaRPr>
              <a:sym typeface="+mn-ea"/>
            </a:endParaRPr>
          </a:p>
        </p:txBody>
      </p:sp>
    </p:spTree>
    <p:custDataLst>
      <p:tags r:id="rId6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5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525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5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525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2578" grpId="0" autoUpdateAnimBg="0"/>
      <p:bldP spid="152581" grpId="0" autoUpdateAnimBg="0"/>
      <p:bldP spid="6" grpId="0" autoUpdateAnimBg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3" name="Text Box 3"/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695960" y="1436370"/>
            <a:ext cx="6062663" cy="64516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normAutofit fontScale="90000"/>
          </a:bodyPr>
          <a:lstStyle/>
          <a:p>
            <a:pPr>
              <a:spcBef>
                <a:spcPct val="0"/>
              </a:spcBef>
            </a:pPr>
            <a:r>
              <a:rPr lang="zh-CN" altLang="en-US" sz="3600">
                <a:solidFill>
                  <a:schemeClr val="folHlink"/>
                </a:solidFill>
                <a:latin typeface="+mn-lt"/>
                <a:ea typeface="+mn-ea"/>
              </a:rPr>
              <a:t>难点</a:t>
            </a:r>
            <a:endParaRPr lang="zh-CN" altLang="en-US" sz="3600">
              <a:solidFill>
                <a:schemeClr val="folHlink"/>
              </a:solidFill>
              <a:latin typeface="+mn-lt"/>
              <a:ea typeface="+mn-ea"/>
            </a:endParaRPr>
          </a:p>
        </p:txBody>
      </p:sp>
      <p:sp>
        <p:nvSpPr>
          <p:cNvPr id="3" name="标题 2"/>
          <p:cNvSpPr>
            <a:spLocks noGrp="1"/>
          </p:cNvSpPr>
          <p:nvPr>
            <p:ph type="title" idx="1"/>
            <p:custDataLst>
              <p:tags r:id="rId2"/>
            </p:custDataLst>
          </p:nvPr>
        </p:nvSpPr>
        <p:spPr>
          <a:noFill/>
        </p:spPr>
        <p:txBody>
          <a:bodyPr vert="horz" wrap="square" lIns="0" tIns="0" rIns="0" bIns="0" rtlCol="0" anchor="b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3600" b="0" i="0" u="none" strike="noStrike" kern="1200" cap="none" spc="300" normalizeH="0" baseline="0" noProof="1" dirty="0" smtClean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+mj-lt"/>
                <a:ea typeface="+mj-lt"/>
                <a:cs typeface="MiSans Normal" panose="00000500000000000000" charset="-122"/>
                <a:sym typeface="+mn-ea"/>
              </a:defRPr>
            </a:lvl1pPr>
          </a:lstStyle>
          <a:p>
            <a:pPr lvl="0" algn="l"/>
            <a:r>
              <a:rPr>
                <a:sym typeface="+mn-ea"/>
              </a:rPr>
              <a:t>第</a:t>
            </a:r>
            <a:r>
              <a:rPr lang="en-US" altLang="zh-CN">
                <a:sym typeface="+mn-ea"/>
              </a:rPr>
              <a:t>3</a:t>
            </a:r>
            <a:r>
              <a:rPr>
                <a:sym typeface="+mn-ea"/>
              </a:rPr>
              <a:t>章  运算方法与运算器</a:t>
            </a:r>
            <a:endParaRPr>
              <a:sym typeface="+mn-ea"/>
            </a:endParaRPr>
          </a:p>
        </p:txBody>
      </p:sp>
      <p:sp>
        <p:nvSpPr>
          <p:cNvPr id="333829" name="Text Box 5"/>
          <p:cNvSpPr txBox="1"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767715" y="2204720"/>
            <a:ext cx="10970895" cy="112458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normAutofit/>
          </a:bodyPr>
          <a:lstStyle/>
          <a:p>
            <a:pPr>
              <a:lnSpc>
                <a:spcPct val="120000"/>
              </a:lnSpc>
              <a:spcBef>
                <a:spcPct val="0"/>
              </a:spcBef>
            </a:pPr>
            <a:r>
              <a:rPr lang="en-US" altLang="zh-CN" sz="2800" dirty="0">
                <a:solidFill>
                  <a:schemeClr val="tx1"/>
                </a:solidFill>
                <a:latin typeface="+mn-lt"/>
                <a:ea typeface="+mn-ea"/>
              </a:rPr>
              <a:t>1. </a:t>
            </a:r>
            <a:r>
              <a:rPr lang="zh-CN" altLang="en-US" sz="2800" dirty="0">
                <a:solidFill>
                  <a:schemeClr val="tx1"/>
                </a:solidFill>
                <a:latin typeface="+mn-lt"/>
                <a:ea typeface="+mn-ea"/>
              </a:rPr>
              <a:t>移位运算在计算机中的特殊作用，以及不同机器数的移位规则 </a:t>
            </a:r>
            <a:endParaRPr lang="zh-CN" altLang="en-US" sz="2800" dirty="0">
              <a:solidFill>
                <a:schemeClr val="tx1"/>
              </a:solidFill>
              <a:latin typeface="+mn-lt"/>
              <a:ea typeface="+mn-ea"/>
            </a:endParaRPr>
          </a:p>
        </p:txBody>
      </p:sp>
      <p:sp>
        <p:nvSpPr>
          <p:cNvPr id="333830" name="Text Box 6"/>
          <p:cNvSpPr txBox="1"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803910" y="3356610"/>
            <a:ext cx="9144000" cy="60769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normAutofit/>
          </a:bodyPr>
          <a:lstStyle/>
          <a:p>
            <a:pPr>
              <a:lnSpc>
                <a:spcPct val="120000"/>
              </a:lnSpc>
              <a:spcBef>
                <a:spcPct val="0"/>
              </a:spcBef>
            </a:pPr>
            <a:r>
              <a:rPr lang="en-US" altLang="zh-CN" sz="2800" dirty="0">
                <a:solidFill>
                  <a:schemeClr val="tx1"/>
                </a:solidFill>
                <a:latin typeface="+mn-lt"/>
                <a:ea typeface="+mn-ea"/>
              </a:rPr>
              <a:t>2. </a:t>
            </a:r>
            <a:r>
              <a:rPr lang="zh-CN" altLang="en-US" sz="2800" dirty="0">
                <a:solidFill>
                  <a:schemeClr val="tx1"/>
                </a:solidFill>
                <a:latin typeface="+mn-lt"/>
                <a:ea typeface="+mn-ea"/>
              </a:rPr>
              <a:t>定点补码加、减、乘（</a:t>
            </a:r>
            <a:r>
              <a:rPr lang="en-US" altLang="zh-CN" sz="2800" dirty="0">
                <a:solidFill>
                  <a:schemeClr val="tx1"/>
                </a:solidFill>
                <a:latin typeface="+mn-lt"/>
                <a:ea typeface="+mn-ea"/>
              </a:rPr>
              <a:t>Booth</a:t>
            </a:r>
            <a:r>
              <a:rPr lang="zh-CN" altLang="en-US" sz="2800" dirty="0">
                <a:solidFill>
                  <a:schemeClr val="tx1"/>
                </a:solidFill>
                <a:latin typeface="+mn-lt"/>
                <a:ea typeface="+mn-ea"/>
              </a:rPr>
              <a:t>算法）运算</a:t>
            </a:r>
            <a:endParaRPr lang="zh-CN" altLang="en-US" sz="2800" dirty="0">
              <a:solidFill>
                <a:schemeClr val="tx1"/>
              </a:solidFill>
              <a:latin typeface="+mn-lt"/>
              <a:ea typeface="+mn-ea"/>
            </a:endParaRPr>
          </a:p>
        </p:txBody>
      </p:sp>
      <p:sp>
        <p:nvSpPr>
          <p:cNvPr id="7" name="Text Box 2"/>
          <p:cNvSpPr txBox="1"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781685" y="4764405"/>
            <a:ext cx="9605010" cy="60769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normAutofit/>
          </a:bodyPr>
          <a:lstStyle/>
          <a:p>
            <a:pPr>
              <a:lnSpc>
                <a:spcPct val="120000"/>
              </a:lnSpc>
              <a:spcBef>
                <a:spcPct val="0"/>
              </a:spcBef>
            </a:pPr>
            <a:r>
              <a:rPr lang="en-US" altLang="zh-CN" sz="2800" dirty="0">
                <a:solidFill>
                  <a:schemeClr val="tx1"/>
                </a:solidFill>
                <a:latin typeface="+mn-lt"/>
                <a:ea typeface="+mn-ea"/>
              </a:rPr>
              <a:t>3. </a:t>
            </a:r>
            <a:r>
              <a:rPr lang="zh-CN" altLang="en-US" sz="2800" dirty="0">
                <a:solidFill>
                  <a:schemeClr val="tx1"/>
                </a:solidFill>
                <a:latin typeface="+mn-lt"/>
                <a:ea typeface="+mn-ea"/>
              </a:rPr>
              <a:t>浮点补码加减运算</a:t>
            </a:r>
            <a:r>
              <a:rPr lang="zh-CN" altLang="en-US" dirty="0">
                <a:solidFill>
                  <a:schemeClr val="tx1"/>
                </a:solidFill>
                <a:latin typeface="+mn-lt"/>
                <a:ea typeface="+mn-ea"/>
              </a:rPr>
              <a:t> </a:t>
            </a:r>
            <a:endParaRPr lang="zh-CN" altLang="en-US" dirty="0">
              <a:solidFill>
                <a:schemeClr val="tx1"/>
              </a:solidFill>
              <a:latin typeface="+mn-lt"/>
              <a:ea typeface="+mn-ea"/>
            </a:endParaRPr>
          </a:p>
        </p:txBody>
      </p:sp>
    </p:spTree>
    <p:custDataLst>
      <p:tags r:id="rId6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38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338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38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338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3829" grpId="0" autoUpdateAnimBg="0"/>
      <p:bldP spid="333830" grpId="0" autoUpdateAnimBg="0"/>
      <p:bldP spid="7" grpId="0" autoUpdateAnimBg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06" name="Text Box 2"/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1647190" y="1972945"/>
            <a:ext cx="9848850" cy="16414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normAutofit/>
          </a:bodyPr>
          <a:lstStyle/>
          <a:p>
            <a:pPr>
              <a:lnSpc>
                <a:spcPct val="120000"/>
              </a:lnSpc>
              <a:spcBef>
                <a:spcPct val="0"/>
              </a:spcBef>
            </a:pPr>
            <a:r>
              <a:rPr lang="en-US" altLang="zh-CN" sz="2800" dirty="0">
                <a:solidFill>
                  <a:schemeClr val="tx1"/>
                </a:solidFill>
                <a:latin typeface="+mn-lt"/>
                <a:ea typeface="+mn-ea"/>
              </a:rPr>
              <a:t>1. </a:t>
            </a:r>
            <a:r>
              <a:rPr lang="zh-CN" altLang="en-US" sz="2800" dirty="0">
                <a:solidFill>
                  <a:schemeClr val="tx1"/>
                </a:solidFill>
                <a:latin typeface="+mn-lt"/>
                <a:ea typeface="+mn-ea"/>
              </a:rPr>
              <a:t>存储系统的层次结构</a:t>
            </a:r>
            <a:endParaRPr lang="zh-CN" altLang="en-US" sz="2800" dirty="0">
              <a:solidFill>
                <a:schemeClr val="tx1"/>
              </a:solidFill>
              <a:latin typeface="+mn-lt"/>
              <a:ea typeface="+mn-ea"/>
            </a:endParaRPr>
          </a:p>
          <a:p>
            <a:pPr>
              <a:lnSpc>
                <a:spcPct val="120000"/>
              </a:lnSpc>
              <a:spcBef>
                <a:spcPct val="0"/>
              </a:spcBef>
            </a:pPr>
            <a:r>
              <a:rPr lang="zh-CN" altLang="en-US" sz="2800" dirty="0">
                <a:solidFill>
                  <a:schemeClr val="tx1"/>
                </a:solidFill>
                <a:latin typeface="+mn-lt"/>
                <a:ea typeface="+mn-ea"/>
              </a:rPr>
              <a:t>　</a:t>
            </a:r>
            <a:r>
              <a:rPr lang="en-US" altLang="zh-CN" sz="2800" dirty="0">
                <a:solidFill>
                  <a:schemeClr val="tx1"/>
                </a:solidFill>
                <a:latin typeface="+mn-lt"/>
                <a:ea typeface="+mn-ea"/>
              </a:rPr>
              <a:t>Cache</a:t>
            </a:r>
            <a:r>
              <a:rPr lang="zh-CN" altLang="en-US" sz="2800" dirty="0">
                <a:solidFill>
                  <a:schemeClr val="tx1"/>
                </a:solidFill>
                <a:latin typeface="+mn-lt"/>
                <a:ea typeface="+mn-ea"/>
              </a:rPr>
              <a:t>－主存和主存－辅存层次的作用</a:t>
            </a:r>
            <a:endParaRPr lang="zh-CN" altLang="en-US" sz="2800" dirty="0">
              <a:solidFill>
                <a:schemeClr val="tx1"/>
              </a:solidFill>
              <a:latin typeface="+mn-lt"/>
              <a:ea typeface="+mn-ea"/>
            </a:endParaRPr>
          </a:p>
          <a:p>
            <a:pPr>
              <a:lnSpc>
                <a:spcPct val="120000"/>
              </a:lnSpc>
              <a:spcBef>
                <a:spcPct val="0"/>
              </a:spcBef>
            </a:pPr>
            <a:r>
              <a:rPr lang="zh-CN" altLang="en-US" sz="2800" dirty="0">
                <a:solidFill>
                  <a:schemeClr val="tx1"/>
                </a:solidFill>
                <a:latin typeface="+mn-lt"/>
                <a:ea typeface="+mn-ea"/>
              </a:rPr>
              <a:t>  </a:t>
            </a:r>
            <a:endParaRPr lang="zh-CN" altLang="en-US" sz="2800" dirty="0">
              <a:solidFill>
                <a:schemeClr val="tx1"/>
              </a:solidFill>
              <a:latin typeface="+mn-lt"/>
              <a:ea typeface="+mn-ea"/>
            </a:endParaRPr>
          </a:p>
        </p:txBody>
      </p:sp>
      <p:sp>
        <p:nvSpPr>
          <p:cNvPr id="123907" name="Text Box 3"/>
          <p:cNvSpPr txBox="1"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695960" y="1412558"/>
            <a:ext cx="6062663" cy="64516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normAutofit fontScale="90000"/>
          </a:bodyPr>
          <a:lstStyle/>
          <a:p>
            <a:pPr>
              <a:spcBef>
                <a:spcPct val="0"/>
              </a:spcBef>
            </a:pPr>
            <a:r>
              <a:rPr lang="zh-CN" altLang="en-US" sz="3600">
                <a:solidFill>
                  <a:schemeClr val="folHlink"/>
                </a:solidFill>
                <a:latin typeface="+mn-lt"/>
                <a:ea typeface="+mn-ea"/>
              </a:rPr>
              <a:t>重点</a:t>
            </a:r>
            <a:endParaRPr lang="zh-CN" altLang="en-US" sz="3600">
              <a:solidFill>
                <a:schemeClr val="folHlink"/>
              </a:solidFill>
              <a:latin typeface="+mn-lt"/>
              <a:ea typeface="+mn-ea"/>
            </a:endParaRPr>
          </a:p>
        </p:txBody>
      </p:sp>
      <p:sp>
        <p:nvSpPr>
          <p:cNvPr id="3" name="标题 2"/>
          <p:cNvSpPr>
            <a:spLocks noGrp="1"/>
          </p:cNvSpPr>
          <p:nvPr>
            <p:ph type="title" idx="1"/>
            <p:custDataLst>
              <p:tags r:id="rId3"/>
            </p:custDataLst>
          </p:nvPr>
        </p:nvSpPr>
        <p:spPr>
          <a:noFill/>
        </p:spPr>
        <p:txBody>
          <a:bodyPr vert="horz" wrap="square" lIns="0" tIns="0" rIns="0" bIns="0" rtlCol="0" anchor="b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3600" b="0" i="0" u="none" strike="noStrike" kern="1200" cap="none" spc="300" normalizeH="0" baseline="0" noProof="1" dirty="0" smtClean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+mj-lt"/>
                <a:ea typeface="+mj-lt"/>
                <a:cs typeface="MiSans Normal" panose="00000500000000000000" charset="-122"/>
                <a:sym typeface="+mn-ea"/>
              </a:defRPr>
            </a:lvl1pPr>
          </a:lstStyle>
          <a:p>
            <a:pPr lvl="0" algn="l"/>
            <a:r>
              <a:rPr>
                <a:sym typeface="+mn-ea"/>
              </a:rPr>
              <a:t>第４章</a:t>
            </a:r>
            <a:r>
              <a:rPr>
                <a:sym typeface="+mn-ea"/>
              </a:rPr>
              <a:t>  存储系统</a:t>
            </a:r>
            <a:endParaRPr lang="en-US" altLang="zh-CN">
              <a:sym typeface="+mn-ea"/>
            </a:endParaRPr>
          </a:p>
        </p:txBody>
      </p:sp>
      <p:grpSp>
        <p:nvGrpSpPr>
          <p:cNvPr id="4" name="Group 53"/>
          <p:cNvGrpSpPr/>
          <p:nvPr/>
        </p:nvGrpSpPr>
        <p:grpSpPr bwMode="auto">
          <a:xfrm>
            <a:off x="1847850" y="3494088"/>
            <a:ext cx="8154988" cy="1774825"/>
            <a:chOff x="336" y="1083"/>
            <a:chExt cx="5137" cy="1118"/>
          </a:xfrm>
        </p:grpSpPr>
        <p:grpSp>
          <p:nvGrpSpPr>
            <p:cNvPr id="34842" name="Group 2"/>
            <p:cNvGrpSpPr/>
            <p:nvPr/>
          </p:nvGrpSpPr>
          <p:grpSpPr bwMode="auto">
            <a:xfrm>
              <a:off x="1764" y="1378"/>
              <a:ext cx="903" cy="542"/>
              <a:chOff x="1908" y="1378"/>
              <a:chExt cx="903" cy="603"/>
            </a:xfrm>
          </p:grpSpPr>
          <p:sp>
            <p:nvSpPr>
              <p:cNvPr id="34866" name="Text Box 3"/>
              <p:cNvSpPr txBox="1">
                <a:spLocks noChangeArrowheads="1"/>
              </p:cNvSpPr>
              <p:nvPr>
                <p:custDataLst>
                  <p:tags r:id="rId4"/>
                </p:custDataLst>
              </p:nvPr>
            </p:nvSpPr>
            <p:spPr bwMode="auto">
              <a:xfrm>
                <a:off x="2055" y="1478"/>
                <a:ext cx="756" cy="409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wrap="square">
                <a:normAutofit fontScale="90000"/>
              </a:bodyPr>
              <a:lstStyle/>
              <a:p>
                <a:pPr>
                  <a:spcBef>
                    <a:spcPct val="0"/>
                  </a:spcBef>
                </a:pPr>
                <a:r>
                  <a:rPr lang="zh-CN" altLang="en-US" sz="3200">
                    <a:solidFill>
                      <a:schemeClr val="tx1"/>
                    </a:solidFill>
                    <a:latin typeface="+mn-lt"/>
                    <a:ea typeface="+mn-ea"/>
                  </a:rPr>
                  <a:t>缓存</a:t>
                </a:r>
                <a:endParaRPr lang="zh-CN" altLang="en-US" sz="3200">
                  <a:solidFill>
                    <a:schemeClr val="tx1"/>
                  </a:solidFill>
                  <a:latin typeface="+mn-lt"/>
                  <a:ea typeface="+mn-ea"/>
                </a:endParaRPr>
              </a:p>
            </p:txBody>
          </p:sp>
          <p:sp>
            <p:nvSpPr>
              <p:cNvPr id="34867" name="Rectangle 4"/>
              <p:cNvSpPr>
                <a:spLocks noChangeArrowheads="1"/>
              </p:cNvSpPr>
              <p:nvPr>
                <p:custDataLst>
                  <p:tags r:id="rId5"/>
                </p:custDataLst>
              </p:nvPr>
            </p:nvSpPr>
            <p:spPr bwMode="auto">
              <a:xfrm>
                <a:off x="1908" y="1378"/>
                <a:ext cx="893" cy="603"/>
              </a:xfrm>
              <a:prstGeom prst="rect">
                <a:avLst/>
              </a:prstGeom>
              <a:noFill/>
              <a:ln w="38100">
                <a:solidFill>
                  <a:schemeClr val="accent1"/>
                </a:solidFill>
                <a:miter lim="800000"/>
              </a:ln>
            </p:spPr>
            <p:txBody>
              <a:bodyPr wrap="none" anchor="ctr"/>
              <a:lstStyle/>
              <a:p>
                <a:endParaRPr lang="zh-CN" altLang="en-US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34843" name="Group 5"/>
            <p:cNvGrpSpPr/>
            <p:nvPr/>
          </p:nvGrpSpPr>
          <p:grpSpPr bwMode="auto">
            <a:xfrm>
              <a:off x="356" y="1378"/>
              <a:ext cx="3709" cy="542"/>
              <a:chOff x="500" y="1378"/>
              <a:chExt cx="3709" cy="603"/>
            </a:xfrm>
          </p:grpSpPr>
          <p:grpSp>
            <p:nvGrpSpPr>
              <p:cNvPr id="34860" name="Group 6"/>
              <p:cNvGrpSpPr/>
              <p:nvPr/>
            </p:nvGrpSpPr>
            <p:grpSpPr bwMode="auto">
              <a:xfrm>
                <a:off x="500" y="1378"/>
                <a:ext cx="893" cy="602"/>
                <a:chOff x="500" y="1378"/>
                <a:chExt cx="893" cy="602"/>
              </a:xfrm>
            </p:grpSpPr>
            <p:sp>
              <p:nvSpPr>
                <p:cNvPr id="34864" name="Text Box 7"/>
                <p:cNvSpPr txBox="1">
                  <a:spLocks noChangeArrowheads="1"/>
                </p:cNvSpPr>
                <p:nvPr>
                  <p:custDataLst>
                    <p:tags r:id="rId6"/>
                  </p:custDataLst>
                </p:nvPr>
              </p:nvSpPr>
              <p:spPr bwMode="auto">
                <a:xfrm>
                  <a:off x="622" y="1478"/>
                  <a:ext cx="770" cy="409"/>
                </a:xfrm>
                <a:prstGeom prst="rect">
                  <a:avLst/>
                </a:prstGeom>
                <a:noFill/>
                <a:ln w="9525">
                  <a:noFill/>
                  <a:miter lim="800000"/>
                </a:ln>
              </p:spPr>
              <p:txBody>
                <a:bodyPr wrap="square">
                  <a:normAutofit fontScale="90000"/>
                </a:bodyPr>
                <a:lstStyle/>
                <a:p>
                  <a:pPr>
                    <a:spcBef>
                      <a:spcPct val="0"/>
                    </a:spcBef>
                  </a:pPr>
                  <a:r>
                    <a:rPr lang="en-US" altLang="zh-CN" sz="3200">
                      <a:solidFill>
                        <a:schemeClr val="tx1"/>
                      </a:solidFill>
                      <a:latin typeface="+mn-lt"/>
                      <a:ea typeface="+mn-ea"/>
                    </a:rPr>
                    <a:t>CPU</a:t>
                  </a:r>
                  <a:endParaRPr lang="en-US" altLang="zh-CN" sz="3200">
                    <a:solidFill>
                      <a:schemeClr val="tx1"/>
                    </a:solidFill>
                    <a:latin typeface="+mn-lt"/>
                    <a:ea typeface="+mn-ea"/>
                  </a:endParaRPr>
                </a:p>
              </p:txBody>
            </p:sp>
            <p:sp>
              <p:nvSpPr>
                <p:cNvPr id="34865" name="Rectangle 8"/>
                <p:cNvSpPr>
                  <a:spLocks noChangeArrowheads="1"/>
                </p:cNvSpPr>
                <p:nvPr>
                  <p:custDataLst>
                    <p:tags r:id="rId7"/>
                  </p:custDataLst>
                </p:nvPr>
              </p:nvSpPr>
              <p:spPr bwMode="auto">
                <a:xfrm>
                  <a:off x="500" y="1378"/>
                  <a:ext cx="893" cy="602"/>
                </a:xfrm>
                <a:prstGeom prst="rect">
                  <a:avLst/>
                </a:prstGeom>
                <a:noFill/>
                <a:ln w="38100">
                  <a:solidFill>
                    <a:schemeClr val="accent1"/>
                  </a:solidFill>
                  <a:miter lim="800000"/>
                </a:ln>
              </p:spPr>
              <p:txBody>
                <a:bodyPr wrap="none" anchor="ctr"/>
                <a:lstStyle/>
                <a:p>
                  <a:endParaRPr lang="zh-CN" altLang="en-US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34861" name="Group 9"/>
              <p:cNvGrpSpPr/>
              <p:nvPr/>
            </p:nvGrpSpPr>
            <p:grpSpPr bwMode="auto">
              <a:xfrm>
                <a:off x="3316" y="1378"/>
                <a:ext cx="893" cy="603"/>
                <a:chOff x="3316" y="1378"/>
                <a:chExt cx="893" cy="603"/>
              </a:xfrm>
            </p:grpSpPr>
            <p:sp>
              <p:nvSpPr>
                <p:cNvPr id="34862" name="Text Box 10"/>
                <p:cNvSpPr txBox="1">
                  <a:spLocks noChangeArrowheads="1"/>
                </p:cNvSpPr>
                <p:nvPr>
                  <p:custDataLst>
                    <p:tags r:id="rId8"/>
                  </p:custDataLst>
                </p:nvPr>
              </p:nvSpPr>
              <p:spPr bwMode="auto">
                <a:xfrm>
                  <a:off x="3453" y="1478"/>
                  <a:ext cx="660" cy="409"/>
                </a:xfrm>
                <a:prstGeom prst="rect">
                  <a:avLst/>
                </a:prstGeom>
                <a:noFill/>
                <a:ln w="9525">
                  <a:noFill/>
                  <a:miter lim="800000"/>
                </a:ln>
              </p:spPr>
              <p:txBody>
                <a:bodyPr wrap="square">
                  <a:normAutofit fontScale="90000"/>
                </a:bodyPr>
                <a:lstStyle/>
                <a:p>
                  <a:pPr>
                    <a:spcBef>
                      <a:spcPct val="0"/>
                    </a:spcBef>
                  </a:pPr>
                  <a:r>
                    <a:rPr lang="zh-CN" altLang="en-US" sz="3200">
                      <a:solidFill>
                        <a:schemeClr val="tx1"/>
                      </a:solidFill>
                      <a:latin typeface="+mn-lt"/>
                      <a:ea typeface="+mn-ea"/>
                    </a:rPr>
                    <a:t>主存</a:t>
                  </a:r>
                  <a:endParaRPr lang="zh-CN" altLang="en-US" sz="3200">
                    <a:solidFill>
                      <a:schemeClr val="tx1"/>
                    </a:solidFill>
                    <a:latin typeface="+mn-lt"/>
                    <a:ea typeface="+mn-ea"/>
                  </a:endParaRPr>
                </a:p>
              </p:txBody>
            </p:sp>
            <p:sp>
              <p:nvSpPr>
                <p:cNvPr id="34863" name="Rectangle 11"/>
                <p:cNvSpPr>
                  <a:spLocks noChangeArrowheads="1"/>
                </p:cNvSpPr>
                <p:nvPr>
                  <p:custDataLst>
                    <p:tags r:id="rId9"/>
                  </p:custDataLst>
                </p:nvPr>
              </p:nvSpPr>
              <p:spPr bwMode="auto">
                <a:xfrm>
                  <a:off x="3316" y="1378"/>
                  <a:ext cx="893" cy="603"/>
                </a:xfrm>
                <a:prstGeom prst="rect">
                  <a:avLst/>
                </a:prstGeom>
                <a:noFill/>
                <a:ln w="38100">
                  <a:solidFill>
                    <a:schemeClr val="accent1"/>
                  </a:solidFill>
                  <a:miter lim="800000"/>
                </a:ln>
              </p:spPr>
              <p:txBody>
                <a:bodyPr wrap="none" anchor="ctr"/>
                <a:lstStyle/>
                <a:p>
                  <a:endParaRPr lang="zh-CN" altLang="en-US">
                    <a:solidFill>
                      <a:schemeClr val="tx1"/>
                    </a:solidFill>
                  </a:endParaRPr>
                </a:p>
              </p:txBody>
            </p:sp>
          </p:grpSp>
        </p:grpSp>
        <p:grpSp>
          <p:nvGrpSpPr>
            <p:cNvPr id="34844" name="Group 12"/>
            <p:cNvGrpSpPr/>
            <p:nvPr/>
          </p:nvGrpSpPr>
          <p:grpSpPr bwMode="auto">
            <a:xfrm>
              <a:off x="4580" y="1378"/>
              <a:ext cx="893" cy="542"/>
              <a:chOff x="4724" y="1378"/>
              <a:chExt cx="893" cy="603"/>
            </a:xfrm>
          </p:grpSpPr>
          <p:sp>
            <p:nvSpPr>
              <p:cNvPr id="34858" name="Text Box 13"/>
              <p:cNvSpPr txBox="1">
                <a:spLocks noChangeArrowheads="1"/>
              </p:cNvSpPr>
              <p:nvPr>
                <p:custDataLst>
                  <p:tags r:id="rId10"/>
                </p:custDataLst>
              </p:nvPr>
            </p:nvSpPr>
            <p:spPr bwMode="auto">
              <a:xfrm>
                <a:off x="4827" y="1478"/>
                <a:ext cx="756" cy="409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wrap="square">
                <a:normAutofit fontScale="90000"/>
              </a:bodyPr>
              <a:lstStyle/>
              <a:p>
                <a:pPr>
                  <a:spcBef>
                    <a:spcPct val="0"/>
                  </a:spcBef>
                </a:pPr>
                <a:r>
                  <a:rPr lang="zh-CN" altLang="en-US" sz="3200">
                    <a:solidFill>
                      <a:schemeClr val="tx1"/>
                    </a:solidFill>
                    <a:latin typeface="+mn-lt"/>
                    <a:ea typeface="+mn-ea"/>
                  </a:rPr>
                  <a:t>辅存</a:t>
                </a:r>
                <a:endParaRPr lang="zh-CN" altLang="en-US" sz="3200">
                  <a:solidFill>
                    <a:schemeClr val="tx1"/>
                  </a:solidFill>
                  <a:latin typeface="+mn-lt"/>
                  <a:ea typeface="+mn-ea"/>
                </a:endParaRPr>
              </a:p>
            </p:txBody>
          </p:sp>
          <p:sp>
            <p:nvSpPr>
              <p:cNvPr id="34859" name="Rectangle 14"/>
              <p:cNvSpPr>
                <a:spLocks noChangeArrowheads="1"/>
              </p:cNvSpPr>
              <p:nvPr>
                <p:custDataLst>
                  <p:tags r:id="rId11"/>
                </p:custDataLst>
              </p:nvPr>
            </p:nvSpPr>
            <p:spPr bwMode="auto">
              <a:xfrm>
                <a:off x="4724" y="1378"/>
                <a:ext cx="893" cy="603"/>
              </a:xfrm>
              <a:prstGeom prst="rect">
                <a:avLst/>
              </a:prstGeom>
              <a:noFill/>
              <a:ln w="38100">
                <a:solidFill>
                  <a:schemeClr val="accent1"/>
                </a:solidFill>
                <a:miter lim="800000"/>
              </a:ln>
            </p:spPr>
            <p:txBody>
              <a:bodyPr wrap="none" anchor="ctr"/>
              <a:lstStyle/>
              <a:p>
                <a:endParaRPr lang="zh-CN" altLang="en-US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34845" name="Freeform 15"/>
            <p:cNvSpPr/>
            <p:nvPr>
              <p:custDataLst>
                <p:tags r:id="rId12"/>
              </p:custDataLst>
            </p:nvPr>
          </p:nvSpPr>
          <p:spPr bwMode="auto">
            <a:xfrm>
              <a:off x="799" y="1920"/>
              <a:ext cx="2843" cy="281"/>
            </a:xfrm>
            <a:custGeom>
              <a:avLst/>
              <a:gdLst>
                <a:gd name="T0" fmla="*/ 0 w 2610"/>
                <a:gd name="T1" fmla="*/ 0 h 282"/>
                <a:gd name="T2" fmla="*/ 0 w 2610"/>
                <a:gd name="T3" fmla="*/ 282 h 282"/>
                <a:gd name="T4" fmla="*/ 2610 w 2610"/>
                <a:gd name="T5" fmla="*/ 282 h 282"/>
                <a:gd name="T6" fmla="*/ 2610 w 2610"/>
                <a:gd name="T7" fmla="*/ 0 h 282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610"/>
                <a:gd name="T13" fmla="*/ 0 h 282"/>
                <a:gd name="T14" fmla="*/ 2610 w 2610"/>
                <a:gd name="T15" fmla="*/ 282 h 282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610" h="282">
                  <a:moveTo>
                    <a:pt x="0" y="0"/>
                  </a:moveTo>
                  <a:lnTo>
                    <a:pt x="0" y="282"/>
                  </a:lnTo>
                  <a:lnTo>
                    <a:pt x="2610" y="282"/>
                  </a:lnTo>
                  <a:lnTo>
                    <a:pt x="2610" y="0"/>
                  </a:lnTo>
                </a:path>
              </a:pathLst>
            </a:custGeom>
            <a:noFill/>
            <a:ln w="38100">
              <a:solidFill>
                <a:schemeClr val="accent1"/>
              </a:solidFill>
              <a:round/>
              <a:tailEnd type="stealth" w="med" len="med"/>
            </a:ln>
          </p:spPr>
          <p:txBody>
            <a:bodyPr wrap="none"/>
            <a:lstStyle/>
            <a:p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34846" name="Freeform 16"/>
            <p:cNvSpPr/>
            <p:nvPr>
              <p:custDataLst>
                <p:tags r:id="rId13"/>
              </p:custDataLst>
            </p:nvPr>
          </p:nvSpPr>
          <p:spPr bwMode="auto">
            <a:xfrm rot="10800000">
              <a:off x="788" y="1083"/>
              <a:ext cx="2842" cy="282"/>
            </a:xfrm>
            <a:custGeom>
              <a:avLst/>
              <a:gdLst>
                <a:gd name="T0" fmla="*/ 0 w 2610"/>
                <a:gd name="T1" fmla="*/ 0 h 282"/>
                <a:gd name="T2" fmla="*/ 0 w 2610"/>
                <a:gd name="T3" fmla="*/ 282 h 282"/>
                <a:gd name="T4" fmla="*/ 2610 w 2610"/>
                <a:gd name="T5" fmla="*/ 282 h 282"/>
                <a:gd name="T6" fmla="*/ 2610 w 2610"/>
                <a:gd name="T7" fmla="*/ 0 h 282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610"/>
                <a:gd name="T13" fmla="*/ 0 h 282"/>
                <a:gd name="T14" fmla="*/ 2610 w 2610"/>
                <a:gd name="T15" fmla="*/ 282 h 282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610" h="282">
                  <a:moveTo>
                    <a:pt x="0" y="0"/>
                  </a:moveTo>
                  <a:lnTo>
                    <a:pt x="0" y="282"/>
                  </a:lnTo>
                  <a:lnTo>
                    <a:pt x="2610" y="282"/>
                  </a:lnTo>
                  <a:lnTo>
                    <a:pt x="2610" y="0"/>
                  </a:lnTo>
                </a:path>
              </a:pathLst>
            </a:custGeom>
            <a:noFill/>
            <a:ln w="38100">
              <a:solidFill>
                <a:schemeClr val="accent1"/>
              </a:solidFill>
              <a:round/>
              <a:tailEnd type="stealth" w="med" len="med"/>
            </a:ln>
          </p:spPr>
          <p:txBody>
            <a:bodyPr wrap="none"/>
            <a:lstStyle/>
            <a:p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34847" name="Line 17"/>
            <p:cNvSpPr>
              <a:spLocks noChangeShapeType="1"/>
            </p:cNvSpPr>
            <p:nvPr>
              <p:custDataLst>
                <p:tags r:id="rId14"/>
              </p:custDataLst>
            </p:nvPr>
          </p:nvSpPr>
          <p:spPr bwMode="auto">
            <a:xfrm>
              <a:off x="1253" y="1569"/>
              <a:ext cx="515" cy="0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tailEnd type="stealth" w="med" len="med"/>
            </a:ln>
          </p:spPr>
          <p:txBody>
            <a:bodyPr wrap="none"/>
            <a:lstStyle/>
            <a:p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34848" name="Line 18"/>
            <p:cNvSpPr>
              <a:spLocks noChangeShapeType="1"/>
            </p:cNvSpPr>
            <p:nvPr>
              <p:custDataLst>
                <p:tags r:id="rId15"/>
              </p:custDataLst>
            </p:nvPr>
          </p:nvSpPr>
          <p:spPr bwMode="auto">
            <a:xfrm>
              <a:off x="2657" y="1581"/>
              <a:ext cx="515" cy="0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tailEnd type="stealth" w="med" len="med"/>
            </a:ln>
          </p:spPr>
          <p:txBody>
            <a:bodyPr wrap="none"/>
            <a:lstStyle/>
            <a:p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34849" name="Line 19"/>
            <p:cNvSpPr>
              <a:spLocks noChangeShapeType="1"/>
            </p:cNvSpPr>
            <p:nvPr>
              <p:custDataLst>
                <p:tags r:id="rId16"/>
              </p:custDataLst>
            </p:nvPr>
          </p:nvSpPr>
          <p:spPr bwMode="auto">
            <a:xfrm>
              <a:off x="4073" y="1581"/>
              <a:ext cx="515" cy="0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tailEnd type="stealth" w="med" len="med"/>
            </a:ln>
          </p:spPr>
          <p:txBody>
            <a:bodyPr wrap="none"/>
            <a:lstStyle/>
            <a:p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34850" name="Line 20"/>
            <p:cNvSpPr>
              <a:spLocks noChangeShapeType="1"/>
            </p:cNvSpPr>
            <p:nvPr>
              <p:custDataLst>
                <p:tags r:id="rId17"/>
              </p:custDataLst>
            </p:nvPr>
          </p:nvSpPr>
          <p:spPr bwMode="auto">
            <a:xfrm rot="10800000">
              <a:off x="4061" y="1761"/>
              <a:ext cx="515" cy="0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tailEnd type="stealth" w="med" len="med"/>
            </a:ln>
          </p:spPr>
          <p:txBody>
            <a:bodyPr wrap="none"/>
            <a:lstStyle/>
            <a:p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34851" name="Line 21"/>
            <p:cNvSpPr>
              <a:spLocks noChangeShapeType="1"/>
            </p:cNvSpPr>
            <p:nvPr>
              <p:custDataLst>
                <p:tags r:id="rId18"/>
              </p:custDataLst>
            </p:nvPr>
          </p:nvSpPr>
          <p:spPr bwMode="auto">
            <a:xfrm rot="10800000">
              <a:off x="2657" y="1761"/>
              <a:ext cx="515" cy="0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tailEnd type="stealth" w="med" len="med"/>
            </a:ln>
          </p:spPr>
          <p:txBody>
            <a:bodyPr wrap="none"/>
            <a:lstStyle/>
            <a:p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34852" name="Line 22"/>
            <p:cNvSpPr>
              <a:spLocks noChangeShapeType="1"/>
            </p:cNvSpPr>
            <p:nvPr>
              <p:custDataLst>
                <p:tags r:id="rId19"/>
              </p:custDataLst>
            </p:nvPr>
          </p:nvSpPr>
          <p:spPr bwMode="auto">
            <a:xfrm rot="10800000">
              <a:off x="1241" y="1761"/>
              <a:ext cx="515" cy="0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tailEnd type="stealth" w="med" len="med"/>
            </a:ln>
          </p:spPr>
          <p:txBody>
            <a:bodyPr wrap="none"/>
            <a:lstStyle/>
            <a:p>
              <a:endParaRPr lang="zh-CN" altLang="en-US">
                <a:solidFill>
                  <a:schemeClr val="tx1"/>
                </a:solidFill>
              </a:endParaRPr>
            </a:p>
          </p:txBody>
        </p:sp>
        <p:grpSp>
          <p:nvGrpSpPr>
            <p:cNvPr id="34853" name="Group 39"/>
            <p:cNvGrpSpPr/>
            <p:nvPr/>
          </p:nvGrpSpPr>
          <p:grpSpPr bwMode="auto">
            <a:xfrm>
              <a:off x="336" y="1139"/>
              <a:ext cx="4673" cy="258"/>
              <a:chOff x="445" y="1139"/>
              <a:chExt cx="4673" cy="258"/>
            </a:xfrm>
          </p:grpSpPr>
          <p:sp>
            <p:nvSpPr>
              <p:cNvPr id="34854" name="Text Box 40"/>
              <p:cNvSpPr txBox="1">
                <a:spLocks noChangeArrowheads="1"/>
              </p:cNvSpPr>
              <p:nvPr>
                <p:custDataLst>
                  <p:tags r:id="rId20"/>
                </p:custDataLst>
              </p:nvPr>
            </p:nvSpPr>
            <p:spPr bwMode="auto">
              <a:xfrm>
                <a:off x="445" y="1139"/>
                <a:ext cx="486" cy="251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wrap="none">
                <a:spAutoFit/>
              </a:bodyPr>
              <a:lstStyle/>
              <a:p>
                <a:pPr>
                  <a:spcBef>
                    <a:spcPct val="0"/>
                  </a:spcBef>
                </a:pPr>
                <a:r>
                  <a:rPr lang="zh-CN" altLang="en-US" sz="2000">
                    <a:solidFill>
                      <a:schemeClr val="tx1"/>
                    </a:solidFill>
                    <a:latin typeface="+mn-lt"/>
                    <a:ea typeface="+mn-ea"/>
                  </a:rPr>
                  <a:t>10 </a:t>
                </a:r>
                <a:r>
                  <a:rPr lang="en-US" altLang="zh-CN" sz="2000">
                    <a:solidFill>
                      <a:schemeClr val="tx1"/>
                    </a:solidFill>
                    <a:latin typeface="+mn-lt"/>
                    <a:ea typeface="+mn-ea"/>
                  </a:rPr>
                  <a:t>ns</a:t>
                </a:r>
                <a:endParaRPr lang="en-US" altLang="zh-CN" sz="2000">
                  <a:solidFill>
                    <a:schemeClr val="tx1"/>
                  </a:solidFill>
                  <a:latin typeface="+mn-lt"/>
                  <a:ea typeface="+mn-ea"/>
                </a:endParaRPr>
              </a:p>
            </p:txBody>
          </p:sp>
          <p:sp>
            <p:nvSpPr>
              <p:cNvPr id="34855" name="Text Box 41"/>
              <p:cNvSpPr txBox="1">
                <a:spLocks noChangeArrowheads="1"/>
              </p:cNvSpPr>
              <p:nvPr>
                <p:custDataLst>
                  <p:tags r:id="rId21"/>
                </p:custDataLst>
              </p:nvPr>
            </p:nvSpPr>
            <p:spPr bwMode="auto">
              <a:xfrm>
                <a:off x="1834" y="1139"/>
                <a:ext cx="515" cy="251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wrap="none">
                <a:spAutoFit/>
              </a:bodyPr>
              <a:lstStyle/>
              <a:p>
                <a:pPr>
                  <a:spcBef>
                    <a:spcPct val="0"/>
                  </a:spcBef>
                </a:pPr>
                <a:r>
                  <a:rPr lang="zh-CN" altLang="en-US" sz="2000">
                    <a:solidFill>
                      <a:schemeClr val="tx1"/>
                    </a:solidFill>
                    <a:latin typeface="+mn-lt"/>
                    <a:ea typeface="+mn-ea"/>
                  </a:rPr>
                  <a:t>20 </a:t>
                </a:r>
                <a:r>
                  <a:rPr lang="en-US" altLang="zh-CN" sz="2000">
                    <a:solidFill>
                      <a:schemeClr val="tx1"/>
                    </a:solidFill>
                    <a:latin typeface="+mn-lt"/>
                    <a:ea typeface="+mn-ea"/>
                  </a:rPr>
                  <a:t>ns</a:t>
                </a:r>
                <a:endParaRPr lang="en-US" altLang="zh-CN" sz="2000">
                  <a:solidFill>
                    <a:schemeClr val="tx1"/>
                  </a:solidFill>
                  <a:latin typeface="+mn-lt"/>
                  <a:ea typeface="+mn-ea"/>
                </a:endParaRPr>
              </a:p>
            </p:txBody>
          </p:sp>
          <p:sp>
            <p:nvSpPr>
              <p:cNvPr id="34856" name="Text Box 42"/>
              <p:cNvSpPr txBox="1">
                <a:spLocks noChangeArrowheads="1"/>
              </p:cNvSpPr>
              <p:nvPr>
                <p:custDataLst>
                  <p:tags r:id="rId22"/>
                </p:custDataLst>
              </p:nvPr>
            </p:nvSpPr>
            <p:spPr bwMode="auto">
              <a:xfrm>
                <a:off x="3203" y="1139"/>
                <a:ext cx="613" cy="251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wrap="none">
                <a:spAutoFit/>
              </a:bodyPr>
              <a:lstStyle/>
              <a:p>
                <a:pPr>
                  <a:spcBef>
                    <a:spcPct val="0"/>
                  </a:spcBef>
                </a:pPr>
                <a:r>
                  <a:rPr lang="zh-CN" altLang="en-US" sz="2000">
                    <a:solidFill>
                      <a:schemeClr val="tx1"/>
                    </a:solidFill>
                    <a:latin typeface="+mn-lt"/>
                    <a:ea typeface="+mn-ea"/>
                  </a:rPr>
                  <a:t>200 </a:t>
                </a:r>
                <a:r>
                  <a:rPr lang="en-US" altLang="zh-CN" sz="2000">
                    <a:solidFill>
                      <a:schemeClr val="tx1"/>
                    </a:solidFill>
                    <a:latin typeface="+mn-lt"/>
                    <a:ea typeface="+mn-ea"/>
                  </a:rPr>
                  <a:t>ns</a:t>
                </a:r>
                <a:endParaRPr lang="en-US" altLang="zh-CN" sz="2000">
                  <a:solidFill>
                    <a:schemeClr val="tx1"/>
                  </a:solidFill>
                  <a:latin typeface="+mn-lt"/>
                  <a:ea typeface="+mn-ea"/>
                </a:endParaRPr>
              </a:p>
            </p:txBody>
          </p:sp>
          <p:sp>
            <p:nvSpPr>
              <p:cNvPr id="34857" name="Text Box 43"/>
              <p:cNvSpPr txBox="1">
                <a:spLocks noChangeArrowheads="1"/>
              </p:cNvSpPr>
              <p:nvPr>
                <p:custDataLst>
                  <p:tags r:id="rId23"/>
                </p:custDataLst>
              </p:nvPr>
            </p:nvSpPr>
            <p:spPr bwMode="auto">
              <a:xfrm>
                <a:off x="4690" y="1139"/>
                <a:ext cx="428" cy="258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wrap="square">
                <a:normAutofit lnSpcReduction="20000"/>
              </a:bodyPr>
              <a:lstStyle/>
              <a:p>
                <a:pPr>
                  <a:spcBef>
                    <a:spcPct val="0"/>
                  </a:spcBef>
                </a:pPr>
                <a:r>
                  <a:rPr lang="en-US" altLang="zh-CN" sz="2000">
                    <a:solidFill>
                      <a:schemeClr val="tx1"/>
                    </a:solidFill>
                    <a:latin typeface="+mn-lt"/>
                    <a:ea typeface="+mn-ea"/>
                  </a:rPr>
                  <a:t>ms</a:t>
                </a:r>
                <a:endParaRPr lang="en-US" altLang="zh-CN" sz="2000">
                  <a:solidFill>
                    <a:schemeClr val="tx1"/>
                  </a:solidFill>
                  <a:latin typeface="+mn-lt"/>
                  <a:ea typeface="+mn-ea"/>
                </a:endParaRPr>
              </a:p>
            </p:txBody>
          </p:sp>
        </p:grpSp>
      </p:grpSp>
      <p:grpSp>
        <p:nvGrpSpPr>
          <p:cNvPr id="9" name="Group 54"/>
          <p:cNvGrpSpPr/>
          <p:nvPr/>
        </p:nvGrpSpPr>
        <p:grpSpPr bwMode="auto">
          <a:xfrm>
            <a:off x="5049838" y="5432424"/>
            <a:ext cx="4205287" cy="993775"/>
            <a:chOff x="2353" y="2304"/>
            <a:chExt cx="2649" cy="626"/>
          </a:xfrm>
        </p:grpSpPr>
        <p:grpSp>
          <p:nvGrpSpPr>
            <p:cNvPr id="34823" name="Group 27"/>
            <p:cNvGrpSpPr/>
            <p:nvPr/>
          </p:nvGrpSpPr>
          <p:grpSpPr bwMode="auto">
            <a:xfrm>
              <a:off x="2353" y="2601"/>
              <a:ext cx="1247" cy="329"/>
              <a:chOff x="2353" y="2553"/>
              <a:chExt cx="1247" cy="329"/>
            </a:xfrm>
          </p:grpSpPr>
          <p:sp>
            <p:nvSpPr>
              <p:cNvPr id="34839" name="Text Box 28"/>
              <p:cNvSpPr txBox="1">
                <a:spLocks noChangeArrowheads="1"/>
              </p:cNvSpPr>
              <p:nvPr>
                <p:custDataLst>
                  <p:tags r:id="rId24"/>
                </p:custDataLst>
              </p:nvPr>
            </p:nvSpPr>
            <p:spPr bwMode="auto">
              <a:xfrm>
                <a:off x="2353" y="2553"/>
                <a:ext cx="566" cy="329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wrap="square">
                <a:normAutofit fontScale="90000"/>
              </a:bodyPr>
              <a:lstStyle/>
              <a:p>
                <a:pPr>
                  <a:spcBef>
                    <a:spcPct val="0"/>
                  </a:spcBef>
                </a:pPr>
                <a:r>
                  <a:rPr lang="zh-CN" altLang="en-US" sz="2800">
                    <a:solidFill>
                      <a:schemeClr val="tx1"/>
                    </a:solidFill>
                    <a:latin typeface="+mn-lt"/>
                    <a:ea typeface="+mn-ea"/>
                  </a:rPr>
                  <a:t>缓存</a:t>
                </a:r>
                <a:endParaRPr lang="zh-CN" altLang="en-US" sz="2800">
                  <a:solidFill>
                    <a:schemeClr val="tx1"/>
                  </a:solidFill>
                  <a:latin typeface="+mn-lt"/>
                  <a:ea typeface="+mn-ea"/>
                </a:endParaRPr>
              </a:p>
            </p:txBody>
          </p:sp>
          <p:sp>
            <p:nvSpPr>
              <p:cNvPr id="34840" name="Text Box 29"/>
              <p:cNvSpPr txBox="1">
                <a:spLocks noChangeArrowheads="1"/>
              </p:cNvSpPr>
              <p:nvPr>
                <p:custDataLst>
                  <p:tags r:id="rId25"/>
                </p:custDataLst>
              </p:nvPr>
            </p:nvSpPr>
            <p:spPr bwMode="auto">
              <a:xfrm>
                <a:off x="3033" y="2553"/>
                <a:ext cx="567" cy="329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wrap="square">
                <a:normAutofit fontScale="90000"/>
              </a:bodyPr>
              <a:lstStyle/>
              <a:p>
                <a:pPr>
                  <a:spcBef>
                    <a:spcPct val="0"/>
                  </a:spcBef>
                </a:pPr>
                <a:r>
                  <a:rPr lang="zh-CN" altLang="en-US" sz="2800">
                    <a:solidFill>
                      <a:schemeClr val="tx1"/>
                    </a:solidFill>
                    <a:latin typeface="+mn-lt"/>
                    <a:ea typeface="+mn-ea"/>
                  </a:rPr>
                  <a:t>主存</a:t>
                </a:r>
                <a:endParaRPr lang="zh-CN" altLang="en-US" sz="2800">
                  <a:solidFill>
                    <a:schemeClr val="tx1"/>
                  </a:solidFill>
                  <a:latin typeface="+mn-lt"/>
                  <a:ea typeface="+mn-ea"/>
                </a:endParaRPr>
              </a:p>
            </p:txBody>
          </p:sp>
          <p:sp>
            <p:nvSpPr>
              <p:cNvPr id="34841" name="Line 30"/>
              <p:cNvSpPr>
                <a:spLocks noChangeShapeType="1"/>
              </p:cNvSpPr>
              <p:nvPr>
                <p:custDataLst>
                  <p:tags r:id="rId26"/>
                </p:custDataLst>
              </p:nvPr>
            </p:nvSpPr>
            <p:spPr bwMode="auto">
              <a:xfrm>
                <a:off x="2905" y="2717"/>
                <a:ext cx="160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</a:ln>
            </p:spPr>
            <p:txBody>
              <a:bodyPr wrap="none"/>
              <a:lstStyle/>
              <a:p>
                <a:endParaRPr lang="zh-CN" altLang="en-US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34824" name="Group 31"/>
            <p:cNvGrpSpPr/>
            <p:nvPr/>
          </p:nvGrpSpPr>
          <p:grpSpPr bwMode="auto">
            <a:xfrm>
              <a:off x="3721" y="2601"/>
              <a:ext cx="1281" cy="329"/>
              <a:chOff x="3721" y="2553"/>
              <a:chExt cx="1281" cy="329"/>
            </a:xfrm>
          </p:grpSpPr>
          <p:sp>
            <p:nvSpPr>
              <p:cNvPr id="34836" name="Text Box 32"/>
              <p:cNvSpPr txBox="1">
                <a:spLocks noChangeArrowheads="1"/>
              </p:cNvSpPr>
              <p:nvPr>
                <p:custDataLst>
                  <p:tags r:id="rId27"/>
                </p:custDataLst>
              </p:nvPr>
            </p:nvSpPr>
            <p:spPr bwMode="auto">
              <a:xfrm>
                <a:off x="4436" y="2553"/>
                <a:ext cx="566" cy="329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wrap="square">
                <a:normAutofit fontScale="90000"/>
              </a:bodyPr>
              <a:lstStyle/>
              <a:p>
                <a:pPr>
                  <a:spcBef>
                    <a:spcPct val="0"/>
                  </a:spcBef>
                </a:pPr>
                <a:r>
                  <a:rPr lang="zh-CN" altLang="en-US" sz="2800">
                    <a:solidFill>
                      <a:schemeClr val="tx1"/>
                    </a:solidFill>
                    <a:latin typeface="+mn-lt"/>
                    <a:ea typeface="+mn-ea"/>
                  </a:rPr>
                  <a:t>辅存</a:t>
                </a:r>
                <a:endParaRPr lang="zh-CN" altLang="en-US" sz="2800">
                  <a:solidFill>
                    <a:schemeClr val="tx1"/>
                  </a:solidFill>
                  <a:latin typeface="+mn-lt"/>
                  <a:ea typeface="+mn-ea"/>
                </a:endParaRPr>
              </a:p>
            </p:txBody>
          </p:sp>
          <p:sp>
            <p:nvSpPr>
              <p:cNvPr id="34837" name="Text Box 33"/>
              <p:cNvSpPr txBox="1">
                <a:spLocks noChangeArrowheads="1"/>
              </p:cNvSpPr>
              <p:nvPr>
                <p:custDataLst>
                  <p:tags r:id="rId28"/>
                </p:custDataLst>
              </p:nvPr>
            </p:nvSpPr>
            <p:spPr bwMode="auto">
              <a:xfrm>
                <a:off x="3721" y="2553"/>
                <a:ext cx="566" cy="329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wrap="square">
                <a:normAutofit fontScale="90000"/>
              </a:bodyPr>
              <a:lstStyle/>
              <a:p>
                <a:pPr>
                  <a:spcBef>
                    <a:spcPct val="0"/>
                  </a:spcBef>
                </a:pPr>
                <a:r>
                  <a:rPr lang="zh-CN" altLang="en-US" sz="2800">
                    <a:solidFill>
                      <a:schemeClr val="tx1"/>
                    </a:solidFill>
                    <a:latin typeface="+mn-lt"/>
                    <a:ea typeface="+mn-ea"/>
                  </a:rPr>
                  <a:t>主存</a:t>
                </a:r>
                <a:endParaRPr lang="zh-CN" altLang="en-US" sz="2800">
                  <a:solidFill>
                    <a:schemeClr val="tx1"/>
                  </a:solidFill>
                  <a:latin typeface="+mn-lt"/>
                  <a:ea typeface="+mn-ea"/>
                </a:endParaRPr>
              </a:p>
            </p:txBody>
          </p:sp>
          <p:sp>
            <p:nvSpPr>
              <p:cNvPr id="34838" name="Line 34"/>
              <p:cNvSpPr>
                <a:spLocks noChangeShapeType="1"/>
              </p:cNvSpPr>
              <p:nvPr>
                <p:custDataLst>
                  <p:tags r:id="rId29"/>
                </p:custDataLst>
              </p:nvPr>
            </p:nvSpPr>
            <p:spPr bwMode="auto">
              <a:xfrm>
                <a:off x="4275" y="2717"/>
                <a:ext cx="160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</a:ln>
            </p:spPr>
            <p:txBody>
              <a:bodyPr wrap="none"/>
              <a:lstStyle/>
              <a:p>
                <a:endParaRPr lang="zh-CN" altLang="en-US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34832" name="Text Box 50"/>
            <p:cNvSpPr txBox="1">
              <a:spLocks noChangeArrowheads="1"/>
            </p:cNvSpPr>
            <p:nvPr>
              <p:custDataLst>
                <p:tags r:id="rId30"/>
              </p:custDataLst>
            </p:nvPr>
          </p:nvSpPr>
          <p:spPr bwMode="auto">
            <a:xfrm>
              <a:off x="2470" y="2304"/>
              <a:ext cx="1013" cy="329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zh-CN" altLang="en-US" sz="2800">
                  <a:solidFill>
                    <a:schemeClr val="tx1"/>
                  </a:solidFill>
                  <a:latin typeface="+mn-lt"/>
                  <a:ea typeface="+mn-ea"/>
                </a:rPr>
                <a:t>（速度）</a:t>
              </a:r>
              <a:endParaRPr lang="zh-CN" altLang="en-US" sz="2800">
                <a:solidFill>
                  <a:schemeClr val="tx1"/>
                </a:solidFill>
                <a:latin typeface="+mn-lt"/>
                <a:ea typeface="+mn-ea"/>
              </a:endParaRPr>
            </a:p>
          </p:txBody>
        </p:sp>
        <p:sp>
          <p:nvSpPr>
            <p:cNvPr id="34833" name="Text Box 51"/>
            <p:cNvSpPr txBox="1">
              <a:spLocks noChangeArrowheads="1"/>
            </p:cNvSpPr>
            <p:nvPr>
              <p:custDataLst>
                <p:tags r:id="rId31"/>
              </p:custDataLst>
            </p:nvPr>
          </p:nvSpPr>
          <p:spPr bwMode="auto">
            <a:xfrm>
              <a:off x="3821" y="2304"/>
              <a:ext cx="1013" cy="329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zh-CN" altLang="en-US" sz="2800">
                  <a:solidFill>
                    <a:schemeClr val="tx1"/>
                  </a:solidFill>
                  <a:latin typeface="+mn-lt"/>
                  <a:ea typeface="+mn-ea"/>
                </a:rPr>
                <a:t>（容量）</a:t>
              </a:r>
              <a:endParaRPr lang="zh-CN" altLang="en-US" sz="2800">
                <a:solidFill>
                  <a:schemeClr val="tx1"/>
                </a:solidFill>
                <a:latin typeface="+mn-lt"/>
                <a:ea typeface="+mn-ea"/>
              </a:endParaRPr>
            </a:p>
          </p:txBody>
        </p:sp>
      </p:grpSp>
    </p:spTree>
    <p:custDataLst>
      <p:tags r:id="rId32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9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239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9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239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3906" grpId="0" autoUpdateAnimBg="0"/>
      <p:bldP spid="123907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Text Box 2"/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839153" y="1988820"/>
            <a:ext cx="10009187" cy="16414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normAutofit/>
          </a:bodyPr>
          <a:lstStyle/>
          <a:p>
            <a:pPr>
              <a:lnSpc>
                <a:spcPct val="120000"/>
              </a:lnSpc>
              <a:spcBef>
                <a:spcPct val="0"/>
              </a:spcBef>
            </a:pPr>
            <a:r>
              <a:rPr lang="en-US" altLang="zh-CN" sz="2800" dirty="0">
                <a:solidFill>
                  <a:schemeClr val="tx1"/>
                </a:solidFill>
                <a:latin typeface="+mn-lt"/>
                <a:ea typeface="+mn-ea"/>
              </a:rPr>
              <a:t>1. </a:t>
            </a:r>
            <a:r>
              <a:rPr lang="zh-CN" altLang="en-US" sz="2800" dirty="0">
                <a:solidFill>
                  <a:schemeClr val="tx1"/>
                </a:solidFill>
                <a:latin typeface="+mn-lt"/>
                <a:ea typeface="+mn-ea"/>
              </a:rPr>
              <a:t>存储系统的层次结构</a:t>
            </a:r>
            <a:endParaRPr lang="zh-CN" altLang="en-US" sz="2800" dirty="0">
              <a:solidFill>
                <a:schemeClr val="tx1"/>
              </a:solidFill>
              <a:latin typeface="+mn-lt"/>
              <a:ea typeface="+mn-ea"/>
            </a:endParaRPr>
          </a:p>
          <a:p>
            <a:pPr>
              <a:lnSpc>
                <a:spcPct val="120000"/>
              </a:lnSpc>
              <a:spcBef>
                <a:spcPct val="0"/>
              </a:spcBef>
            </a:pPr>
            <a:r>
              <a:rPr lang="zh-CN" altLang="en-US" sz="2800" dirty="0">
                <a:solidFill>
                  <a:schemeClr val="tx1"/>
                </a:solidFill>
                <a:latin typeface="+mn-lt"/>
                <a:ea typeface="+mn-ea"/>
              </a:rPr>
              <a:t>　</a:t>
            </a:r>
            <a:r>
              <a:rPr lang="en-US" altLang="zh-CN" sz="2800" dirty="0">
                <a:solidFill>
                  <a:schemeClr val="tx1"/>
                </a:solidFill>
                <a:latin typeface="+mn-lt"/>
                <a:ea typeface="+mn-ea"/>
              </a:rPr>
              <a:t>Cache</a:t>
            </a:r>
            <a:r>
              <a:rPr lang="zh-CN" altLang="en-US" sz="2800" dirty="0">
                <a:solidFill>
                  <a:schemeClr val="tx1"/>
                </a:solidFill>
                <a:latin typeface="+mn-lt"/>
                <a:ea typeface="+mn-ea"/>
              </a:rPr>
              <a:t>－主存和主存－辅存层次的作用</a:t>
            </a:r>
            <a:endParaRPr lang="zh-CN" altLang="en-US" sz="2800" dirty="0">
              <a:solidFill>
                <a:schemeClr val="tx1"/>
              </a:solidFill>
              <a:latin typeface="+mn-lt"/>
              <a:ea typeface="+mn-ea"/>
            </a:endParaRPr>
          </a:p>
          <a:p>
            <a:pPr>
              <a:lnSpc>
                <a:spcPct val="120000"/>
              </a:lnSpc>
              <a:spcBef>
                <a:spcPct val="0"/>
              </a:spcBef>
            </a:pPr>
            <a:r>
              <a:rPr lang="zh-CN" altLang="en-US" sz="2800" dirty="0">
                <a:solidFill>
                  <a:schemeClr val="tx1"/>
                </a:solidFill>
                <a:latin typeface="+mn-lt"/>
                <a:ea typeface="+mn-ea"/>
              </a:rPr>
              <a:t>  </a:t>
            </a:r>
            <a:endParaRPr lang="zh-CN" altLang="en-US" sz="2800" dirty="0">
              <a:solidFill>
                <a:schemeClr val="tx1"/>
              </a:solidFill>
              <a:latin typeface="+mn-lt"/>
              <a:ea typeface="+mn-ea"/>
            </a:endParaRPr>
          </a:p>
        </p:txBody>
      </p:sp>
      <p:sp>
        <p:nvSpPr>
          <p:cNvPr id="35843" name="Text Box 3"/>
          <p:cNvSpPr txBox="1"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767715" y="1341438"/>
            <a:ext cx="6062663" cy="64516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normAutofit fontScale="90000"/>
          </a:bodyPr>
          <a:lstStyle/>
          <a:p>
            <a:pPr>
              <a:spcBef>
                <a:spcPct val="0"/>
              </a:spcBef>
            </a:pPr>
            <a:r>
              <a:rPr lang="zh-CN" altLang="en-US" sz="3600">
                <a:solidFill>
                  <a:schemeClr val="folHlink"/>
                </a:solidFill>
                <a:latin typeface="+mn-lt"/>
                <a:ea typeface="+mn-ea"/>
              </a:rPr>
              <a:t>重点</a:t>
            </a:r>
            <a:endParaRPr lang="zh-CN" altLang="en-US" sz="3600">
              <a:solidFill>
                <a:schemeClr val="folHlink"/>
              </a:solidFill>
              <a:latin typeface="+mn-lt"/>
              <a:ea typeface="+mn-ea"/>
            </a:endParaRPr>
          </a:p>
        </p:txBody>
      </p:sp>
      <p:sp>
        <p:nvSpPr>
          <p:cNvPr id="248836" name="Text Box 4"/>
          <p:cNvSpPr txBox="1"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983615" y="4221480"/>
            <a:ext cx="10674985" cy="60769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normAutofit/>
          </a:bodyPr>
          <a:lstStyle/>
          <a:p>
            <a:pPr>
              <a:lnSpc>
                <a:spcPct val="120000"/>
              </a:lnSpc>
              <a:spcBef>
                <a:spcPct val="0"/>
              </a:spcBef>
            </a:pPr>
            <a:r>
              <a:rPr lang="en-US" altLang="zh-CN" sz="2800" dirty="0">
                <a:solidFill>
                  <a:schemeClr val="tx1"/>
                </a:solidFill>
                <a:latin typeface="+mn-lt"/>
                <a:ea typeface="+mn-ea"/>
              </a:rPr>
              <a:t>2. </a:t>
            </a:r>
            <a:r>
              <a:rPr lang="zh-CN" altLang="en-US" sz="2800" dirty="0">
                <a:solidFill>
                  <a:schemeClr val="tx1"/>
                </a:solidFill>
                <a:latin typeface="+mn-lt"/>
                <a:ea typeface="+mn-ea"/>
              </a:rPr>
              <a:t>主存工作原理、</a:t>
            </a:r>
            <a:r>
              <a:rPr lang="en-US" altLang="zh-CN" sz="2800" dirty="0">
                <a:solidFill>
                  <a:schemeClr val="tx1"/>
                </a:solidFill>
                <a:latin typeface="+mn-lt"/>
                <a:ea typeface="+mn-ea"/>
              </a:rPr>
              <a:t>Cache</a:t>
            </a:r>
            <a:r>
              <a:rPr lang="zh-CN" altLang="en-US" sz="2800" dirty="0">
                <a:solidFill>
                  <a:schemeClr val="tx1"/>
                </a:solidFill>
                <a:latin typeface="+mn-lt"/>
                <a:ea typeface="+mn-ea"/>
              </a:rPr>
              <a:t>工作原理和程序局部性，存储器技术指标 </a:t>
            </a:r>
            <a:endParaRPr lang="zh-CN" altLang="en-US" sz="2800" dirty="0">
              <a:solidFill>
                <a:schemeClr val="tx1"/>
              </a:solidFill>
              <a:latin typeface="+mn-lt"/>
              <a:ea typeface="+mn-ea"/>
            </a:endParaRPr>
          </a:p>
        </p:txBody>
      </p:sp>
      <p:sp>
        <p:nvSpPr>
          <p:cNvPr id="3" name="标题 2"/>
          <p:cNvSpPr>
            <a:spLocks noGrp="1"/>
          </p:cNvSpPr>
          <p:nvPr>
            <p:ph type="title" idx="1"/>
            <p:custDataLst>
              <p:tags r:id="rId4"/>
            </p:custDataLst>
          </p:nvPr>
        </p:nvSpPr>
        <p:spPr>
          <a:noFill/>
        </p:spPr>
        <p:txBody>
          <a:bodyPr vert="horz" wrap="square" lIns="0" tIns="0" rIns="0" bIns="0" rtlCol="0" anchor="b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3600" b="0" i="0" u="none" strike="noStrike" kern="1200" cap="none" spc="300" normalizeH="0" baseline="0" noProof="1" dirty="0" smtClean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+mj-lt"/>
                <a:ea typeface="+mj-lt"/>
                <a:cs typeface="MiSans Normal" panose="00000500000000000000" charset="-122"/>
                <a:sym typeface="+mn-ea"/>
              </a:defRPr>
            </a:lvl1pPr>
          </a:lstStyle>
          <a:p>
            <a:pPr lvl="0" algn="l"/>
            <a:r>
              <a:rPr>
                <a:sym typeface="+mn-ea"/>
              </a:rPr>
              <a:t>第４章  存储系统</a:t>
            </a:r>
            <a:endParaRPr>
              <a:sym typeface="+mn-ea"/>
            </a:endParaRPr>
          </a:p>
        </p:txBody>
      </p:sp>
    </p:spTree>
    <p:custDataLst>
      <p:tags r:id="rId5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8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488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8836" grpId="0" autoUpdateAnimBg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524" name="Text Box 4"/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983298" y="1922780"/>
            <a:ext cx="6911975" cy="52197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/>
          <a:lstStyle/>
          <a:p>
            <a:pPr>
              <a:spcBef>
                <a:spcPct val="50000"/>
              </a:spcBef>
            </a:pPr>
            <a:r>
              <a:rPr lang="zh-CN" altLang="en-US" sz="2800" dirty="0">
                <a:solidFill>
                  <a:schemeClr val="folHlink"/>
                </a:solidFill>
                <a:latin typeface="+mn-lt"/>
                <a:ea typeface="+mn-ea"/>
              </a:rPr>
              <a:t>主存        容量         速度       带宽</a:t>
            </a:r>
            <a:endParaRPr lang="zh-CN" altLang="en-US" sz="2800" dirty="0">
              <a:solidFill>
                <a:schemeClr val="folHlink"/>
              </a:solidFill>
              <a:latin typeface="+mn-lt"/>
              <a:ea typeface="+mn-ea"/>
            </a:endParaRPr>
          </a:p>
        </p:txBody>
      </p:sp>
      <p:sp>
        <p:nvSpPr>
          <p:cNvPr id="363525" name="Text Box 5"/>
          <p:cNvSpPr txBox="1"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983298" y="3068955"/>
            <a:ext cx="7596187" cy="11684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normAutofit lnSpcReduction="10000"/>
          </a:bodyPr>
          <a:lstStyle/>
          <a:p>
            <a:pPr>
              <a:spcBef>
                <a:spcPct val="50000"/>
              </a:spcBef>
            </a:pPr>
            <a:r>
              <a:rPr lang="en-US" altLang="zh-CN" sz="2800" dirty="0">
                <a:solidFill>
                  <a:schemeClr val="folHlink"/>
                </a:solidFill>
                <a:latin typeface="+mn-lt"/>
                <a:ea typeface="+mn-ea"/>
              </a:rPr>
              <a:t>Cache     </a:t>
            </a:r>
            <a:r>
              <a:rPr lang="zh-CN" altLang="en-US" sz="2800" dirty="0">
                <a:solidFill>
                  <a:schemeClr val="folHlink"/>
                </a:solidFill>
                <a:latin typeface="+mn-lt"/>
                <a:ea typeface="+mn-ea"/>
              </a:rPr>
              <a:t>容量          速度       访问效率</a:t>
            </a:r>
            <a:endParaRPr lang="zh-CN" altLang="en-US" sz="2800" dirty="0">
              <a:solidFill>
                <a:schemeClr val="folHlink"/>
              </a:solidFill>
              <a:latin typeface="+mn-lt"/>
              <a:ea typeface="+mn-ea"/>
            </a:endParaRPr>
          </a:p>
          <a:p>
            <a:pPr>
              <a:spcBef>
                <a:spcPct val="50000"/>
              </a:spcBef>
            </a:pPr>
            <a:r>
              <a:rPr lang="zh-CN" altLang="en-US" sz="2800" dirty="0">
                <a:solidFill>
                  <a:schemeClr val="folHlink"/>
                </a:solidFill>
                <a:latin typeface="+mn-lt"/>
                <a:ea typeface="+mn-ea"/>
              </a:rPr>
              <a:t>               </a:t>
            </a:r>
            <a:r>
              <a:rPr lang="zh-CN" altLang="en-US" sz="900" dirty="0">
                <a:solidFill>
                  <a:schemeClr val="folHlink"/>
                </a:solidFill>
                <a:latin typeface="+mn-lt"/>
                <a:ea typeface="+mn-ea"/>
              </a:rPr>
              <a:t>  </a:t>
            </a:r>
            <a:r>
              <a:rPr lang="zh-CN" altLang="en-US" sz="2800" dirty="0">
                <a:solidFill>
                  <a:schemeClr val="folHlink"/>
                </a:solidFill>
                <a:latin typeface="+mn-lt"/>
                <a:ea typeface="+mn-ea"/>
              </a:rPr>
              <a:t>命中率     </a:t>
            </a:r>
            <a:r>
              <a:rPr lang="zh-CN" altLang="en-US" sz="900" dirty="0">
                <a:solidFill>
                  <a:schemeClr val="folHlink"/>
                </a:solidFill>
                <a:latin typeface="+mn-lt"/>
                <a:ea typeface="+mn-ea"/>
              </a:rPr>
              <a:t>   </a:t>
            </a:r>
            <a:r>
              <a:rPr lang="zh-CN" altLang="en-US" sz="2800" dirty="0">
                <a:solidFill>
                  <a:schemeClr val="folHlink"/>
                </a:solidFill>
                <a:latin typeface="+mn-lt"/>
                <a:ea typeface="+mn-ea"/>
              </a:rPr>
              <a:t>平均访问时间</a:t>
            </a:r>
            <a:endParaRPr lang="zh-CN" altLang="en-US" sz="2800" dirty="0">
              <a:solidFill>
                <a:schemeClr val="folHlink"/>
              </a:solidFill>
              <a:latin typeface="+mn-lt"/>
              <a:ea typeface="+mn-ea"/>
            </a:endParaRPr>
          </a:p>
        </p:txBody>
      </p:sp>
      <p:sp>
        <p:nvSpPr>
          <p:cNvPr id="3" name="标题 2"/>
          <p:cNvSpPr>
            <a:spLocks noGrp="1"/>
          </p:cNvSpPr>
          <p:nvPr>
            <p:ph type="title" idx="1"/>
            <p:custDataLst>
              <p:tags r:id="rId3"/>
            </p:custDataLst>
          </p:nvPr>
        </p:nvSpPr>
        <p:spPr>
          <a:noFill/>
        </p:spPr>
        <p:txBody>
          <a:bodyPr vert="horz" wrap="square" lIns="0" tIns="0" rIns="0" bIns="0" rtlCol="0" anchor="b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3600" b="0" i="0" u="none" strike="noStrike" kern="1200" cap="none" spc="300" normalizeH="0" baseline="0" noProof="1" dirty="0" smtClean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+mj-lt"/>
                <a:ea typeface="+mj-lt"/>
                <a:cs typeface="MiSans Normal" panose="00000500000000000000" charset="-122"/>
                <a:sym typeface="+mn-ea"/>
              </a:defRPr>
            </a:lvl1pPr>
          </a:lstStyle>
          <a:p>
            <a:pPr lvl="0" algn="l"/>
            <a:r>
              <a:rPr>
                <a:sym typeface="+mn-ea"/>
              </a:rPr>
              <a:t>技术指标</a:t>
            </a:r>
            <a:endParaRPr>
              <a:sym typeface="+mn-ea"/>
            </a:endParaRPr>
          </a:p>
        </p:txBody>
      </p:sp>
    </p:spTree>
    <p:custDataLst>
      <p:tags r:id="rId4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35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635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35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635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3524" grpId="0"/>
      <p:bldP spid="363525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Text Box 2"/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839470" y="1988820"/>
            <a:ext cx="7125970" cy="125666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normAutofit/>
          </a:bodyPr>
          <a:lstStyle/>
          <a:p>
            <a:pPr>
              <a:lnSpc>
                <a:spcPct val="120000"/>
              </a:lnSpc>
              <a:spcBef>
                <a:spcPct val="0"/>
              </a:spcBef>
            </a:pPr>
            <a:r>
              <a:rPr lang="en-US" altLang="zh-CN" sz="2800" dirty="0">
                <a:solidFill>
                  <a:schemeClr val="tx1"/>
                </a:solidFill>
                <a:latin typeface="+mn-lt"/>
                <a:ea typeface="+mn-ea"/>
              </a:rPr>
              <a:t>1. </a:t>
            </a:r>
            <a:r>
              <a:rPr lang="zh-CN" altLang="en-US" sz="2800" dirty="0">
                <a:solidFill>
                  <a:schemeClr val="tx1"/>
                </a:solidFill>
                <a:latin typeface="+mn-lt"/>
                <a:ea typeface="+mn-ea"/>
              </a:rPr>
              <a:t>存储系统的层次结构</a:t>
            </a:r>
            <a:endParaRPr lang="zh-CN" altLang="en-US" sz="2800" dirty="0">
              <a:solidFill>
                <a:schemeClr val="tx1"/>
              </a:solidFill>
              <a:latin typeface="+mn-lt"/>
              <a:ea typeface="+mn-ea"/>
            </a:endParaRPr>
          </a:p>
          <a:p>
            <a:pPr>
              <a:lnSpc>
                <a:spcPct val="120000"/>
              </a:lnSpc>
              <a:spcBef>
                <a:spcPct val="0"/>
              </a:spcBef>
            </a:pPr>
            <a:r>
              <a:rPr lang="zh-CN" altLang="en-US" sz="2800" dirty="0">
                <a:solidFill>
                  <a:schemeClr val="tx1"/>
                </a:solidFill>
                <a:latin typeface="+mn-lt"/>
                <a:ea typeface="+mn-ea"/>
              </a:rPr>
              <a:t>　</a:t>
            </a:r>
            <a:r>
              <a:rPr lang="en-US" altLang="zh-CN" sz="2800" dirty="0">
                <a:solidFill>
                  <a:schemeClr val="tx1"/>
                </a:solidFill>
                <a:latin typeface="+mn-lt"/>
                <a:ea typeface="+mn-ea"/>
              </a:rPr>
              <a:t>Cache</a:t>
            </a:r>
            <a:r>
              <a:rPr lang="zh-CN" altLang="en-US" sz="2800" dirty="0">
                <a:solidFill>
                  <a:schemeClr val="tx1"/>
                </a:solidFill>
                <a:latin typeface="+mn-lt"/>
                <a:ea typeface="+mn-ea"/>
              </a:rPr>
              <a:t>－主存和主存－辅存层次的作用</a:t>
            </a:r>
            <a:endParaRPr lang="zh-CN" altLang="en-US" sz="2800" dirty="0">
              <a:solidFill>
                <a:schemeClr val="tx1"/>
              </a:solidFill>
              <a:latin typeface="+mn-lt"/>
              <a:ea typeface="+mn-ea"/>
            </a:endParaRPr>
          </a:p>
        </p:txBody>
      </p:sp>
      <p:sp>
        <p:nvSpPr>
          <p:cNvPr id="41987" name="Text Box 3"/>
          <p:cNvSpPr txBox="1"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695960" y="1340803"/>
            <a:ext cx="6062663" cy="64516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normAutofit fontScale="90000"/>
          </a:bodyPr>
          <a:lstStyle/>
          <a:p>
            <a:pPr>
              <a:spcBef>
                <a:spcPct val="0"/>
              </a:spcBef>
            </a:pPr>
            <a:r>
              <a:rPr lang="zh-CN" altLang="en-US" sz="3600">
                <a:solidFill>
                  <a:schemeClr val="folHlink"/>
                </a:solidFill>
                <a:latin typeface="+mn-lt"/>
                <a:ea typeface="+mn-ea"/>
              </a:rPr>
              <a:t>重点</a:t>
            </a:r>
            <a:endParaRPr lang="zh-CN" altLang="en-US" sz="3600">
              <a:solidFill>
                <a:schemeClr val="folHlink"/>
              </a:solidFill>
              <a:latin typeface="+mn-lt"/>
              <a:ea typeface="+mn-ea"/>
            </a:endParaRPr>
          </a:p>
        </p:txBody>
      </p:sp>
      <p:sp>
        <p:nvSpPr>
          <p:cNvPr id="41988" name="Text Box 4"/>
          <p:cNvSpPr txBox="1"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838518" y="3860800"/>
            <a:ext cx="6240483" cy="60769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normAutofit/>
          </a:bodyPr>
          <a:lstStyle/>
          <a:p>
            <a:pPr>
              <a:lnSpc>
                <a:spcPct val="120000"/>
              </a:lnSpc>
              <a:spcBef>
                <a:spcPct val="0"/>
              </a:spcBef>
            </a:pPr>
            <a:r>
              <a:rPr lang="en-US" altLang="zh-CN" sz="2800" dirty="0">
                <a:solidFill>
                  <a:schemeClr val="tx1"/>
                </a:solidFill>
                <a:latin typeface="+mn-lt"/>
                <a:ea typeface="+mn-ea"/>
              </a:rPr>
              <a:t>2. </a:t>
            </a:r>
            <a:r>
              <a:rPr lang="zh-CN" altLang="en-US" sz="2800" dirty="0">
                <a:solidFill>
                  <a:schemeClr val="tx1"/>
                </a:solidFill>
                <a:latin typeface="+mn-lt"/>
                <a:ea typeface="+mn-ea"/>
              </a:rPr>
              <a:t>主存、</a:t>
            </a:r>
            <a:r>
              <a:rPr lang="en-US" altLang="zh-CN" sz="2800" dirty="0">
                <a:solidFill>
                  <a:schemeClr val="tx1"/>
                </a:solidFill>
                <a:latin typeface="+mn-lt"/>
                <a:ea typeface="+mn-ea"/>
              </a:rPr>
              <a:t>Cache</a:t>
            </a:r>
            <a:r>
              <a:rPr lang="zh-CN" altLang="en-US" sz="2800" dirty="0">
                <a:solidFill>
                  <a:schemeClr val="tx1"/>
                </a:solidFill>
                <a:latin typeface="+mn-lt"/>
                <a:ea typeface="+mn-ea"/>
              </a:rPr>
              <a:t>的工作原理及技术指标 </a:t>
            </a:r>
            <a:endParaRPr lang="zh-CN" altLang="en-US" sz="2800" dirty="0">
              <a:solidFill>
                <a:schemeClr val="tx1"/>
              </a:solidFill>
              <a:latin typeface="+mn-lt"/>
              <a:ea typeface="+mn-ea"/>
            </a:endParaRPr>
          </a:p>
        </p:txBody>
      </p:sp>
      <p:sp>
        <p:nvSpPr>
          <p:cNvPr id="360454" name="Text Box 6"/>
          <p:cNvSpPr txBox="1"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838518" y="5341620"/>
            <a:ext cx="8640762" cy="52197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/>
          <a:lstStyle/>
          <a:p>
            <a:pPr>
              <a:spcBef>
                <a:spcPct val="0"/>
              </a:spcBef>
            </a:pPr>
            <a:r>
              <a:rPr lang="en-US" altLang="zh-CN" sz="2800" dirty="0">
                <a:solidFill>
                  <a:schemeClr val="tx1"/>
                </a:solidFill>
                <a:latin typeface="+mn-lt"/>
                <a:ea typeface="+mn-ea"/>
              </a:rPr>
              <a:t>3. </a:t>
            </a:r>
            <a:r>
              <a:rPr lang="zh-CN" altLang="en-US" sz="2800" dirty="0">
                <a:solidFill>
                  <a:schemeClr val="tx1"/>
                </a:solidFill>
                <a:latin typeface="+mn-lt"/>
                <a:ea typeface="+mn-ea"/>
              </a:rPr>
              <a:t>半导体存储芯片的外特性以及与 </a:t>
            </a:r>
            <a:r>
              <a:rPr lang="en-US" altLang="zh-CN" sz="2800" dirty="0">
                <a:solidFill>
                  <a:schemeClr val="tx1"/>
                </a:solidFill>
                <a:latin typeface="+mn-lt"/>
                <a:ea typeface="+mn-ea"/>
              </a:rPr>
              <a:t>CPU </a:t>
            </a:r>
            <a:r>
              <a:rPr lang="zh-CN" altLang="en-US" sz="2800" dirty="0">
                <a:solidFill>
                  <a:schemeClr val="tx1"/>
                </a:solidFill>
                <a:latin typeface="+mn-lt"/>
                <a:ea typeface="+mn-ea"/>
              </a:rPr>
              <a:t>的连接 </a:t>
            </a:r>
            <a:endParaRPr lang="zh-CN" altLang="en-US" sz="2800" dirty="0">
              <a:solidFill>
                <a:schemeClr val="tx1"/>
              </a:solidFill>
              <a:latin typeface="+mn-lt"/>
              <a:ea typeface="+mn-ea"/>
            </a:endParaRPr>
          </a:p>
        </p:txBody>
      </p:sp>
      <p:sp>
        <p:nvSpPr>
          <p:cNvPr id="3" name="标题 2"/>
          <p:cNvSpPr>
            <a:spLocks noGrp="1"/>
          </p:cNvSpPr>
          <p:nvPr>
            <p:ph type="title" idx="1"/>
            <p:custDataLst>
              <p:tags r:id="rId5"/>
            </p:custDataLst>
          </p:nvPr>
        </p:nvSpPr>
        <p:spPr>
          <a:noFill/>
        </p:spPr>
        <p:txBody>
          <a:bodyPr vert="horz" wrap="square" lIns="0" tIns="0" rIns="0" bIns="0" rtlCol="0" anchor="b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3600" b="0" i="0" u="none" strike="noStrike" kern="1200" cap="none" spc="300" normalizeH="0" baseline="0" noProof="1" dirty="0" smtClean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+mj-lt"/>
                <a:ea typeface="+mj-lt"/>
                <a:cs typeface="MiSans Normal" panose="00000500000000000000" charset="-122"/>
                <a:sym typeface="+mn-ea"/>
              </a:defRPr>
            </a:lvl1pPr>
          </a:lstStyle>
          <a:p>
            <a:pPr lvl="0" algn="l"/>
            <a:r>
              <a:rPr>
                <a:sym typeface="+mn-ea"/>
              </a:rPr>
              <a:t>第４章  存储系统</a:t>
            </a:r>
            <a:endParaRPr>
              <a:sym typeface="+mn-ea"/>
            </a:endParaRPr>
          </a:p>
        </p:txBody>
      </p:sp>
    </p:spTree>
    <p:custDataLst>
      <p:tags r:id="rId6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04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604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0454" grpId="0" autoUpdateAnimBg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0"/>
          <p:cNvGrpSpPr/>
          <p:nvPr/>
        </p:nvGrpSpPr>
        <p:grpSpPr bwMode="auto">
          <a:xfrm>
            <a:off x="1056005" y="1556703"/>
            <a:ext cx="5867400" cy="4668838"/>
            <a:chOff x="1152" y="883"/>
            <a:chExt cx="3696" cy="2941"/>
          </a:xfrm>
        </p:grpSpPr>
        <p:sp>
          <p:nvSpPr>
            <p:cNvPr id="43012" name="Text Box 3"/>
            <p:cNvSpPr txBox="1">
              <a:spLocks noChangeArrowheads="1"/>
            </p:cNvSpPr>
            <p:nvPr>
              <p:custDataLst>
                <p:tags r:id="rId1"/>
              </p:custDataLst>
            </p:nvPr>
          </p:nvSpPr>
          <p:spPr bwMode="auto">
            <a:xfrm>
              <a:off x="1152" y="883"/>
              <a:ext cx="3696" cy="368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square">
              <a:normAutofit fontScale="90000"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3200">
                  <a:solidFill>
                    <a:schemeClr val="tx1"/>
                  </a:solidFill>
                  <a:latin typeface="+mn-lt"/>
                  <a:ea typeface="+mn-ea"/>
                </a:rPr>
                <a:t>(1) 地址线的连接</a:t>
              </a:r>
              <a:endParaRPr lang="zh-CN" altLang="en-US" sz="3200">
                <a:solidFill>
                  <a:schemeClr val="tx1"/>
                </a:solidFill>
                <a:latin typeface="+mn-lt"/>
                <a:ea typeface="+mn-ea"/>
              </a:endParaRPr>
            </a:p>
          </p:txBody>
        </p:sp>
        <p:sp>
          <p:nvSpPr>
            <p:cNvPr id="43013" name="Text Box 4"/>
            <p:cNvSpPr txBox="1">
              <a:spLocks noChangeArrowheads="1"/>
            </p:cNvSpPr>
            <p:nvPr>
              <p:custDataLst>
                <p:tags r:id="rId2"/>
              </p:custDataLst>
            </p:nvPr>
          </p:nvSpPr>
          <p:spPr bwMode="auto">
            <a:xfrm>
              <a:off x="1152" y="1397"/>
              <a:ext cx="3696" cy="368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square">
              <a:normAutofit fontScale="90000"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3200">
                  <a:solidFill>
                    <a:schemeClr val="tx1"/>
                  </a:solidFill>
                  <a:latin typeface="+mn-lt"/>
                  <a:ea typeface="+mn-ea"/>
                </a:rPr>
                <a:t>(2) 数据线的连接</a:t>
              </a:r>
              <a:endParaRPr lang="zh-CN" altLang="en-US" sz="3200">
                <a:solidFill>
                  <a:schemeClr val="tx1"/>
                </a:solidFill>
                <a:latin typeface="+mn-lt"/>
                <a:ea typeface="+mn-ea"/>
              </a:endParaRPr>
            </a:p>
          </p:txBody>
        </p:sp>
        <p:sp>
          <p:nvSpPr>
            <p:cNvPr id="43014" name="Text Box 5"/>
            <p:cNvSpPr txBox="1">
              <a:spLocks noChangeArrowheads="1"/>
            </p:cNvSpPr>
            <p:nvPr>
              <p:custDataLst>
                <p:tags r:id="rId3"/>
              </p:custDataLst>
            </p:nvPr>
          </p:nvSpPr>
          <p:spPr bwMode="auto">
            <a:xfrm>
              <a:off x="1152" y="1912"/>
              <a:ext cx="3696" cy="368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square">
              <a:normAutofit fontScale="90000"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3200">
                  <a:solidFill>
                    <a:schemeClr val="tx1"/>
                  </a:solidFill>
                  <a:latin typeface="+mn-lt"/>
                  <a:ea typeface="+mn-ea"/>
                </a:rPr>
                <a:t>(3) 读/写线的连接</a:t>
              </a:r>
              <a:endParaRPr lang="zh-CN" altLang="en-US" sz="3200">
                <a:solidFill>
                  <a:schemeClr val="tx1"/>
                </a:solidFill>
                <a:latin typeface="+mn-lt"/>
                <a:ea typeface="+mn-ea"/>
              </a:endParaRPr>
            </a:p>
          </p:txBody>
        </p:sp>
        <p:sp>
          <p:nvSpPr>
            <p:cNvPr id="43015" name="Text Box 6"/>
            <p:cNvSpPr txBox="1">
              <a:spLocks noChangeArrowheads="1"/>
            </p:cNvSpPr>
            <p:nvPr>
              <p:custDataLst>
                <p:tags r:id="rId4"/>
              </p:custDataLst>
            </p:nvPr>
          </p:nvSpPr>
          <p:spPr bwMode="auto">
            <a:xfrm>
              <a:off x="1152" y="2426"/>
              <a:ext cx="3696" cy="368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square">
              <a:normAutofit fontScale="90000"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3200">
                  <a:solidFill>
                    <a:schemeClr val="tx1"/>
                  </a:solidFill>
                  <a:latin typeface="+mn-lt"/>
                  <a:ea typeface="+mn-ea"/>
                </a:rPr>
                <a:t>(4) 片选线的连接</a:t>
              </a:r>
              <a:endParaRPr lang="zh-CN" altLang="en-US" sz="3200">
                <a:solidFill>
                  <a:schemeClr val="tx1"/>
                </a:solidFill>
                <a:latin typeface="+mn-lt"/>
                <a:ea typeface="+mn-ea"/>
              </a:endParaRPr>
            </a:p>
          </p:txBody>
        </p:sp>
        <p:sp>
          <p:nvSpPr>
            <p:cNvPr id="43016" name="Text Box 7"/>
            <p:cNvSpPr txBox="1">
              <a:spLocks noChangeArrowheads="1"/>
            </p:cNvSpPr>
            <p:nvPr>
              <p:custDataLst>
                <p:tags r:id="rId5"/>
              </p:custDataLst>
            </p:nvPr>
          </p:nvSpPr>
          <p:spPr bwMode="auto">
            <a:xfrm>
              <a:off x="1152" y="2941"/>
              <a:ext cx="3696" cy="368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square">
              <a:normAutofit fontScale="90000"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3200">
                  <a:solidFill>
                    <a:schemeClr val="tx1"/>
                  </a:solidFill>
                  <a:latin typeface="+mn-lt"/>
                  <a:ea typeface="+mn-ea"/>
                </a:rPr>
                <a:t>(5) 合理选用芯片</a:t>
              </a:r>
              <a:endParaRPr lang="zh-CN" altLang="en-US" sz="3200">
                <a:solidFill>
                  <a:schemeClr val="tx1"/>
                </a:solidFill>
                <a:latin typeface="+mn-lt"/>
                <a:ea typeface="+mn-ea"/>
              </a:endParaRPr>
            </a:p>
          </p:txBody>
        </p:sp>
        <p:sp>
          <p:nvSpPr>
            <p:cNvPr id="43017" name="Text Box 8"/>
            <p:cNvSpPr txBox="1">
              <a:spLocks noChangeArrowheads="1"/>
            </p:cNvSpPr>
            <p:nvPr>
              <p:custDataLst>
                <p:tags r:id="rId6"/>
              </p:custDataLst>
            </p:nvPr>
          </p:nvSpPr>
          <p:spPr bwMode="auto">
            <a:xfrm>
              <a:off x="1152" y="3456"/>
              <a:ext cx="3696" cy="368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square">
              <a:normAutofit fontScale="90000"/>
            </a:bodyPr>
            <a:lstStyle/>
            <a:p>
              <a:pPr>
                <a:spcBef>
                  <a:spcPct val="50000"/>
                </a:spcBef>
              </a:pPr>
              <a:endParaRPr lang="zh-CN" altLang="en-US" sz="3200">
                <a:solidFill>
                  <a:schemeClr val="tx1"/>
                </a:solidFill>
                <a:latin typeface="+mn-lt"/>
                <a:ea typeface="+mn-ea"/>
              </a:endParaRPr>
            </a:p>
          </p:txBody>
        </p:sp>
      </p:grpSp>
      <p:sp>
        <p:nvSpPr>
          <p:cNvPr id="4" name="标题 3"/>
          <p:cNvSpPr>
            <a:spLocks noGrp="1"/>
          </p:cNvSpPr>
          <p:nvPr>
            <p:ph type="title" idx="1"/>
            <p:custDataLst>
              <p:tags r:id="rId7"/>
            </p:custDataLst>
          </p:nvPr>
        </p:nvSpPr>
        <p:spPr>
          <a:noFill/>
        </p:spPr>
        <p:txBody>
          <a:bodyPr vert="horz" wrap="square" lIns="0" tIns="0" rIns="0" bIns="0" rtlCol="0" anchor="b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3600" b="0" i="0" u="none" strike="noStrike" kern="1200" cap="none" spc="300" normalizeH="0" baseline="0" noProof="1" dirty="0" smtClean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+mj-lt"/>
                <a:ea typeface="+mj-lt"/>
                <a:cs typeface="MiSans Normal" panose="00000500000000000000" charset="-122"/>
                <a:sym typeface="+mn-ea"/>
              </a:defRPr>
            </a:lvl1pPr>
          </a:lstStyle>
          <a:p>
            <a:pPr lvl="0" algn="l"/>
            <a:r>
              <a:rPr>
                <a:sym typeface="+mn-ea"/>
              </a:rPr>
              <a:t>  </a:t>
            </a:r>
            <a:r>
              <a:rPr>
                <a:sym typeface="+mn-ea"/>
              </a:rPr>
              <a:t>存储器与 CPU 的连接</a:t>
            </a:r>
            <a:endParaRPr>
              <a:sym typeface="+mn-ea"/>
            </a:endParaRPr>
          </a:p>
        </p:txBody>
      </p:sp>
    </p:spTree>
    <p:custDataLst>
      <p:tags r:id="rId8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2"/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4110038" y="1543050"/>
            <a:ext cx="9144000" cy="27559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endParaRPr lang="zh-CN" altLang="en-US">
              <a:solidFill>
                <a:schemeClr val="tx1"/>
              </a:solidFill>
            </a:endParaRPr>
          </a:p>
        </p:txBody>
      </p:sp>
      <p:grpSp>
        <p:nvGrpSpPr>
          <p:cNvPr id="50179" name="Group 3"/>
          <p:cNvGrpSpPr/>
          <p:nvPr/>
        </p:nvGrpSpPr>
        <p:grpSpPr bwMode="auto">
          <a:xfrm>
            <a:off x="3202305" y="1236345"/>
            <a:ext cx="1936750" cy="2346325"/>
            <a:chOff x="1874" y="639"/>
            <a:chExt cx="1220" cy="1478"/>
          </a:xfrm>
        </p:grpSpPr>
        <p:sp>
          <p:nvSpPr>
            <p:cNvPr id="50184" name="Rectangle 4"/>
            <p:cNvSpPr>
              <a:spLocks noChangeArrowheads="1"/>
            </p:cNvSpPr>
            <p:nvPr>
              <p:custDataLst>
                <p:tags r:id="rId2"/>
              </p:custDataLst>
            </p:nvPr>
          </p:nvSpPr>
          <p:spPr bwMode="auto">
            <a:xfrm>
              <a:off x="2226" y="1427"/>
              <a:ext cx="532" cy="205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/>
            <a:lstStyle/>
            <a:p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50185" name="Rectangle 5"/>
            <p:cNvSpPr>
              <a:spLocks noChangeArrowheads="1"/>
            </p:cNvSpPr>
            <p:nvPr>
              <p:custDataLst>
                <p:tags r:id="rId3"/>
              </p:custDataLst>
            </p:nvPr>
          </p:nvSpPr>
          <p:spPr bwMode="auto">
            <a:xfrm>
              <a:off x="1874" y="1039"/>
              <a:ext cx="532" cy="205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/>
            <a:lstStyle/>
            <a:p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50186" name="Rectangle 6"/>
            <p:cNvSpPr>
              <a:spLocks noChangeArrowheads="1"/>
            </p:cNvSpPr>
            <p:nvPr>
              <p:custDataLst>
                <p:tags r:id="rId4"/>
              </p:custDataLst>
            </p:nvPr>
          </p:nvSpPr>
          <p:spPr bwMode="auto">
            <a:xfrm>
              <a:off x="2562" y="1039"/>
              <a:ext cx="532" cy="205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/>
            <a:lstStyle/>
            <a:p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50187" name="Rectangle 7"/>
            <p:cNvSpPr>
              <a:spLocks noChangeArrowheads="1"/>
            </p:cNvSpPr>
            <p:nvPr>
              <p:custDataLst>
                <p:tags r:id="rId5"/>
              </p:custDataLst>
            </p:nvPr>
          </p:nvSpPr>
          <p:spPr bwMode="auto">
            <a:xfrm>
              <a:off x="2226" y="1913"/>
              <a:ext cx="532" cy="204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/>
            <a:lstStyle/>
            <a:p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50188" name="Rectangle 8"/>
            <p:cNvSpPr>
              <a:spLocks noChangeArrowheads="1"/>
            </p:cNvSpPr>
            <p:nvPr>
              <p:custDataLst>
                <p:tags r:id="rId6"/>
              </p:custDataLst>
            </p:nvPr>
          </p:nvSpPr>
          <p:spPr bwMode="auto">
            <a:xfrm>
              <a:off x="2181" y="639"/>
              <a:ext cx="623" cy="188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/>
            <a:lstStyle/>
            <a:p>
              <a:endParaRPr lang="zh-CN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125966" name="Text Box 14"/>
          <p:cNvSpPr txBox="1">
            <a:spLocks noChangeArrowheads="1"/>
          </p:cNvSpPr>
          <p:nvPr>
            <p:custDataLst>
              <p:tags r:id="rId7"/>
            </p:custDataLst>
          </p:nvPr>
        </p:nvSpPr>
        <p:spPr bwMode="auto">
          <a:xfrm>
            <a:off x="869950" y="3197225"/>
            <a:ext cx="10641965" cy="112458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noAutofit/>
          </a:bodyPr>
          <a:lstStyle/>
          <a:p>
            <a:pPr marL="457200" indent="-457200">
              <a:lnSpc>
                <a:spcPct val="140000"/>
              </a:lnSpc>
              <a:spcBef>
                <a:spcPct val="0"/>
              </a:spcBef>
            </a:pPr>
            <a:r>
              <a:rPr lang="en-US" altLang="zh-CN" sz="2800" dirty="0">
                <a:solidFill>
                  <a:schemeClr val="tx1"/>
                </a:solidFill>
                <a:latin typeface="+mn-lt"/>
                <a:ea typeface="+mn-ea"/>
              </a:rPr>
              <a:t>2.</a:t>
            </a:r>
            <a:r>
              <a:rPr lang="zh-CN" altLang="en-US" sz="2800" dirty="0">
                <a:solidFill>
                  <a:schemeClr val="tx1"/>
                </a:solidFill>
                <a:latin typeface="+mn-lt"/>
                <a:ea typeface="+mn-ea"/>
              </a:rPr>
              <a:t>对于一定容量的存储器，按字节或字访问的寻址范围是不同的</a:t>
            </a:r>
            <a:endParaRPr lang="zh-CN" altLang="en-US" sz="2800" dirty="0">
              <a:solidFill>
                <a:schemeClr val="tx1"/>
              </a:solidFill>
              <a:latin typeface="+mn-lt"/>
              <a:ea typeface="+mn-ea"/>
            </a:endParaRPr>
          </a:p>
        </p:txBody>
      </p:sp>
      <p:sp>
        <p:nvSpPr>
          <p:cNvPr id="50181" name="Text Box 15"/>
          <p:cNvSpPr txBox="1">
            <a:spLocks noChangeArrowheads="1"/>
          </p:cNvSpPr>
          <p:nvPr>
            <p:custDataLst>
              <p:tags r:id="rId8"/>
            </p:custDataLst>
          </p:nvPr>
        </p:nvSpPr>
        <p:spPr bwMode="auto">
          <a:xfrm>
            <a:off x="695643" y="1396683"/>
            <a:ext cx="6062662" cy="64516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normAutofit fontScale="90000"/>
          </a:bodyPr>
          <a:lstStyle/>
          <a:p>
            <a:pPr>
              <a:spcBef>
                <a:spcPct val="0"/>
              </a:spcBef>
            </a:pPr>
            <a:r>
              <a:rPr lang="zh-CN" altLang="en-US" sz="3600">
                <a:solidFill>
                  <a:schemeClr val="folHlink"/>
                </a:solidFill>
                <a:latin typeface="+mj-lt"/>
                <a:ea typeface="+mj-ea"/>
              </a:rPr>
              <a:t>难点</a:t>
            </a:r>
            <a:endParaRPr lang="zh-CN" altLang="en-US" sz="3600">
              <a:solidFill>
                <a:schemeClr val="folHlink"/>
              </a:solidFill>
              <a:latin typeface="+mj-lt"/>
              <a:ea typeface="+mj-ea"/>
            </a:endParaRPr>
          </a:p>
        </p:txBody>
      </p:sp>
      <p:sp>
        <p:nvSpPr>
          <p:cNvPr id="50183" name="Text Box 30"/>
          <p:cNvSpPr txBox="1">
            <a:spLocks noChangeArrowheads="1"/>
          </p:cNvSpPr>
          <p:nvPr>
            <p:custDataLst>
              <p:tags r:id="rId9"/>
            </p:custDataLst>
          </p:nvPr>
        </p:nvSpPr>
        <p:spPr bwMode="auto">
          <a:xfrm>
            <a:off x="869950" y="2233295"/>
            <a:ext cx="9273540" cy="60769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noAutofit/>
          </a:bodyPr>
          <a:lstStyle/>
          <a:p>
            <a:pPr marL="457200" indent="-457200">
              <a:lnSpc>
                <a:spcPct val="140000"/>
              </a:lnSpc>
              <a:spcBef>
                <a:spcPct val="0"/>
              </a:spcBef>
            </a:pPr>
            <a:r>
              <a:rPr lang="en-US" altLang="zh-CN" sz="2800" dirty="0">
                <a:solidFill>
                  <a:schemeClr val="tx1"/>
                </a:solidFill>
                <a:latin typeface="+mn-lt"/>
                <a:ea typeface="+mn-ea"/>
              </a:rPr>
              <a:t>1.</a:t>
            </a:r>
            <a:r>
              <a:rPr lang="zh-CN" altLang="en-US" sz="2800" dirty="0">
                <a:solidFill>
                  <a:schemeClr val="tx1"/>
                </a:solidFill>
                <a:latin typeface="+mn-lt"/>
                <a:ea typeface="+mn-ea"/>
              </a:rPr>
              <a:t>在可按字节和字寻址的存储器中，数据的存放方式不同</a:t>
            </a:r>
            <a:endParaRPr lang="zh-CN" altLang="en-US" sz="2800" dirty="0">
              <a:solidFill>
                <a:schemeClr val="tx1"/>
              </a:solidFill>
              <a:latin typeface="+mn-lt"/>
              <a:ea typeface="+mn-ea"/>
            </a:endParaRPr>
          </a:p>
        </p:txBody>
      </p:sp>
      <p:sp>
        <p:nvSpPr>
          <p:cNvPr id="3" name="标题 2"/>
          <p:cNvSpPr>
            <a:spLocks noGrp="1"/>
          </p:cNvSpPr>
          <p:nvPr>
            <p:ph type="title" idx="1"/>
            <p:custDataLst>
              <p:tags r:id="rId10"/>
            </p:custDataLst>
          </p:nvPr>
        </p:nvSpPr>
        <p:spPr>
          <a:noFill/>
        </p:spPr>
        <p:txBody>
          <a:bodyPr vert="horz" wrap="square" lIns="0" tIns="0" rIns="0" bIns="0" rtlCol="0" anchor="b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3600" b="0" i="0" u="none" strike="noStrike" kern="1200" cap="none" spc="300" normalizeH="0" baseline="0" noProof="1" dirty="0" smtClean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+mj-lt"/>
                <a:ea typeface="+mj-lt"/>
                <a:cs typeface="MiSans Normal" panose="00000500000000000000" charset="-122"/>
                <a:sym typeface="+mn-ea"/>
              </a:defRPr>
            </a:lvl1pPr>
          </a:lstStyle>
          <a:p>
            <a:pPr lvl="0" algn="l"/>
            <a:r>
              <a:rPr>
                <a:sym typeface="+mn-ea"/>
              </a:rPr>
              <a:t>第４章  存储系统</a:t>
            </a:r>
            <a:endParaRPr>
              <a:sym typeface="+mn-ea"/>
            </a:endParaRPr>
          </a:p>
        </p:txBody>
      </p:sp>
    </p:spTree>
    <p:custDataLst>
      <p:tags r:id="rId1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259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5966" grpId="0" autoUpdateAnimBg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2"/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4110038" y="1543050"/>
            <a:ext cx="9144000" cy="27559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endParaRPr lang="zh-CN" altLang="en-US">
              <a:solidFill>
                <a:schemeClr val="tx1"/>
              </a:solidFill>
            </a:endParaRPr>
          </a:p>
        </p:txBody>
      </p:sp>
      <p:grpSp>
        <p:nvGrpSpPr>
          <p:cNvPr id="7" name="Group 3"/>
          <p:cNvGrpSpPr/>
          <p:nvPr/>
        </p:nvGrpSpPr>
        <p:grpSpPr bwMode="auto">
          <a:xfrm>
            <a:off x="3448050" y="1108075"/>
            <a:ext cx="1936750" cy="2346325"/>
            <a:chOff x="1874" y="639"/>
            <a:chExt cx="1220" cy="1478"/>
          </a:xfrm>
        </p:grpSpPr>
        <p:sp>
          <p:nvSpPr>
            <p:cNvPr id="8" name="Rectangle 4"/>
            <p:cNvSpPr>
              <a:spLocks noChangeArrowheads="1"/>
            </p:cNvSpPr>
            <p:nvPr>
              <p:custDataLst>
                <p:tags r:id="rId2"/>
              </p:custDataLst>
            </p:nvPr>
          </p:nvSpPr>
          <p:spPr bwMode="auto">
            <a:xfrm>
              <a:off x="2226" y="1427"/>
              <a:ext cx="532" cy="205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" name="Rectangle 5"/>
            <p:cNvSpPr>
              <a:spLocks noChangeArrowheads="1"/>
            </p:cNvSpPr>
            <p:nvPr>
              <p:custDataLst>
                <p:tags r:id="rId3"/>
              </p:custDataLst>
            </p:nvPr>
          </p:nvSpPr>
          <p:spPr bwMode="auto">
            <a:xfrm>
              <a:off x="1874" y="1039"/>
              <a:ext cx="532" cy="205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" name="Rectangle 6"/>
            <p:cNvSpPr>
              <a:spLocks noChangeArrowheads="1"/>
            </p:cNvSpPr>
            <p:nvPr>
              <p:custDataLst>
                <p:tags r:id="rId4"/>
              </p:custDataLst>
            </p:nvPr>
          </p:nvSpPr>
          <p:spPr bwMode="auto">
            <a:xfrm>
              <a:off x="2562" y="1039"/>
              <a:ext cx="532" cy="205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" name="Rectangle 7"/>
            <p:cNvSpPr>
              <a:spLocks noChangeArrowheads="1"/>
            </p:cNvSpPr>
            <p:nvPr>
              <p:custDataLst>
                <p:tags r:id="rId5"/>
              </p:custDataLst>
            </p:nvPr>
          </p:nvSpPr>
          <p:spPr bwMode="auto">
            <a:xfrm>
              <a:off x="2226" y="1913"/>
              <a:ext cx="532" cy="204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" name="Rectangle 8"/>
            <p:cNvSpPr>
              <a:spLocks noChangeArrowheads="1"/>
            </p:cNvSpPr>
            <p:nvPr>
              <p:custDataLst>
                <p:tags r:id="rId6"/>
              </p:custDataLst>
            </p:nvPr>
          </p:nvSpPr>
          <p:spPr bwMode="auto">
            <a:xfrm>
              <a:off x="2181" y="639"/>
              <a:ext cx="623" cy="188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3" name="Group 9"/>
          <p:cNvGrpSpPr/>
          <p:nvPr/>
        </p:nvGrpSpPr>
        <p:grpSpPr bwMode="auto">
          <a:xfrm>
            <a:off x="4406900" y="819150"/>
            <a:ext cx="2016125" cy="2239963"/>
            <a:chOff x="3204" y="2595"/>
            <a:chExt cx="1270" cy="1411"/>
          </a:xfrm>
        </p:grpSpPr>
        <p:sp>
          <p:nvSpPr>
            <p:cNvPr id="14" name="Rectangle 10"/>
            <p:cNvSpPr>
              <a:spLocks noChangeArrowheads="1"/>
            </p:cNvSpPr>
            <p:nvPr>
              <p:custDataLst>
                <p:tags r:id="rId7"/>
              </p:custDataLst>
            </p:nvPr>
          </p:nvSpPr>
          <p:spPr bwMode="auto">
            <a:xfrm>
              <a:off x="3884" y="3193"/>
              <a:ext cx="590" cy="428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" name="Rectangle 11"/>
            <p:cNvSpPr>
              <a:spLocks noChangeArrowheads="1"/>
            </p:cNvSpPr>
            <p:nvPr>
              <p:custDataLst>
                <p:tags r:id="rId8"/>
              </p:custDataLst>
            </p:nvPr>
          </p:nvSpPr>
          <p:spPr bwMode="auto">
            <a:xfrm>
              <a:off x="3288" y="2595"/>
              <a:ext cx="806" cy="188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" name="Rectangle 12"/>
            <p:cNvSpPr>
              <a:spLocks noChangeArrowheads="1"/>
            </p:cNvSpPr>
            <p:nvPr>
              <p:custDataLst>
                <p:tags r:id="rId9"/>
              </p:custDataLst>
            </p:nvPr>
          </p:nvSpPr>
          <p:spPr bwMode="auto">
            <a:xfrm>
              <a:off x="3204" y="3069"/>
              <a:ext cx="590" cy="183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" name="Rectangle 13"/>
            <p:cNvSpPr>
              <a:spLocks noChangeArrowheads="1"/>
            </p:cNvSpPr>
            <p:nvPr>
              <p:custDataLst>
                <p:tags r:id="rId10"/>
              </p:custDataLst>
            </p:nvPr>
          </p:nvSpPr>
          <p:spPr bwMode="auto">
            <a:xfrm>
              <a:off x="3390" y="3823"/>
              <a:ext cx="664" cy="183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8" name="Text Box 17"/>
          <p:cNvSpPr txBox="1">
            <a:spLocks noChangeArrowheads="1"/>
          </p:cNvSpPr>
          <p:nvPr>
            <p:custDataLst>
              <p:tags r:id="rId11"/>
            </p:custDataLst>
          </p:nvPr>
        </p:nvSpPr>
        <p:spPr bwMode="auto">
          <a:xfrm>
            <a:off x="1011238" y="1400175"/>
            <a:ext cx="4248150" cy="4603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normAutofit fontScale="90000"/>
          </a:bodyPr>
          <a:lstStyle/>
          <a:p>
            <a:pPr>
              <a:spcBef>
                <a:spcPct val="0"/>
              </a:spcBef>
            </a:pPr>
            <a:r>
              <a:rPr lang="zh-CN" altLang="en-US" sz="2400" dirty="0">
                <a:solidFill>
                  <a:schemeClr val="tx1"/>
                </a:solidFill>
                <a:latin typeface="+mn-lt"/>
                <a:ea typeface="+mn-ea"/>
              </a:rPr>
              <a:t>按 字节 寻址</a:t>
            </a:r>
            <a:endParaRPr lang="zh-CN" altLang="en-US" sz="2400" dirty="0">
              <a:solidFill>
                <a:schemeClr val="tx1"/>
              </a:solidFill>
              <a:latin typeface="+mn-lt"/>
              <a:ea typeface="+mn-ea"/>
            </a:endParaRPr>
          </a:p>
        </p:txBody>
      </p:sp>
      <p:sp>
        <p:nvSpPr>
          <p:cNvPr id="19" name="Text Box 18"/>
          <p:cNvSpPr txBox="1">
            <a:spLocks noChangeArrowheads="1"/>
          </p:cNvSpPr>
          <p:nvPr>
            <p:custDataLst>
              <p:tags r:id="rId12"/>
            </p:custDataLst>
          </p:nvPr>
        </p:nvSpPr>
        <p:spPr bwMode="auto">
          <a:xfrm>
            <a:off x="1011238" y="1933575"/>
            <a:ext cx="3889375" cy="4603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normAutofit fontScale="90000"/>
          </a:bodyPr>
          <a:lstStyle/>
          <a:p>
            <a:pPr>
              <a:spcBef>
                <a:spcPct val="0"/>
              </a:spcBef>
            </a:pPr>
            <a:r>
              <a:rPr lang="zh-CN" altLang="en-US" sz="2400">
                <a:solidFill>
                  <a:schemeClr val="tx1"/>
                </a:solidFill>
                <a:latin typeface="+mn-lt"/>
                <a:ea typeface="+mn-ea"/>
              </a:rPr>
              <a:t>按 字（</a:t>
            </a:r>
            <a:r>
              <a:rPr lang="en-US" altLang="zh-CN" sz="2400">
                <a:solidFill>
                  <a:schemeClr val="tx1"/>
                </a:solidFill>
                <a:latin typeface="+mn-lt"/>
                <a:ea typeface="+mn-ea"/>
              </a:rPr>
              <a:t>16</a:t>
            </a:r>
            <a:r>
              <a:rPr lang="zh-CN" altLang="en-US" sz="2400">
                <a:solidFill>
                  <a:schemeClr val="tx1"/>
                </a:solidFill>
                <a:latin typeface="+mn-lt"/>
                <a:ea typeface="+mn-ea"/>
              </a:rPr>
              <a:t>位）寻址</a:t>
            </a:r>
            <a:endParaRPr lang="zh-CN" altLang="en-US" sz="2400">
              <a:solidFill>
                <a:schemeClr val="tx1"/>
              </a:solidFill>
              <a:latin typeface="+mn-lt"/>
              <a:ea typeface="+mn-ea"/>
            </a:endParaRPr>
          </a:p>
        </p:txBody>
      </p:sp>
      <p:sp>
        <p:nvSpPr>
          <p:cNvPr id="20" name="Text Box 19"/>
          <p:cNvSpPr txBox="1">
            <a:spLocks noChangeArrowheads="1"/>
          </p:cNvSpPr>
          <p:nvPr>
            <p:custDataLst>
              <p:tags r:id="rId13"/>
            </p:custDataLst>
          </p:nvPr>
        </p:nvSpPr>
        <p:spPr bwMode="auto">
          <a:xfrm>
            <a:off x="1011238" y="2465388"/>
            <a:ext cx="5400675" cy="4603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normAutofit fontScale="90000"/>
          </a:bodyPr>
          <a:lstStyle/>
          <a:p>
            <a:pPr>
              <a:spcBef>
                <a:spcPct val="0"/>
              </a:spcBef>
            </a:pPr>
            <a:r>
              <a:rPr lang="zh-CN" altLang="en-US" sz="2400">
                <a:solidFill>
                  <a:schemeClr val="tx1"/>
                </a:solidFill>
                <a:latin typeface="+mn-lt"/>
                <a:ea typeface="+mn-ea"/>
              </a:rPr>
              <a:t>按 字 （</a:t>
            </a:r>
            <a:r>
              <a:rPr lang="en-US" altLang="zh-CN" sz="2400">
                <a:solidFill>
                  <a:schemeClr val="tx1"/>
                </a:solidFill>
                <a:latin typeface="+mn-lt"/>
                <a:ea typeface="+mn-ea"/>
              </a:rPr>
              <a:t>32</a:t>
            </a:r>
            <a:r>
              <a:rPr lang="zh-CN" altLang="en-US" sz="2400">
                <a:solidFill>
                  <a:schemeClr val="tx1"/>
                </a:solidFill>
                <a:latin typeface="+mn-lt"/>
                <a:ea typeface="+mn-ea"/>
              </a:rPr>
              <a:t>位）寻址</a:t>
            </a:r>
            <a:endParaRPr lang="zh-CN" altLang="en-US" sz="2400">
              <a:solidFill>
                <a:schemeClr val="tx1"/>
              </a:solidFill>
              <a:latin typeface="+mn-lt"/>
              <a:ea typeface="+mn-ea"/>
            </a:endParaRPr>
          </a:p>
        </p:txBody>
      </p:sp>
      <p:sp>
        <p:nvSpPr>
          <p:cNvPr id="21" name="Text Box 20"/>
          <p:cNvSpPr txBox="1">
            <a:spLocks noChangeArrowheads="1"/>
          </p:cNvSpPr>
          <p:nvPr>
            <p:custDataLst>
              <p:tags r:id="rId14"/>
            </p:custDataLst>
          </p:nvPr>
        </p:nvSpPr>
        <p:spPr bwMode="auto">
          <a:xfrm>
            <a:off x="4468813" y="1400175"/>
            <a:ext cx="2209800" cy="4603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normAutofit fontScale="90000"/>
          </a:bodyPr>
          <a:lstStyle/>
          <a:p>
            <a:pPr>
              <a:spcBef>
                <a:spcPct val="50000"/>
              </a:spcBef>
            </a:pPr>
            <a:r>
              <a:rPr lang="zh-CN" altLang="en-US" sz="2400">
                <a:solidFill>
                  <a:schemeClr val="folHlink"/>
                </a:solidFill>
                <a:latin typeface="+mn-lt"/>
                <a:ea typeface="+mn-ea"/>
              </a:rPr>
              <a:t>2</a:t>
            </a:r>
            <a:r>
              <a:rPr lang="zh-CN" altLang="en-US" sz="2400" baseline="45000">
                <a:solidFill>
                  <a:schemeClr val="folHlink"/>
                </a:solidFill>
                <a:latin typeface="+mn-lt"/>
                <a:ea typeface="+mn-ea"/>
              </a:rPr>
              <a:t>24</a:t>
            </a:r>
            <a:r>
              <a:rPr lang="zh-CN" altLang="en-US" sz="2400">
                <a:solidFill>
                  <a:schemeClr val="folHlink"/>
                </a:solidFill>
                <a:latin typeface="+mn-lt"/>
                <a:ea typeface="+mn-ea"/>
              </a:rPr>
              <a:t>= 16 </a:t>
            </a:r>
            <a:r>
              <a:rPr lang="en-US" altLang="zh-CN" sz="2400">
                <a:solidFill>
                  <a:schemeClr val="folHlink"/>
                </a:solidFill>
                <a:latin typeface="+mn-lt"/>
                <a:ea typeface="+mn-ea"/>
              </a:rPr>
              <a:t>M</a:t>
            </a:r>
            <a:endParaRPr lang="en-US" altLang="zh-CN" sz="2400">
              <a:solidFill>
                <a:schemeClr val="folHlink"/>
              </a:solidFill>
              <a:latin typeface="+mn-lt"/>
              <a:ea typeface="+mn-ea"/>
            </a:endParaRPr>
          </a:p>
        </p:txBody>
      </p:sp>
      <p:sp>
        <p:nvSpPr>
          <p:cNvPr id="22" name="Text Box 21"/>
          <p:cNvSpPr txBox="1">
            <a:spLocks noChangeArrowheads="1"/>
          </p:cNvSpPr>
          <p:nvPr>
            <p:custDataLst>
              <p:tags r:id="rId15"/>
            </p:custDataLst>
          </p:nvPr>
        </p:nvSpPr>
        <p:spPr bwMode="auto">
          <a:xfrm>
            <a:off x="4468813" y="1933575"/>
            <a:ext cx="2992437" cy="4603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normAutofit fontScale="90000"/>
          </a:bodyPr>
          <a:lstStyle/>
          <a:p>
            <a:pPr>
              <a:spcBef>
                <a:spcPct val="0"/>
              </a:spcBef>
            </a:pPr>
            <a:r>
              <a:rPr lang="en-US" altLang="zh-CN" sz="2400" b="0">
                <a:solidFill>
                  <a:schemeClr val="folHlink"/>
                </a:solidFill>
                <a:latin typeface="+mn-lt"/>
                <a:ea typeface="+mn-ea"/>
              </a:rPr>
              <a:t>2</a:t>
            </a:r>
            <a:r>
              <a:rPr lang="en-US" altLang="zh-CN" sz="2400" baseline="45000">
                <a:solidFill>
                  <a:schemeClr val="folHlink"/>
                </a:solidFill>
                <a:latin typeface="+mn-lt"/>
                <a:ea typeface="+mn-ea"/>
              </a:rPr>
              <a:t>23</a:t>
            </a:r>
            <a:r>
              <a:rPr lang="en-US" altLang="zh-CN" sz="800" baseline="30000">
                <a:solidFill>
                  <a:schemeClr val="folHlink"/>
                </a:solidFill>
                <a:latin typeface="+mn-lt"/>
                <a:ea typeface="+mn-ea"/>
              </a:rPr>
              <a:t>  </a:t>
            </a:r>
            <a:r>
              <a:rPr lang="en-US" altLang="zh-CN" sz="2400">
                <a:solidFill>
                  <a:schemeClr val="folHlink"/>
                </a:solidFill>
                <a:latin typeface="+mn-lt"/>
                <a:ea typeface="+mn-ea"/>
              </a:rPr>
              <a:t>= 8 M</a:t>
            </a:r>
            <a:endParaRPr lang="en-US" altLang="zh-CN" sz="2400">
              <a:solidFill>
                <a:schemeClr val="folHlink"/>
              </a:solidFill>
              <a:latin typeface="+mn-lt"/>
              <a:ea typeface="+mn-ea"/>
            </a:endParaRPr>
          </a:p>
        </p:txBody>
      </p:sp>
      <p:sp>
        <p:nvSpPr>
          <p:cNvPr id="23" name="Text Box 24"/>
          <p:cNvSpPr txBox="1">
            <a:spLocks noChangeArrowheads="1"/>
          </p:cNvSpPr>
          <p:nvPr>
            <p:custDataLst>
              <p:tags r:id="rId16"/>
            </p:custDataLst>
          </p:nvPr>
        </p:nvSpPr>
        <p:spPr bwMode="auto">
          <a:xfrm>
            <a:off x="4468813" y="2540000"/>
            <a:ext cx="2992437" cy="4603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normAutofit fontScale="90000"/>
          </a:bodyPr>
          <a:lstStyle/>
          <a:p>
            <a:pPr>
              <a:spcBef>
                <a:spcPct val="0"/>
              </a:spcBef>
            </a:pPr>
            <a:r>
              <a:rPr lang="en-US" altLang="zh-CN" sz="2400" b="0">
                <a:solidFill>
                  <a:schemeClr val="folHlink"/>
                </a:solidFill>
                <a:latin typeface="+mn-lt"/>
                <a:ea typeface="+mn-ea"/>
              </a:rPr>
              <a:t>2</a:t>
            </a:r>
            <a:r>
              <a:rPr lang="en-US" altLang="zh-CN" sz="2400" baseline="45000">
                <a:solidFill>
                  <a:schemeClr val="folHlink"/>
                </a:solidFill>
                <a:latin typeface="+mn-lt"/>
                <a:ea typeface="+mn-ea"/>
              </a:rPr>
              <a:t>22</a:t>
            </a:r>
            <a:r>
              <a:rPr lang="en-US" altLang="zh-CN" sz="800" baseline="30000">
                <a:solidFill>
                  <a:schemeClr val="folHlink"/>
                </a:solidFill>
                <a:latin typeface="+mn-lt"/>
                <a:ea typeface="+mn-ea"/>
              </a:rPr>
              <a:t>  </a:t>
            </a:r>
            <a:r>
              <a:rPr lang="en-US" altLang="zh-CN" sz="2400">
                <a:solidFill>
                  <a:schemeClr val="folHlink"/>
                </a:solidFill>
                <a:latin typeface="+mn-lt"/>
                <a:ea typeface="+mn-ea"/>
              </a:rPr>
              <a:t>= 4 M</a:t>
            </a:r>
            <a:endParaRPr lang="en-US" altLang="zh-CN" sz="2400">
              <a:solidFill>
                <a:schemeClr val="folHlink"/>
              </a:solidFill>
              <a:latin typeface="+mn-lt"/>
              <a:ea typeface="+mn-ea"/>
            </a:endParaRPr>
          </a:p>
        </p:txBody>
      </p:sp>
      <p:sp>
        <p:nvSpPr>
          <p:cNvPr id="24" name="Text Box 25"/>
          <p:cNvSpPr txBox="1">
            <a:spLocks noChangeArrowheads="1"/>
          </p:cNvSpPr>
          <p:nvPr>
            <p:custDataLst>
              <p:tags r:id="rId17"/>
            </p:custDataLst>
          </p:nvPr>
        </p:nvSpPr>
        <p:spPr bwMode="auto">
          <a:xfrm>
            <a:off x="4406583" y="908368"/>
            <a:ext cx="2089150" cy="4603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normAutofit fontScale="90000"/>
          </a:bodyPr>
          <a:lstStyle/>
          <a:p>
            <a:pPr>
              <a:spcBef>
                <a:spcPct val="0"/>
              </a:spcBef>
            </a:pPr>
            <a:r>
              <a:rPr lang="zh-CN" altLang="en-US" sz="2400">
                <a:solidFill>
                  <a:schemeClr val="tx1"/>
                </a:solidFill>
                <a:latin typeface="+mn-lt"/>
                <a:ea typeface="+mn-ea"/>
              </a:rPr>
              <a:t>寻址范围</a:t>
            </a:r>
            <a:endParaRPr lang="zh-CN" altLang="en-US" sz="2400">
              <a:solidFill>
                <a:schemeClr val="tx1"/>
              </a:solidFill>
              <a:latin typeface="+mn-lt"/>
              <a:ea typeface="+mn-ea"/>
            </a:endParaRPr>
          </a:p>
        </p:txBody>
      </p:sp>
      <p:sp>
        <p:nvSpPr>
          <p:cNvPr id="25" name="Text Box 26"/>
          <p:cNvSpPr txBox="1">
            <a:spLocks noChangeArrowheads="1"/>
          </p:cNvSpPr>
          <p:nvPr>
            <p:custDataLst>
              <p:tags r:id="rId18"/>
            </p:custDataLst>
          </p:nvPr>
        </p:nvSpPr>
        <p:spPr bwMode="auto">
          <a:xfrm>
            <a:off x="7132638" y="908368"/>
            <a:ext cx="2089150" cy="4603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normAutofit fontScale="90000"/>
          </a:bodyPr>
          <a:lstStyle/>
          <a:p>
            <a:pPr>
              <a:spcBef>
                <a:spcPct val="0"/>
              </a:spcBef>
            </a:pPr>
            <a:r>
              <a:rPr lang="zh-CN" altLang="en-US" sz="2400">
                <a:solidFill>
                  <a:schemeClr val="tx1"/>
                </a:solidFill>
                <a:latin typeface="+mn-lt"/>
                <a:ea typeface="+mn-ea"/>
              </a:rPr>
              <a:t>容量</a:t>
            </a:r>
            <a:endParaRPr lang="zh-CN" altLang="en-US" sz="2400">
              <a:solidFill>
                <a:schemeClr val="tx1"/>
              </a:solidFill>
              <a:latin typeface="+mn-lt"/>
              <a:ea typeface="+mn-ea"/>
            </a:endParaRPr>
          </a:p>
        </p:txBody>
      </p:sp>
      <p:sp>
        <p:nvSpPr>
          <p:cNvPr id="26" name="Text Box 27"/>
          <p:cNvSpPr txBox="1">
            <a:spLocks noChangeArrowheads="1"/>
          </p:cNvSpPr>
          <p:nvPr>
            <p:custDataLst>
              <p:tags r:id="rId19"/>
            </p:custDataLst>
          </p:nvPr>
        </p:nvSpPr>
        <p:spPr bwMode="auto">
          <a:xfrm>
            <a:off x="6661150" y="1400175"/>
            <a:ext cx="2592388" cy="4603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normAutofit fontScale="90000"/>
          </a:bodyPr>
          <a:lstStyle/>
          <a:p>
            <a:pPr>
              <a:spcBef>
                <a:spcPct val="50000"/>
              </a:spcBef>
            </a:pPr>
            <a:r>
              <a:rPr lang="zh-CN" altLang="en-US" sz="2400">
                <a:solidFill>
                  <a:schemeClr val="folHlink"/>
                </a:solidFill>
                <a:latin typeface="+mn-lt"/>
                <a:ea typeface="+mn-ea"/>
              </a:rPr>
              <a:t>2</a:t>
            </a:r>
            <a:r>
              <a:rPr lang="zh-CN" altLang="en-US" sz="2400" baseline="45000">
                <a:solidFill>
                  <a:schemeClr val="folHlink"/>
                </a:solidFill>
                <a:latin typeface="+mn-lt"/>
                <a:ea typeface="+mn-ea"/>
              </a:rPr>
              <a:t>24</a:t>
            </a:r>
            <a:r>
              <a:rPr lang="zh-CN" altLang="en-US" sz="800" baseline="45000">
                <a:solidFill>
                  <a:schemeClr val="folHlink"/>
                </a:solidFill>
                <a:latin typeface="+mn-lt"/>
                <a:ea typeface="+mn-ea"/>
              </a:rPr>
              <a:t>  </a:t>
            </a:r>
            <a:r>
              <a:rPr lang="en-US" altLang="zh-CN" sz="1600">
                <a:solidFill>
                  <a:schemeClr val="folHlink"/>
                </a:solidFill>
                <a:latin typeface="+mn-lt"/>
                <a:ea typeface="+mn-ea"/>
              </a:rPr>
              <a:t>×</a:t>
            </a:r>
            <a:r>
              <a:rPr lang="en-US" altLang="zh-CN" sz="800">
                <a:solidFill>
                  <a:schemeClr val="folHlink"/>
                </a:solidFill>
                <a:latin typeface="+mn-lt"/>
                <a:ea typeface="+mn-ea"/>
              </a:rPr>
              <a:t> </a:t>
            </a:r>
            <a:r>
              <a:rPr lang="zh-CN" altLang="en-US" sz="800">
                <a:solidFill>
                  <a:schemeClr val="folHlink"/>
                </a:solidFill>
                <a:latin typeface="+mn-lt"/>
                <a:ea typeface="+mn-ea"/>
              </a:rPr>
              <a:t>　　　　</a:t>
            </a:r>
            <a:r>
              <a:rPr lang="en-US" altLang="zh-CN" sz="2400">
                <a:solidFill>
                  <a:schemeClr val="folHlink"/>
                </a:solidFill>
                <a:latin typeface="+mn-lt"/>
                <a:ea typeface="+mn-ea"/>
              </a:rPr>
              <a:t>= 2</a:t>
            </a:r>
            <a:r>
              <a:rPr lang="en-US" altLang="zh-CN" sz="2400" baseline="45000">
                <a:solidFill>
                  <a:schemeClr val="folHlink"/>
                </a:solidFill>
                <a:latin typeface="+mn-lt"/>
                <a:ea typeface="+mn-ea"/>
              </a:rPr>
              <a:t>27</a:t>
            </a:r>
            <a:r>
              <a:rPr lang="zh-CN" altLang="en-US" sz="2400">
                <a:solidFill>
                  <a:schemeClr val="folHlink"/>
                </a:solidFill>
                <a:latin typeface="+mn-lt"/>
                <a:ea typeface="+mn-ea"/>
              </a:rPr>
              <a:t>位 </a:t>
            </a:r>
            <a:endParaRPr lang="zh-CN" altLang="en-US" sz="2400">
              <a:solidFill>
                <a:schemeClr val="folHlink"/>
              </a:solidFill>
              <a:latin typeface="+mn-lt"/>
              <a:ea typeface="+mn-ea"/>
            </a:endParaRPr>
          </a:p>
        </p:txBody>
      </p:sp>
      <p:sp>
        <p:nvSpPr>
          <p:cNvPr id="27" name="Text Box 28"/>
          <p:cNvSpPr txBox="1">
            <a:spLocks noChangeArrowheads="1"/>
          </p:cNvSpPr>
          <p:nvPr>
            <p:custDataLst>
              <p:tags r:id="rId20"/>
            </p:custDataLst>
          </p:nvPr>
        </p:nvSpPr>
        <p:spPr bwMode="auto">
          <a:xfrm>
            <a:off x="6661150" y="1933575"/>
            <a:ext cx="2992438" cy="4603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normAutofit fontScale="90000"/>
          </a:bodyPr>
          <a:lstStyle/>
          <a:p>
            <a:pPr>
              <a:spcBef>
                <a:spcPct val="0"/>
              </a:spcBef>
            </a:pPr>
            <a:r>
              <a:rPr lang="en-US" altLang="en-US" sz="2400">
                <a:solidFill>
                  <a:schemeClr val="folHlink"/>
                </a:solidFill>
                <a:latin typeface="+mn-lt"/>
                <a:ea typeface="+mn-ea"/>
              </a:rPr>
              <a:t>2</a:t>
            </a:r>
            <a:r>
              <a:rPr lang="en-US" altLang="en-US" sz="2400" baseline="45000">
                <a:solidFill>
                  <a:schemeClr val="folHlink"/>
                </a:solidFill>
                <a:latin typeface="+mn-lt"/>
                <a:ea typeface="+mn-ea"/>
              </a:rPr>
              <a:t>2</a:t>
            </a:r>
            <a:r>
              <a:rPr lang="en-US" altLang="zh-CN" sz="2400" baseline="45000">
                <a:solidFill>
                  <a:schemeClr val="folHlink"/>
                </a:solidFill>
                <a:latin typeface="+mn-lt"/>
                <a:ea typeface="+mn-ea"/>
              </a:rPr>
              <a:t>3</a:t>
            </a:r>
            <a:r>
              <a:rPr lang="en-US" altLang="en-US" sz="2400">
                <a:solidFill>
                  <a:schemeClr val="folHlink"/>
                </a:solidFill>
                <a:latin typeface="+mn-lt"/>
                <a:ea typeface="+mn-ea"/>
              </a:rPr>
              <a:t> </a:t>
            </a:r>
            <a:r>
              <a:rPr lang="en-US" altLang="en-US" sz="1600">
                <a:solidFill>
                  <a:schemeClr val="folHlink"/>
                </a:solidFill>
                <a:latin typeface="+mn-lt"/>
                <a:ea typeface="+mn-ea"/>
              </a:rPr>
              <a:t>×</a:t>
            </a:r>
            <a:r>
              <a:rPr lang="en-US" altLang="en-US" sz="2400">
                <a:solidFill>
                  <a:schemeClr val="folHlink"/>
                </a:solidFill>
                <a:latin typeface="+mn-lt"/>
                <a:ea typeface="+mn-ea"/>
              </a:rPr>
              <a:t> </a:t>
            </a:r>
            <a:r>
              <a:rPr lang="en-US" altLang="zh-CN" sz="2400">
                <a:solidFill>
                  <a:schemeClr val="folHlink"/>
                </a:solidFill>
                <a:latin typeface="+mn-lt"/>
                <a:ea typeface="+mn-ea"/>
              </a:rPr>
              <a:t>　</a:t>
            </a:r>
            <a:r>
              <a:rPr lang="en-US" altLang="en-US" sz="2400">
                <a:solidFill>
                  <a:schemeClr val="folHlink"/>
                </a:solidFill>
                <a:latin typeface="+mn-lt"/>
                <a:ea typeface="+mn-ea"/>
              </a:rPr>
              <a:t>= 2</a:t>
            </a:r>
            <a:r>
              <a:rPr lang="en-US" altLang="en-US" sz="2400" baseline="45000">
                <a:solidFill>
                  <a:schemeClr val="folHlink"/>
                </a:solidFill>
                <a:latin typeface="+mn-lt"/>
                <a:ea typeface="+mn-ea"/>
              </a:rPr>
              <a:t>27</a:t>
            </a:r>
            <a:r>
              <a:rPr lang="en-US" altLang="en-US" sz="2400">
                <a:solidFill>
                  <a:schemeClr val="folHlink"/>
                </a:solidFill>
                <a:latin typeface="+mn-lt"/>
                <a:ea typeface="+mn-ea"/>
              </a:rPr>
              <a:t>位 </a:t>
            </a:r>
            <a:endParaRPr lang="en-US" altLang="en-US" sz="2400">
              <a:solidFill>
                <a:schemeClr val="folHlink"/>
              </a:solidFill>
              <a:latin typeface="+mn-lt"/>
              <a:ea typeface="+mn-ea"/>
            </a:endParaRPr>
          </a:p>
        </p:txBody>
      </p:sp>
      <p:sp>
        <p:nvSpPr>
          <p:cNvPr id="28" name="Text Box 29"/>
          <p:cNvSpPr txBox="1">
            <a:spLocks noChangeArrowheads="1"/>
          </p:cNvSpPr>
          <p:nvPr>
            <p:custDataLst>
              <p:tags r:id="rId21"/>
            </p:custDataLst>
          </p:nvPr>
        </p:nvSpPr>
        <p:spPr bwMode="auto">
          <a:xfrm>
            <a:off x="6661150" y="2540000"/>
            <a:ext cx="2992438" cy="4603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normAutofit fontScale="90000"/>
          </a:bodyPr>
          <a:lstStyle/>
          <a:p>
            <a:pPr>
              <a:spcBef>
                <a:spcPct val="0"/>
              </a:spcBef>
            </a:pPr>
            <a:r>
              <a:rPr lang="en-US" altLang="en-US" sz="2400">
                <a:solidFill>
                  <a:schemeClr val="folHlink"/>
                </a:solidFill>
                <a:latin typeface="+mn-lt"/>
                <a:ea typeface="+mn-ea"/>
              </a:rPr>
              <a:t>2</a:t>
            </a:r>
            <a:r>
              <a:rPr lang="en-US" altLang="en-US" sz="2400" baseline="45000">
                <a:solidFill>
                  <a:schemeClr val="folHlink"/>
                </a:solidFill>
                <a:latin typeface="+mn-lt"/>
                <a:ea typeface="+mn-ea"/>
              </a:rPr>
              <a:t>2</a:t>
            </a:r>
            <a:r>
              <a:rPr lang="en-US" altLang="zh-CN" sz="2400" baseline="45000">
                <a:solidFill>
                  <a:schemeClr val="folHlink"/>
                </a:solidFill>
                <a:latin typeface="+mn-lt"/>
                <a:ea typeface="+mn-ea"/>
              </a:rPr>
              <a:t>2</a:t>
            </a:r>
            <a:r>
              <a:rPr lang="en-US" altLang="en-US" sz="2400">
                <a:solidFill>
                  <a:schemeClr val="folHlink"/>
                </a:solidFill>
                <a:latin typeface="+mn-lt"/>
                <a:ea typeface="+mn-ea"/>
              </a:rPr>
              <a:t> </a:t>
            </a:r>
            <a:r>
              <a:rPr lang="en-US" altLang="en-US" sz="1600">
                <a:solidFill>
                  <a:schemeClr val="folHlink"/>
                </a:solidFill>
                <a:latin typeface="+mn-lt"/>
                <a:ea typeface="+mn-ea"/>
              </a:rPr>
              <a:t>×</a:t>
            </a:r>
            <a:r>
              <a:rPr lang="en-US" altLang="en-US" sz="2400">
                <a:solidFill>
                  <a:schemeClr val="folHlink"/>
                </a:solidFill>
                <a:latin typeface="+mn-lt"/>
                <a:ea typeface="+mn-ea"/>
              </a:rPr>
              <a:t> </a:t>
            </a:r>
            <a:r>
              <a:rPr lang="en-US" altLang="zh-CN" sz="900">
                <a:solidFill>
                  <a:schemeClr val="folHlink"/>
                </a:solidFill>
                <a:latin typeface="+mn-lt"/>
                <a:ea typeface="+mn-ea"/>
              </a:rPr>
              <a:t>　</a:t>
            </a:r>
            <a:r>
              <a:rPr lang="zh-CN" altLang="en-US" sz="900">
                <a:solidFill>
                  <a:schemeClr val="folHlink"/>
                </a:solidFill>
                <a:latin typeface="+mn-lt"/>
                <a:ea typeface="+mn-ea"/>
              </a:rPr>
              <a:t>　</a:t>
            </a:r>
            <a:r>
              <a:rPr lang="en-US" altLang="en-US" sz="2400">
                <a:solidFill>
                  <a:schemeClr val="folHlink"/>
                </a:solidFill>
                <a:latin typeface="+mn-lt"/>
                <a:ea typeface="+mn-ea"/>
              </a:rPr>
              <a:t> = 2</a:t>
            </a:r>
            <a:r>
              <a:rPr lang="en-US" altLang="en-US" sz="2400" baseline="45000">
                <a:solidFill>
                  <a:schemeClr val="folHlink"/>
                </a:solidFill>
                <a:latin typeface="+mn-lt"/>
                <a:ea typeface="+mn-ea"/>
              </a:rPr>
              <a:t>27</a:t>
            </a:r>
            <a:r>
              <a:rPr lang="en-US" altLang="en-US" sz="2400">
                <a:solidFill>
                  <a:schemeClr val="folHlink"/>
                </a:solidFill>
                <a:latin typeface="+mn-lt"/>
                <a:ea typeface="+mn-ea"/>
              </a:rPr>
              <a:t>位 </a:t>
            </a:r>
            <a:endParaRPr lang="en-US" altLang="en-US" sz="2400">
              <a:solidFill>
                <a:schemeClr val="folHlink"/>
              </a:solidFill>
              <a:latin typeface="+mn-lt"/>
              <a:ea typeface="+mn-ea"/>
            </a:endParaRPr>
          </a:p>
        </p:txBody>
      </p:sp>
      <p:sp>
        <p:nvSpPr>
          <p:cNvPr id="29" name="Text Box 30"/>
          <p:cNvSpPr txBox="1">
            <a:spLocks noChangeArrowheads="1"/>
          </p:cNvSpPr>
          <p:nvPr>
            <p:custDataLst>
              <p:tags r:id="rId22"/>
            </p:custDataLst>
          </p:nvPr>
        </p:nvSpPr>
        <p:spPr bwMode="auto">
          <a:xfrm>
            <a:off x="1011238" y="3644900"/>
            <a:ext cx="1730375" cy="4603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normAutofit fontScale="90000"/>
          </a:bodyPr>
          <a:lstStyle/>
          <a:p>
            <a:pPr>
              <a:spcBef>
                <a:spcPct val="0"/>
              </a:spcBef>
            </a:pPr>
            <a:r>
              <a:rPr lang="zh-CN" altLang="en-US" sz="2400">
                <a:solidFill>
                  <a:schemeClr val="folHlink"/>
                </a:solidFill>
                <a:latin typeface="+mj-lt"/>
                <a:ea typeface="+mj-ea"/>
              </a:rPr>
              <a:t>字节 寻址</a:t>
            </a:r>
            <a:endParaRPr lang="zh-CN" altLang="en-US" sz="2400">
              <a:solidFill>
                <a:schemeClr val="folHlink"/>
              </a:solidFill>
              <a:latin typeface="+mj-lt"/>
              <a:ea typeface="+mj-ea"/>
            </a:endParaRPr>
          </a:p>
        </p:txBody>
      </p:sp>
      <p:sp>
        <p:nvSpPr>
          <p:cNvPr id="30" name="Text Box 31"/>
          <p:cNvSpPr txBox="1">
            <a:spLocks noChangeArrowheads="1"/>
          </p:cNvSpPr>
          <p:nvPr>
            <p:custDataLst>
              <p:tags r:id="rId23"/>
            </p:custDataLst>
          </p:nvPr>
        </p:nvSpPr>
        <p:spPr bwMode="auto">
          <a:xfrm>
            <a:off x="1011238" y="4627563"/>
            <a:ext cx="2665412" cy="4603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normAutofit fontScale="90000"/>
          </a:bodyPr>
          <a:lstStyle/>
          <a:p>
            <a:pPr>
              <a:spcBef>
                <a:spcPct val="0"/>
              </a:spcBef>
            </a:pPr>
            <a:r>
              <a:rPr lang="zh-CN" altLang="en-US" sz="2400">
                <a:solidFill>
                  <a:schemeClr val="folHlink"/>
                </a:solidFill>
                <a:latin typeface="+mn-lt"/>
                <a:ea typeface="+mn-ea"/>
              </a:rPr>
              <a:t>字（</a:t>
            </a:r>
            <a:r>
              <a:rPr lang="en-US" altLang="zh-CN" sz="2400">
                <a:solidFill>
                  <a:schemeClr val="folHlink"/>
                </a:solidFill>
                <a:latin typeface="+mn-lt"/>
                <a:ea typeface="+mn-ea"/>
              </a:rPr>
              <a:t>16</a:t>
            </a:r>
            <a:r>
              <a:rPr lang="zh-CN" altLang="en-US" sz="2400">
                <a:solidFill>
                  <a:schemeClr val="folHlink"/>
                </a:solidFill>
                <a:latin typeface="+mn-lt"/>
                <a:ea typeface="+mn-ea"/>
              </a:rPr>
              <a:t>位）寻址</a:t>
            </a:r>
            <a:endParaRPr lang="zh-CN" altLang="en-US" sz="2400">
              <a:solidFill>
                <a:schemeClr val="folHlink"/>
              </a:solidFill>
              <a:latin typeface="+mn-lt"/>
              <a:ea typeface="+mn-ea"/>
            </a:endParaRPr>
          </a:p>
        </p:txBody>
      </p:sp>
      <p:sp>
        <p:nvSpPr>
          <p:cNvPr id="31" name="Text Box 32"/>
          <p:cNvSpPr txBox="1">
            <a:spLocks noChangeArrowheads="1"/>
          </p:cNvSpPr>
          <p:nvPr>
            <p:custDataLst>
              <p:tags r:id="rId24"/>
            </p:custDataLst>
          </p:nvPr>
        </p:nvSpPr>
        <p:spPr bwMode="auto">
          <a:xfrm>
            <a:off x="1011238" y="5708650"/>
            <a:ext cx="2738437" cy="4603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normAutofit fontScale="90000"/>
          </a:bodyPr>
          <a:lstStyle/>
          <a:p>
            <a:pPr>
              <a:spcBef>
                <a:spcPct val="0"/>
              </a:spcBef>
            </a:pPr>
            <a:r>
              <a:rPr lang="zh-CN" altLang="en-US" sz="2400">
                <a:solidFill>
                  <a:schemeClr val="folHlink"/>
                </a:solidFill>
                <a:latin typeface="+mn-lt"/>
                <a:ea typeface="+mn-ea"/>
              </a:rPr>
              <a:t>字 （</a:t>
            </a:r>
            <a:r>
              <a:rPr lang="en-US" altLang="zh-CN" sz="2400">
                <a:solidFill>
                  <a:schemeClr val="folHlink"/>
                </a:solidFill>
                <a:latin typeface="+mn-lt"/>
                <a:ea typeface="+mn-ea"/>
              </a:rPr>
              <a:t>32</a:t>
            </a:r>
            <a:r>
              <a:rPr lang="zh-CN" altLang="en-US" sz="2400">
                <a:solidFill>
                  <a:schemeClr val="folHlink"/>
                </a:solidFill>
                <a:latin typeface="+mn-lt"/>
                <a:ea typeface="+mn-ea"/>
              </a:rPr>
              <a:t>位）寻址</a:t>
            </a:r>
            <a:endParaRPr lang="zh-CN" altLang="en-US" sz="2400">
              <a:solidFill>
                <a:schemeClr val="folHlink"/>
              </a:solidFill>
              <a:latin typeface="+mn-lt"/>
              <a:ea typeface="+mn-ea"/>
            </a:endParaRPr>
          </a:p>
        </p:txBody>
      </p:sp>
      <p:grpSp>
        <p:nvGrpSpPr>
          <p:cNvPr id="32" name="Group 63"/>
          <p:cNvGrpSpPr/>
          <p:nvPr/>
        </p:nvGrpSpPr>
        <p:grpSpPr bwMode="auto">
          <a:xfrm>
            <a:off x="3965575" y="3213100"/>
            <a:ext cx="3240088" cy="863600"/>
            <a:chOff x="2200" y="2024"/>
            <a:chExt cx="2041" cy="544"/>
          </a:xfrm>
        </p:grpSpPr>
        <p:sp>
          <p:nvSpPr>
            <p:cNvPr id="33" name="Rectangle 33"/>
            <p:cNvSpPr>
              <a:spLocks noChangeArrowheads="1"/>
            </p:cNvSpPr>
            <p:nvPr>
              <p:custDataLst>
                <p:tags r:id="rId25"/>
              </p:custDataLst>
            </p:nvPr>
          </p:nvSpPr>
          <p:spPr bwMode="auto">
            <a:xfrm>
              <a:off x="2200" y="2341"/>
              <a:ext cx="2041" cy="227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</a:ln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34" name="Line 39"/>
            <p:cNvSpPr>
              <a:spLocks noChangeShapeType="1"/>
            </p:cNvSpPr>
            <p:nvPr>
              <p:custDataLst>
                <p:tags r:id="rId26"/>
              </p:custDataLst>
            </p:nvPr>
          </p:nvSpPr>
          <p:spPr bwMode="auto">
            <a:xfrm>
              <a:off x="2200" y="2069"/>
              <a:ext cx="0" cy="227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35" name="Line 40"/>
            <p:cNvSpPr>
              <a:spLocks noChangeShapeType="1"/>
            </p:cNvSpPr>
            <p:nvPr>
              <p:custDataLst>
                <p:tags r:id="rId27"/>
              </p:custDataLst>
            </p:nvPr>
          </p:nvSpPr>
          <p:spPr bwMode="auto">
            <a:xfrm>
              <a:off x="4241" y="2069"/>
              <a:ext cx="0" cy="227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36" name="Line 41"/>
            <p:cNvSpPr>
              <a:spLocks noChangeShapeType="1"/>
            </p:cNvSpPr>
            <p:nvPr>
              <p:custDataLst>
                <p:tags r:id="rId28"/>
              </p:custDataLst>
            </p:nvPr>
          </p:nvSpPr>
          <p:spPr bwMode="auto">
            <a:xfrm>
              <a:off x="3516" y="2160"/>
              <a:ext cx="725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tailEnd type="stealth" w="med" len="med"/>
            </a:ln>
          </p:spPr>
          <p:txBody>
            <a:bodyPr wrap="none">
              <a:spAutoFit/>
            </a:bodyPr>
            <a:lstStyle/>
            <a:p>
              <a:endParaRPr lang="zh-CN" altLang="en-US"/>
            </a:p>
          </p:txBody>
        </p:sp>
        <p:sp>
          <p:nvSpPr>
            <p:cNvPr id="37" name="Line 42"/>
            <p:cNvSpPr>
              <a:spLocks noChangeShapeType="1"/>
            </p:cNvSpPr>
            <p:nvPr>
              <p:custDataLst>
                <p:tags r:id="rId29"/>
              </p:custDataLst>
            </p:nvPr>
          </p:nvSpPr>
          <p:spPr bwMode="auto">
            <a:xfrm>
              <a:off x="2200" y="2160"/>
              <a:ext cx="725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stealth" w="med" len="med"/>
            </a:ln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38" name="Text Box 49"/>
            <p:cNvSpPr txBox="1">
              <a:spLocks noChangeArrowheads="1"/>
            </p:cNvSpPr>
            <p:nvPr>
              <p:custDataLst>
                <p:tags r:id="rId30"/>
              </p:custDataLst>
            </p:nvPr>
          </p:nvSpPr>
          <p:spPr bwMode="auto">
            <a:xfrm>
              <a:off x="2970" y="2024"/>
              <a:ext cx="726" cy="251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square">
              <a:norm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000">
                  <a:solidFill>
                    <a:schemeClr val="tx1"/>
                  </a:solidFill>
                  <a:latin typeface="+mn-lt"/>
                  <a:ea typeface="+mn-ea"/>
                </a:rPr>
                <a:t>24 </a:t>
              </a:r>
              <a:r>
                <a:rPr lang="zh-CN" altLang="en-US" sz="2000">
                  <a:solidFill>
                    <a:schemeClr val="tx1"/>
                  </a:solidFill>
                  <a:latin typeface="+mn-lt"/>
                  <a:ea typeface="+mn-ea"/>
                </a:rPr>
                <a:t>位</a:t>
              </a:r>
              <a:endParaRPr lang="zh-CN" altLang="en-US" sz="2000">
                <a:solidFill>
                  <a:schemeClr val="tx1"/>
                </a:solidFill>
                <a:latin typeface="+mn-lt"/>
                <a:ea typeface="+mn-ea"/>
              </a:endParaRPr>
            </a:p>
          </p:txBody>
        </p:sp>
      </p:grpSp>
      <p:grpSp>
        <p:nvGrpSpPr>
          <p:cNvPr id="39" name="Group 64"/>
          <p:cNvGrpSpPr/>
          <p:nvPr/>
        </p:nvGrpSpPr>
        <p:grpSpPr bwMode="auto">
          <a:xfrm>
            <a:off x="3965575" y="4149725"/>
            <a:ext cx="3240088" cy="863600"/>
            <a:chOff x="2200" y="2614"/>
            <a:chExt cx="2041" cy="544"/>
          </a:xfrm>
        </p:grpSpPr>
        <p:sp>
          <p:nvSpPr>
            <p:cNvPr id="40" name="Line 34"/>
            <p:cNvSpPr>
              <a:spLocks noChangeShapeType="1"/>
            </p:cNvSpPr>
            <p:nvPr>
              <p:custDataLst>
                <p:tags r:id="rId31"/>
              </p:custDataLst>
            </p:nvPr>
          </p:nvSpPr>
          <p:spPr bwMode="auto">
            <a:xfrm>
              <a:off x="4014" y="2930"/>
              <a:ext cx="0" cy="22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41" name="Rectangle 35"/>
            <p:cNvSpPr>
              <a:spLocks noChangeArrowheads="1"/>
            </p:cNvSpPr>
            <p:nvPr>
              <p:custDataLst>
                <p:tags r:id="rId32"/>
              </p:custDataLst>
            </p:nvPr>
          </p:nvSpPr>
          <p:spPr bwMode="auto">
            <a:xfrm>
              <a:off x="2200" y="2931"/>
              <a:ext cx="2041" cy="227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</a:ln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42" name="Line 46"/>
            <p:cNvSpPr>
              <a:spLocks noChangeShapeType="1"/>
            </p:cNvSpPr>
            <p:nvPr>
              <p:custDataLst>
                <p:tags r:id="rId33"/>
              </p:custDataLst>
            </p:nvPr>
          </p:nvSpPr>
          <p:spPr bwMode="auto">
            <a:xfrm>
              <a:off x="2200" y="2659"/>
              <a:ext cx="0" cy="227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43" name="Line 47"/>
            <p:cNvSpPr>
              <a:spLocks noChangeShapeType="1"/>
            </p:cNvSpPr>
            <p:nvPr>
              <p:custDataLst>
                <p:tags r:id="rId34"/>
              </p:custDataLst>
            </p:nvPr>
          </p:nvSpPr>
          <p:spPr bwMode="auto">
            <a:xfrm>
              <a:off x="4014" y="2659"/>
              <a:ext cx="0" cy="227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44" name="Text Box 50"/>
            <p:cNvSpPr txBox="1">
              <a:spLocks noChangeArrowheads="1"/>
            </p:cNvSpPr>
            <p:nvPr>
              <p:custDataLst>
                <p:tags r:id="rId35"/>
              </p:custDataLst>
            </p:nvPr>
          </p:nvSpPr>
          <p:spPr bwMode="auto">
            <a:xfrm>
              <a:off x="2835" y="2614"/>
              <a:ext cx="726" cy="251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square">
              <a:norm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000">
                  <a:solidFill>
                    <a:schemeClr val="tx1"/>
                  </a:solidFill>
                  <a:latin typeface="+mn-lt"/>
                  <a:ea typeface="+mn-ea"/>
                </a:rPr>
                <a:t>23 </a:t>
              </a:r>
              <a:r>
                <a:rPr lang="zh-CN" altLang="en-US" sz="2000">
                  <a:solidFill>
                    <a:schemeClr val="tx1"/>
                  </a:solidFill>
                  <a:latin typeface="+mn-lt"/>
                  <a:ea typeface="+mn-ea"/>
                </a:rPr>
                <a:t>位</a:t>
              </a:r>
              <a:endParaRPr lang="zh-CN" altLang="en-US" sz="2000">
                <a:solidFill>
                  <a:schemeClr val="tx1"/>
                </a:solidFill>
                <a:latin typeface="+mn-lt"/>
                <a:ea typeface="+mn-ea"/>
              </a:endParaRPr>
            </a:p>
          </p:txBody>
        </p:sp>
        <p:sp>
          <p:nvSpPr>
            <p:cNvPr id="45" name="Line 53"/>
            <p:cNvSpPr>
              <a:spLocks noChangeShapeType="1"/>
            </p:cNvSpPr>
            <p:nvPr>
              <p:custDataLst>
                <p:tags r:id="rId36"/>
              </p:custDataLst>
            </p:nvPr>
          </p:nvSpPr>
          <p:spPr bwMode="auto">
            <a:xfrm>
              <a:off x="3506" y="2750"/>
              <a:ext cx="499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tailEnd type="stealth" w="med" len="med"/>
            </a:ln>
          </p:spPr>
          <p:txBody>
            <a:bodyPr wrap="none">
              <a:spAutoFit/>
            </a:bodyPr>
            <a:lstStyle/>
            <a:p>
              <a:endParaRPr lang="zh-CN" altLang="en-US"/>
            </a:p>
          </p:txBody>
        </p:sp>
        <p:sp>
          <p:nvSpPr>
            <p:cNvPr id="46" name="Line 54"/>
            <p:cNvSpPr>
              <a:spLocks noChangeShapeType="1"/>
            </p:cNvSpPr>
            <p:nvPr>
              <p:custDataLst>
                <p:tags r:id="rId37"/>
              </p:custDataLst>
            </p:nvPr>
          </p:nvSpPr>
          <p:spPr bwMode="auto">
            <a:xfrm>
              <a:off x="2200" y="2750"/>
              <a:ext cx="499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stealth" w="med" len="med"/>
            </a:ln>
          </p:spPr>
          <p:txBody>
            <a:bodyPr wrap="none">
              <a:spAutoFit/>
            </a:bodyPr>
            <a:lstStyle/>
            <a:p>
              <a:endParaRPr lang="zh-CN" altLang="en-US"/>
            </a:p>
          </p:txBody>
        </p:sp>
      </p:grpSp>
      <p:grpSp>
        <p:nvGrpSpPr>
          <p:cNvPr id="47" name="Group 65"/>
          <p:cNvGrpSpPr/>
          <p:nvPr/>
        </p:nvGrpSpPr>
        <p:grpSpPr bwMode="auto">
          <a:xfrm>
            <a:off x="3965575" y="5300663"/>
            <a:ext cx="3240088" cy="825500"/>
            <a:chOff x="2200" y="3303"/>
            <a:chExt cx="2041" cy="520"/>
          </a:xfrm>
        </p:grpSpPr>
        <p:sp>
          <p:nvSpPr>
            <p:cNvPr id="48" name="Rectangle 36"/>
            <p:cNvSpPr>
              <a:spLocks noChangeArrowheads="1"/>
            </p:cNvSpPr>
            <p:nvPr>
              <p:custDataLst>
                <p:tags r:id="rId38"/>
              </p:custDataLst>
            </p:nvPr>
          </p:nvSpPr>
          <p:spPr bwMode="auto">
            <a:xfrm>
              <a:off x="2200" y="3596"/>
              <a:ext cx="2041" cy="227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</a:ln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49" name="Line 37"/>
            <p:cNvSpPr>
              <a:spLocks noChangeShapeType="1"/>
            </p:cNvSpPr>
            <p:nvPr>
              <p:custDataLst>
                <p:tags r:id="rId39"/>
              </p:custDataLst>
            </p:nvPr>
          </p:nvSpPr>
          <p:spPr bwMode="auto">
            <a:xfrm>
              <a:off x="4014" y="3595"/>
              <a:ext cx="0" cy="22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50" name="Line 38"/>
            <p:cNvSpPr>
              <a:spLocks noChangeShapeType="1"/>
            </p:cNvSpPr>
            <p:nvPr>
              <p:custDataLst>
                <p:tags r:id="rId40"/>
              </p:custDataLst>
            </p:nvPr>
          </p:nvSpPr>
          <p:spPr bwMode="auto">
            <a:xfrm>
              <a:off x="3787" y="3595"/>
              <a:ext cx="0" cy="22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51" name="Line 44"/>
            <p:cNvSpPr>
              <a:spLocks noChangeShapeType="1"/>
            </p:cNvSpPr>
            <p:nvPr>
              <p:custDataLst>
                <p:tags r:id="rId41"/>
              </p:custDataLst>
            </p:nvPr>
          </p:nvSpPr>
          <p:spPr bwMode="auto">
            <a:xfrm>
              <a:off x="2200" y="3339"/>
              <a:ext cx="0" cy="227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52" name="Line 45"/>
            <p:cNvSpPr>
              <a:spLocks noChangeShapeType="1"/>
            </p:cNvSpPr>
            <p:nvPr>
              <p:custDataLst>
                <p:tags r:id="rId42"/>
              </p:custDataLst>
            </p:nvPr>
          </p:nvSpPr>
          <p:spPr bwMode="auto">
            <a:xfrm>
              <a:off x="3787" y="3339"/>
              <a:ext cx="0" cy="227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53" name="Text Box 51"/>
            <p:cNvSpPr txBox="1">
              <a:spLocks noChangeArrowheads="1"/>
            </p:cNvSpPr>
            <p:nvPr>
              <p:custDataLst>
                <p:tags r:id="rId43"/>
              </p:custDataLst>
            </p:nvPr>
          </p:nvSpPr>
          <p:spPr bwMode="auto">
            <a:xfrm>
              <a:off x="2752" y="3303"/>
              <a:ext cx="726" cy="251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square">
              <a:norm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000">
                  <a:solidFill>
                    <a:schemeClr val="tx1"/>
                  </a:solidFill>
                  <a:latin typeface="+mn-lt"/>
                  <a:ea typeface="+mn-ea"/>
                </a:rPr>
                <a:t>22 </a:t>
              </a:r>
              <a:r>
                <a:rPr lang="zh-CN" altLang="en-US" sz="2000">
                  <a:solidFill>
                    <a:schemeClr val="tx1"/>
                  </a:solidFill>
                  <a:latin typeface="+mn-lt"/>
                  <a:ea typeface="+mn-ea"/>
                </a:rPr>
                <a:t>位</a:t>
              </a:r>
              <a:endParaRPr lang="zh-CN" altLang="en-US" sz="2000">
                <a:solidFill>
                  <a:schemeClr val="tx1"/>
                </a:solidFill>
                <a:latin typeface="+mn-lt"/>
                <a:ea typeface="+mn-ea"/>
              </a:endParaRPr>
            </a:p>
          </p:txBody>
        </p:sp>
        <p:sp>
          <p:nvSpPr>
            <p:cNvPr id="54" name="Line 55"/>
            <p:cNvSpPr>
              <a:spLocks noChangeShapeType="1"/>
            </p:cNvSpPr>
            <p:nvPr>
              <p:custDataLst>
                <p:tags r:id="rId44"/>
              </p:custDataLst>
            </p:nvPr>
          </p:nvSpPr>
          <p:spPr bwMode="auto">
            <a:xfrm>
              <a:off x="3279" y="3430"/>
              <a:ext cx="499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tailEnd type="stealth" w="med" len="med"/>
            </a:ln>
          </p:spPr>
          <p:txBody>
            <a:bodyPr wrap="none">
              <a:spAutoFit/>
            </a:bodyPr>
            <a:lstStyle/>
            <a:p>
              <a:endParaRPr lang="zh-CN" altLang="en-US"/>
            </a:p>
          </p:txBody>
        </p:sp>
        <p:sp>
          <p:nvSpPr>
            <p:cNvPr id="55" name="Line 56"/>
            <p:cNvSpPr>
              <a:spLocks noChangeShapeType="1"/>
            </p:cNvSpPr>
            <p:nvPr>
              <p:custDataLst>
                <p:tags r:id="rId45"/>
              </p:custDataLst>
            </p:nvPr>
          </p:nvSpPr>
          <p:spPr bwMode="auto">
            <a:xfrm>
              <a:off x="2200" y="3430"/>
              <a:ext cx="499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stealth" w="med" len="med"/>
            </a:ln>
          </p:spPr>
          <p:txBody>
            <a:bodyPr wrap="none">
              <a:spAutoFit/>
            </a:bodyPr>
            <a:lstStyle/>
            <a:p>
              <a:endParaRPr lang="zh-CN" altLang="en-US"/>
            </a:p>
          </p:txBody>
        </p:sp>
      </p:grpSp>
      <p:sp>
        <p:nvSpPr>
          <p:cNvPr id="56" name="Freeform 57"/>
          <p:cNvSpPr/>
          <p:nvPr>
            <p:custDataLst>
              <p:tags r:id="rId46"/>
            </p:custDataLst>
          </p:nvPr>
        </p:nvSpPr>
        <p:spPr bwMode="auto">
          <a:xfrm>
            <a:off x="7061200" y="5041900"/>
            <a:ext cx="309880" cy="275590"/>
          </a:xfrm>
          <a:custGeom>
            <a:avLst/>
            <a:gdLst>
              <a:gd name="T0" fmla="*/ 0 w 408"/>
              <a:gd name="T1" fmla="*/ 0 h 136"/>
              <a:gd name="T2" fmla="*/ 0 w 408"/>
              <a:gd name="T3" fmla="*/ 136 h 136"/>
              <a:gd name="T4" fmla="*/ 408 w 408"/>
              <a:gd name="T5" fmla="*/ 136 h 136"/>
              <a:gd name="T6" fmla="*/ 0 60000 65536"/>
              <a:gd name="T7" fmla="*/ 0 60000 65536"/>
              <a:gd name="T8" fmla="*/ 0 60000 65536"/>
              <a:gd name="T9" fmla="*/ 0 w 408"/>
              <a:gd name="T10" fmla="*/ 0 h 136"/>
              <a:gd name="T11" fmla="*/ 408 w 408"/>
              <a:gd name="T12" fmla="*/ 136 h 1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408" h="136">
                <a:moveTo>
                  <a:pt x="0" y="0"/>
                </a:moveTo>
                <a:lnTo>
                  <a:pt x="0" y="136"/>
                </a:lnTo>
                <a:lnTo>
                  <a:pt x="408" y="136"/>
                </a:lnTo>
              </a:path>
            </a:pathLst>
          </a:custGeom>
          <a:noFill/>
          <a:ln w="12700">
            <a:solidFill>
              <a:schemeClr val="tx1"/>
            </a:solidFill>
            <a:round/>
            <a:headEnd type="stealth" w="med" len="med"/>
          </a:ln>
        </p:spPr>
        <p:txBody>
          <a:bodyPr wrap="none">
            <a:spAutoFit/>
          </a:bodyPr>
          <a:lstStyle/>
          <a:p>
            <a:endParaRPr lang="zh-CN" altLang="en-US"/>
          </a:p>
        </p:txBody>
      </p:sp>
      <p:sp>
        <p:nvSpPr>
          <p:cNvPr id="57" name="Text Box 58"/>
          <p:cNvSpPr txBox="1">
            <a:spLocks noChangeArrowheads="1"/>
          </p:cNvSpPr>
          <p:nvPr>
            <p:custDataLst>
              <p:tags r:id="rId47"/>
            </p:custDataLst>
          </p:nvPr>
        </p:nvSpPr>
        <p:spPr bwMode="auto">
          <a:xfrm>
            <a:off x="7781925" y="5013325"/>
            <a:ext cx="1730375" cy="4603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normAutofit fontScale="90000"/>
          </a:bodyPr>
          <a:lstStyle/>
          <a:p>
            <a:pPr>
              <a:spcBef>
                <a:spcPct val="0"/>
              </a:spcBef>
            </a:pPr>
            <a:r>
              <a:rPr lang="zh-CN" altLang="en-US" sz="2400">
                <a:solidFill>
                  <a:schemeClr val="folHlink"/>
                </a:solidFill>
                <a:latin typeface="+mn-lt"/>
                <a:ea typeface="+mn-ea"/>
              </a:rPr>
              <a:t>字节地址</a:t>
            </a:r>
            <a:endParaRPr lang="zh-CN" altLang="en-US" sz="2400">
              <a:solidFill>
                <a:schemeClr val="folHlink"/>
              </a:solidFill>
              <a:latin typeface="+mn-lt"/>
              <a:ea typeface="+mn-ea"/>
            </a:endParaRPr>
          </a:p>
        </p:txBody>
      </p:sp>
      <p:sp>
        <p:nvSpPr>
          <p:cNvPr id="58" name="AutoShape 60"/>
          <p:cNvSpPr/>
          <p:nvPr>
            <p:custDataLst>
              <p:tags r:id="rId48"/>
            </p:custDataLst>
          </p:nvPr>
        </p:nvSpPr>
        <p:spPr bwMode="auto">
          <a:xfrm rot="-5400000">
            <a:off x="6640195" y="5972175"/>
            <a:ext cx="410210" cy="720090"/>
          </a:xfrm>
          <a:prstGeom prst="leftBrace">
            <a:avLst>
              <a:gd name="adj1" fmla="val 36204"/>
              <a:gd name="adj2" fmla="val 53674"/>
            </a:avLst>
          </a:prstGeom>
          <a:noFill/>
          <a:ln w="19050">
            <a:solidFill>
              <a:schemeClr val="tx1"/>
            </a:solidFill>
            <a:round/>
          </a:ln>
        </p:spPr>
        <p:txBody>
          <a:bodyPr wrap="none" anchor="ctr">
            <a:noAutofit/>
          </a:bodyPr>
          <a:lstStyle/>
          <a:p>
            <a:endParaRPr lang="zh-CN" altLang="en-US"/>
          </a:p>
        </p:txBody>
      </p:sp>
      <p:sp>
        <p:nvSpPr>
          <p:cNvPr id="59" name="Freeform 61"/>
          <p:cNvSpPr/>
          <p:nvPr>
            <p:custDataLst>
              <p:tags r:id="rId49"/>
            </p:custDataLst>
          </p:nvPr>
        </p:nvSpPr>
        <p:spPr bwMode="auto">
          <a:xfrm>
            <a:off x="6895783" y="6525260"/>
            <a:ext cx="309880" cy="275590"/>
          </a:xfrm>
          <a:custGeom>
            <a:avLst/>
            <a:gdLst>
              <a:gd name="T0" fmla="*/ 0 w 408"/>
              <a:gd name="T1" fmla="*/ 0 h 136"/>
              <a:gd name="T2" fmla="*/ 0 w 408"/>
              <a:gd name="T3" fmla="*/ 136 h 136"/>
              <a:gd name="T4" fmla="*/ 408 w 408"/>
              <a:gd name="T5" fmla="*/ 136 h 136"/>
              <a:gd name="T6" fmla="*/ 0 60000 65536"/>
              <a:gd name="T7" fmla="*/ 0 60000 65536"/>
              <a:gd name="T8" fmla="*/ 0 60000 65536"/>
              <a:gd name="T9" fmla="*/ 0 w 408"/>
              <a:gd name="T10" fmla="*/ 0 h 136"/>
              <a:gd name="T11" fmla="*/ 408 w 408"/>
              <a:gd name="T12" fmla="*/ 136 h 1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408" h="136">
                <a:moveTo>
                  <a:pt x="0" y="0"/>
                </a:moveTo>
                <a:lnTo>
                  <a:pt x="0" y="136"/>
                </a:lnTo>
                <a:lnTo>
                  <a:pt x="408" y="136"/>
                </a:lnTo>
              </a:path>
            </a:pathLst>
          </a:custGeom>
          <a:noFill/>
          <a:ln w="12700">
            <a:solidFill>
              <a:schemeClr val="tx1"/>
            </a:solidFill>
            <a:round/>
            <a:headEnd type="stealth" w="med" len="med"/>
          </a:ln>
        </p:spPr>
        <p:txBody>
          <a:bodyPr wrap="none">
            <a:spAutoFit/>
          </a:bodyPr>
          <a:lstStyle/>
          <a:p>
            <a:endParaRPr lang="zh-CN" altLang="en-US"/>
          </a:p>
        </p:txBody>
      </p:sp>
      <p:sp>
        <p:nvSpPr>
          <p:cNvPr id="60" name="Text Box 62"/>
          <p:cNvSpPr txBox="1">
            <a:spLocks noChangeArrowheads="1"/>
          </p:cNvSpPr>
          <p:nvPr>
            <p:custDataLst>
              <p:tags r:id="rId50"/>
            </p:custDataLst>
          </p:nvPr>
        </p:nvSpPr>
        <p:spPr bwMode="auto">
          <a:xfrm>
            <a:off x="7781925" y="6397308"/>
            <a:ext cx="1730375" cy="4603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normAutofit fontScale="90000"/>
          </a:bodyPr>
          <a:lstStyle/>
          <a:p>
            <a:pPr>
              <a:spcBef>
                <a:spcPct val="0"/>
              </a:spcBef>
            </a:pPr>
            <a:r>
              <a:rPr lang="zh-CN" altLang="en-US" sz="2400">
                <a:solidFill>
                  <a:schemeClr val="folHlink"/>
                </a:solidFill>
                <a:latin typeface="+mn-lt"/>
                <a:ea typeface="+mn-ea"/>
              </a:rPr>
              <a:t>字节地址</a:t>
            </a:r>
            <a:endParaRPr lang="zh-CN" altLang="en-US" sz="2400">
              <a:solidFill>
                <a:schemeClr val="folHlink"/>
              </a:solidFill>
              <a:latin typeface="+mn-lt"/>
              <a:ea typeface="+mn-ea"/>
            </a:endParaRPr>
          </a:p>
        </p:txBody>
      </p:sp>
      <p:sp>
        <p:nvSpPr>
          <p:cNvPr id="61" name="Text Box 66"/>
          <p:cNvSpPr txBox="1">
            <a:spLocks noChangeArrowheads="1"/>
          </p:cNvSpPr>
          <p:nvPr>
            <p:custDataLst>
              <p:tags r:id="rId51"/>
            </p:custDataLst>
          </p:nvPr>
        </p:nvSpPr>
        <p:spPr bwMode="auto">
          <a:xfrm>
            <a:off x="7299325" y="1398905"/>
            <a:ext cx="957580" cy="4603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normAutofit fontScale="90000"/>
          </a:bodyPr>
          <a:lstStyle/>
          <a:p>
            <a:pPr>
              <a:spcBef>
                <a:spcPct val="50000"/>
              </a:spcBef>
            </a:pPr>
            <a:r>
              <a:rPr lang="en-US" altLang="zh-CN" sz="2400">
                <a:solidFill>
                  <a:schemeClr val="folHlink"/>
                </a:solidFill>
                <a:latin typeface="+mn-lt"/>
                <a:ea typeface="+mn-ea"/>
              </a:rPr>
              <a:t>2</a:t>
            </a:r>
            <a:r>
              <a:rPr lang="en-US" altLang="zh-CN" sz="2400" baseline="45000">
                <a:solidFill>
                  <a:schemeClr val="folHlink"/>
                </a:solidFill>
                <a:latin typeface="+mn-lt"/>
                <a:ea typeface="+mn-ea"/>
              </a:rPr>
              <a:t>3</a:t>
            </a:r>
            <a:r>
              <a:rPr lang="en-US" altLang="zh-CN" sz="800" baseline="30000">
                <a:solidFill>
                  <a:schemeClr val="folHlink"/>
                </a:solidFill>
                <a:latin typeface="+mn-lt"/>
                <a:ea typeface="+mn-ea"/>
              </a:rPr>
              <a:t> </a:t>
            </a:r>
            <a:r>
              <a:rPr lang="zh-CN" altLang="en-US" sz="2400">
                <a:solidFill>
                  <a:schemeClr val="folHlink"/>
                </a:solidFill>
                <a:latin typeface="+mn-lt"/>
                <a:ea typeface="+mn-ea"/>
              </a:rPr>
              <a:t> </a:t>
            </a:r>
            <a:endParaRPr lang="zh-CN" altLang="en-US" sz="2400">
              <a:solidFill>
                <a:schemeClr val="folHlink"/>
              </a:solidFill>
              <a:latin typeface="+mn-lt"/>
              <a:ea typeface="+mn-ea"/>
            </a:endParaRPr>
          </a:p>
        </p:txBody>
      </p:sp>
      <p:sp>
        <p:nvSpPr>
          <p:cNvPr id="62" name="Text Box 67"/>
          <p:cNvSpPr txBox="1">
            <a:spLocks noChangeArrowheads="1"/>
          </p:cNvSpPr>
          <p:nvPr>
            <p:custDataLst>
              <p:tags r:id="rId52"/>
            </p:custDataLst>
          </p:nvPr>
        </p:nvSpPr>
        <p:spPr bwMode="auto">
          <a:xfrm>
            <a:off x="7306945" y="1933575"/>
            <a:ext cx="1021080" cy="4603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normAutofit fontScale="90000"/>
          </a:bodyPr>
          <a:lstStyle/>
          <a:p>
            <a:pPr>
              <a:spcBef>
                <a:spcPct val="0"/>
              </a:spcBef>
            </a:pPr>
            <a:r>
              <a:rPr lang="en-US" altLang="en-US" sz="2400">
                <a:solidFill>
                  <a:schemeClr val="folHlink"/>
                </a:solidFill>
                <a:latin typeface="+mn-lt"/>
                <a:ea typeface="+mn-ea"/>
              </a:rPr>
              <a:t>2</a:t>
            </a:r>
            <a:r>
              <a:rPr lang="en-US" altLang="zh-CN" sz="2400" baseline="45000">
                <a:solidFill>
                  <a:schemeClr val="folHlink"/>
                </a:solidFill>
                <a:latin typeface="+mn-lt"/>
                <a:ea typeface="+mn-ea"/>
              </a:rPr>
              <a:t>4</a:t>
            </a:r>
            <a:r>
              <a:rPr lang="en-US" altLang="en-US" sz="2400">
                <a:solidFill>
                  <a:schemeClr val="folHlink"/>
                </a:solidFill>
                <a:latin typeface="+mn-lt"/>
                <a:ea typeface="+mn-ea"/>
              </a:rPr>
              <a:t>  </a:t>
            </a:r>
            <a:endParaRPr lang="en-US" altLang="en-US" sz="2400">
              <a:solidFill>
                <a:schemeClr val="folHlink"/>
              </a:solidFill>
              <a:latin typeface="+mn-lt"/>
              <a:ea typeface="+mn-ea"/>
            </a:endParaRPr>
          </a:p>
        </p:txBody>
      </p:sp>
      <p:sp>
        <p:nvSpPr>
          <p:cNvPr id="63" name="Text Box 68"/>
          <p:cNvSpPr txBox="1">
            <a:spLocks noChangeArrowheads="1"/>
          </p:cNvSpPr>
          <p:nvPr>
            <p:custDataLst>
              <p:tags r:id="rId53"/>
            </p:custDataLst>
          </p:nvPr>
        </p:nvSpPr>
        <p:spPr bwMode="auto">
          <a:xfrm>
            <a:off x="7307580" y="2540000"/>
            <a:ext cx="947420" cy="4603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normAutofit fontScale="90000"/>
          </a:bodyPr>
          <a:lstStyle/>
          <a:p>
            <a:pPr>
              <a:spcBef>
                <a:spcPct val="0"/>
              </a:spcBef>
            </a:pPr>
            <a:r>
              <a:rPr lang="en-US" altLang="en-US" sz="2400">
                <a:solidFill>
                  <a:schemeClr val="folHlink"/>
                </a:solidFill>
                <a:latin typeface="+mn-lt"/>
                <a:ea typeface="+mn-ea"/>
              </a:rPr>
              <a:t>2</a:t>
            </a:r>
            <a:r>
              <a:rPr lang="en-US" altLang="zh-CN" sz="2400" baseline="45000">
                <a:solidFill>
                  <a:schemeClr val="folHlink"/>
                </a:solidFill>
                <a:latin typeface="+mn-lt"/>
                <a:ea typeface="+mn-ea"/>
              </a:rPr>
              <a:t>5</a:t>
            </a:r>
            <a:endParaRPr lang="en-US" altLang="zh-CN" sz="2400" baseline="45000">
              <a:solidFill>
                <a:schemeClr val="folHlink"/>
              </a:solidFill>
              <a:latin typeface="+mn-lt"/>
              <a:ea typeface="+mn-ea"/>
            </a:endParaRPr>
          </a:p>
        </p:txBody>
      </p:sp>
      <p:sp>
        <p:nvSpPr>
          <p:cNvPr id="64" name="标题 63"/>
          <p:cNvSpPr txBox="1">
            <a:spLocks noGrp="1"/>
          </p:cNvSpPr>
          <p:nvPr>
            <p:ph type="title" idx="2"/>
            <p:custDataLst>
              <p:tags r:id="rId54"/>
            </p:custDataLst>
          </p:nvPr>
        </p:nvSpPr>
        <p:spPr>
          <a:xfrm>
            <a:off x="695960" y="211455"/>
            <a:ext cx="10800080" cy="493395"/>
          </a:xfrm>
          <a:noFill/>
        </p:spPr>
        <p:txBody>
          <a:bodyPr vert="horz" wrap="square" lIns="91440" tIns="0" rIns="91440" bIns="0" rtlCol="0" anchor="b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2400" b="1" i="0" u="none" strike="noStrike" kern="1200" cap="none" spc="300" normalizeH="0" baseline="0" noProof="1" dirty="0">
                <a:ln>
                  <a:noFill/>
                  <a:prstDash val="sysDot"/>
                </a:ln>
                <a:solidFill>
                  <a:schemeClr val="accent1"/>
                </a:solidFill>
                <a:latin typeface="+mj-ea"/>
                <a:ea typeface="+mj-ea"/>
                <a:cs typeface="+mn-cs"/>
                <a:sym typeface="+mn-ea"/>
              </a:defRPr>
            </a:lvl1pPr>
          </a:lstStyle>
          <a:p>
            <a:pPr lvl="0" algn="l"/>
            <a:r>
              <a:rPr>
                <a:sym typeface="+mn-ea"/>
              </a:rPr>
              <a:t>如 16 MB （227位）的存储器</a:t>
            </a:r>
            <a:endParaRPr>
              <a:sym typeface="+mn-ea"/>
            </a:endParaRPr>
          </a:p>
        </p:txBody>
      </p:sp>
    </p:spTree>
    <p:custDataLst>
      <p:tags r:id="rId55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4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2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500"/>
                            </p:stCondLst>
                            <p:childTnLst>
                              <p:par>
                                <p:cTn id="74" presetID="18" presetClass="entr" presetSubtype="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6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>
                            <p:stCondLst>
                              <p:cond delay="1000"/>
                            </p:stCondLst>
                            <p:childTnLst>
                              <p:par>
                                <p:cTn id="78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0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0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5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>
                      <p:stCondLst>
                        <p:cond delay="indefinite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10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1" fill="hold">
                            <p:stCondLst>
                              <p:cond delay="500"/>
                            </p:stCondLst>
                            <p:childTnLst>
                              <p:par>
                                <p:cTn id="112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14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16" presetID="18" presetClass="entr" presetSubtype="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18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9" fill="hold">
                            <p:stCondLst>
                              <p:cond delay="1500"/>
                            </p:stCondLst>
                            <p:childTnLst>
                              <p:par>
                                <p:cTn id="120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2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utoUpdateAnimBg="0"/>
      <p:bldP spid="19" grpId="0" autoUpdateAnimBg="0"/>
      <p:bldP spid="20" grpId="0" autoUpdateAnimBg="0"/>
      <p:bldP spid="21" grpId="0" autoUpdateAnimBg="0"/>
      <p:bldP spid="22" grpId="0" autoUpdateAnimBg="0"/>
      <p:bldP spid="23" grpId="0" autoUpdateAnimBg="0"/>
      <p:bldP spid="24" grpId="0" autoUpdateAnimBg="0"/>
      <p:bldP spid="25" grpId="0" autoUpdateAnimBg="0"/>
      <p:bldP spid="26" grpId="0" autoUpdateAnimBg="0"/>
      <p:bldP spid="27" grpId="0" autoUpdateAnimBg="0"/>
      <p:bldP spid="28" grpId="0" autoUpdateAnimBg="0"/>
      <p:bldP spid="29" grpId="0" autoUpdateAnimBg="0"/>
      <p:bldP spid="30" grpId="0" autoUpdateAnimBg="0"/>
      <p:bldP spid="56" grpId="0" bldLvl="0" animBg="1"/>
      <p:bldP spid="57" grpId="0"/>
      <p:bldP spid="58" grpId="0" bldLvl="0" animBg="1"/>
      <p:bldP spid="59" grpId="0" bldLvl="0" animBg="1"/>
      <p:bldP spid="60" grpId="0"/>
      <p:bldP spid="61" grpId="0"/>
      <p:bldP spid="62" grpId="0" autoUpdateAnimBg="0"/>
      <p:bldP spid="63" grpId="0" autoUpdateAnimBg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2"/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4110038" y="1543050"/>
            <a:ext cx="9144000" cy="27559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endParaRPr lang="zh-CN" altLang="en-US">
              <a:solidFill>
                <a:schemeClr val="tx1"/>
              </a:solidFill>
            </a:endParaRPr>
          </a:p>
        </p:txBody>
      </p:sp>
      <p:grpSp>
        <p:nvGrpSpPr>
          <p:cNvPr id="58371" name="Group 3"/>
          <p:cNvGrpSpPr/>
          <p:nvPr/>
        </p:nvGrpSpPr>
        <p:grpSpPr bwMode="auto">
          <a:xfrm>
            <a:off x="4498975" y="1108075"/>
            <a:ext cx="1936750" cy="2346325"/>
            <a:chOff x="1874" y="639"/>
            <a:chExt cx="1220" cy="1478"/>
          </a:xfrm>
        </p:grpSpPr>
        <p:sp>
          <p:nvSpPr>
            <p:cNvPr id="58378" name="Rectangle 4"/>
            <p:cNvSpPr>
              <a:spLocks noChangeArrowheads="1"/>
            </p:cNvSpPr>
            <p:nvPr>
              <p:custDataLst>
                <p:tags r:id="rId2"/>
              </p:custDataLst>
            </p:nvPr>
          </p:nvSpPr>
          <p:spPr bwMode="auto">
            <a:xfrm>
              <a:off x="2226" y="1427"/>
              <a:ext cx="532" cy="205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/>
            <a:lstStyle/>
            <a:p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58379" name="Rectangle 5"/>
            <p:cNvSpPr>
              <a:spLocks noChangeArrowheads="1"/>
            </p:cNvSpPr>
            <p:nvPr>
              <p:custDataLst>
                <p:tags r:id="rId3"/>
              </p:custDataLst>
            </p:nvPr>
          </p:nvSpPr>
          <p:spPr bwMode="auto">
            <a:xfrm>
              <a:off x="1874" y="1039"/>
              <a:ext cx="532" cy="205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/>
            <a:lstStyle/>
            <a:p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58380" name="Rectangle 6"/>
            <p:cNvSpPr>
              <a:spLocks noChangeArrowheads="1"/>
            </p:cNvSpPr>
            <p:nvPr>
              <p:custDataLst>
                <p:tags r:id="rId4"/>
              </p:custDataLst>
            </p:nvPr>
          </p:nvSpPr>
          <p:spPr bwMode="auto">
            <a:xfrm>
              <a:off x="2562" y="1039"/>
              <a:ext cx="532" cy="205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/>
            <a:lstStyle/>
            <a:p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58381" name="Rectangle 7"/>
            <p:cNvSpPr>
              <a:spLocks noChangeArrowheads="1"/>
            </p:cNvSpPr>
            <p:nvPr>
              <p:custDataLst>
                <p:tags r:id="rId5"/>
              </p:custDataLst>
            </p:nvPr>
          </p:nvSpPr>
          <p:spPr bwMode="auto">
            <a:xfrm>
              <a:off x="2226" y="1913"/>
              <a:ext cx="532" cy="204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/>
            <a:lstStyle/>
            <a:p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58382" name="Rectangle 8"/>
            <p:cNvSpPr>
              <a:spLocks noChangeArrowheads="1"/>
            </p:cNvSpPr>
            <p:nvPr>
              <p:custDataLst>
                <p:tags r:id="rId6"/>
              </p:custDataLst>
            </p:nvPr>
          </p:nvSpPr>
          <p:spPr bwMode="auto">
            <a:xfrm>
              <a:off x="2181" y="639"/>
              <a:ext cx="623" cy="188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/>
            <a:lstStyle/>
            <a:p>
              <a:endParaRPr lang="zh-CN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58372" name="Text Box 9"/>
          <p:cNvSpPr txBox="1">
            <a:spLocks noChangeArrowheads="1"/>
          </p:cNvSpPr>
          <p:nvPr>
            <p:custDataLst>
              <p:tags r:id="rId7"/>
            </p:custDataLst>
          </p:nvPr>
        </p:nvSpPr>
        <p:spPr bwMode="auto">
          <a:xfrm>
            <a:off x="695643" y="1269683"/>
            <a:ext cx="6062662" cy="64516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normAutofit fontScale="90000"/>
          </a:bodyPr>
          <a:lstStyle/>
          <a:p>
            <a:pPr>
              <a:spcBef>
                <a:spcPct val="0"/>
              </a:spcBef>
            </a:pPr>
            <a:r>
              <a:rPr lang="zh-CN" altLang="en-US" sz="3600">
                <a:solidFill>
                  <a:schemeClr val="folHlink"/>
                </a:solidFill>
                <a:latin typeface="+mj-lt"/>
                <a:ea typeface="+mj-ea"/>
              </a:rPr>
              <a:t>难点</a:t>
            </a:r>
            <a:endParaRPr lang="zh-CN" altLang="en-US" sz="3600">
              <a:solidFill>
                <a:schemeClr val="folHlink"/>
              </a:solidFill>
              <a:latin typeface="+mj-lt"/>
              <a:ea typeface="+mj-ea"/>
            </a:endParaRPr>
          </a:p>
        </p:txBody>
      </p:sp>
      <p:sp>
        <p:nvSpPr>
          <p:cNvPr id="58375" name="Text Box 12"/>
          <p:cNvSpPr txBox="1">
            <a:spLocks noChangeArrowheads="1"/>
          </p:cNvSpPr>
          <p:nvPr>
            <p:custDataLst>
              <p:tags r:id="rId8"/>
            </p:custDataLst>
          </p:nvPr>
        </p:nvSpPr>
        <p:spPr bwMode="auto">
          <a:xfrm>
            <a:off x="1343660" y="3160395"/>
            <a:ext cx="8982710" cy="84201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normAutofit/>
          </a:bodyPr>
          <a:lstStyle/>
          <a:p>
            <a:pPr marL="457200" indent="-457200">
              <a:lnSpc>
                <a:spcPct val="140000"/>
              </a:lnSpc>
              <a:spcBef>
                <a:spcPct val="0"/>
              </a:spcBef>
            </a:pPr>
            <a:r>
              <a:rPr lang="en-US" altLang="zh-CN" sz="2400">
                <a:solidFill>
                  <a:schemeClr val="tx1"/>
                </a:solidFill>
                <a:latin typeface="+mn-lt"/>
                <a:ea typeface="+mn-ea"/>
              </a:rPr>
              <a:t>2. </a:t>
            </a:r>
            <a:r>
              <a:rPr lang="zh-CN" altLang="en-US" sz="2400">
                <a:solidFill>
                  <a:schemeClr val="tx1"/>
                </a:solidFill>
                <a:latin typeface="+mn-lt"/>
                <a:ea typeface="+mn-ea"/>
              </a:rPr>
              <a:t>对于一定容量的存储器，按字节或字访问的寻址范围是不同的</a:t>
            </a:r>
            <a:endParaRPr lang="zh-CN" altLang="en-US" sz="2400">
              <a:solidFill>
                <a:schemeClr val="tx1"/>
              </a:solidFill>
              <a:latin typeface="+mn-lt"/>
              <a:ea typeface="+mn-ea"/>
            </a:endParaRPr>
          </a:p>
        </p:txBody>
      </p:sp>
      <p:sp>
        <p:nvSpPr>
          <p:cNvPr id="58376" name="Text Box 13"/>
          <p:cNvSpPr txBox="1">
            <a:spLocks noChangeArrowheads="1"/>
          </p:cNvSpPr>
          <p:nvPr>
            <p:custDataLst>
              <p:tags r:id="rId9"/>
            </p:custDataLst>
          </p:nvPr>
        </p:nvSpPr>
        <p:spPr bwMode="auto">
          <a:xfrm>
            <a:off x="1343343" y="2106295"/>
            <a:ext cx="7883525" cy="60769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normAutofit/>
          </a:bodyPr>
          <a:lstStyle/>
          <a:p>
            <a:pPr marL="457200" indent="-457200">
              <a:lnSpc>
                <a:spcPct val="140000"/>
              </a:lnSpc>
              <a:spcBef>
                <a:spcPct val="0"/>
              </a:spcBef>
            </a:pPr>
            <a:r>
              <a:rPr lang="en-US" altLang="zh-CN" sz="2400">
                <a:solidFill>
                  <a:schemeClr val="tx1"/>
                </a:solidFill>
                <a:latin typeface="+mn-lt"/>
                <a:ea typeface="+mn-ea"/>
              </a:rPr>
              <a:t>1. </a:t>
            </a:r>
            <a:r>
              <a:rPr lang="zh-CN" altLang="en-US" sz="2400">
                <a:solidFill>
                  <a:schemeClr val="tx1"/>
                </a:solidFill>
                <a:latin typeface="+mn-lt"/>
                <a:ea typeface="+mn-ea"/>
              </a:rPr>
              <a:t>在可按字节和字寻址的存储器中，数据的存放方式不同</a:t>
            </a:r>
            <a:endParaRPr lang="zh-CN" altLang="en-US" sz="2400">
              <a:solidFill>
                <a:schemeClr val="tx1"/>
              </a:solidFill>
              <a:latin typeface="+mn-lt"/>
              <a:ea typeface="+mn-ea"/>
            </a:endParaRPr>
          </a:p>
        </p:txBody>
      </p:sp>
      <p:sp>
        <p:nvSpPr>
          <p:cNvPr id="366606" name="Text Box 14"/>
          <p:cNvSpPr txBox="1">
            <a:spLocks noChangeArrowheads="1"/>
          </p:cNvSpPr>
          <p:nvPr>
            <p:custDataLst>
              <p:tags r:id="rId10"/>
            </p:custDataLst>
          </p:nvPr>
        </p:nvSpPr>
        <p:spPr bwMode="auto">
          <a:xfrm>
            <a:off x="1370330" y="4216400"/>
            <a:ext cx="9943465" cy="112458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normAutofit/>
          </a:bodyPr>
          <a:lstStyle/>
          <a:p>
            <a:pPr marL="363855" indent="-363855">
              <a:lnSpc>
                <a:spcPct val="140000"/>
              </a:lnSpc>
              <a:spcBef>
                <a:spcPct val="0"/>
              </a:spcBef>
            </a:pPr>
            <a:r>
              <a:rPr lang="en-US" altLang="zh-CN" sz="2400" dirty="0">
                <a:solidFill>
                  <a:schemeClr val="tx1"/>
                </a:solidFill>
                <a:latin typeface="+mn-lt"/>
                <a:ea typeface="+mn-ea"/>
              </a:rPr>
              <a:t>3. </a:t>
            </a:r>
            <a:r>
              <a:rPr lang="zh-CN" altLang="en-US" sz="2400" dirty="0">
                <a:solidFill>
                  <a:schemeClr val="tx1"/>
                </a:solidFill>
                <a:latin typeface="+mn-lt"/>
                <a:ea typeface="+mn-ea"/>
              </a:rPr>
              <a:t>不同的 </a:t>
            </a:r>
            <a:r>
              <a:rPr lang="en-US" altLang="zh-CN" sz="2400" dirty="0">
                <a:solidFill>
                  <a:schemeClr val="tx1"/>
                </a:solidFill>
                <a:latin typeface="+mn-lt"/>
                <a:ea typeface="+mn-ea"/>
              </a:rPr>
              <a:t>Cache —</a:t>
            </a:r>
            <a:r>
              <a:rPr lang="zh-CN" altLang="en-US" sz="2400" dirty="0">
                <a:solidFill>
                  <a:schemeClr val="tx1"/>
                </a:solidFill>
                <a:latin typeface="+mn-lt"/>
                <a:ea typeface="+mn-ea"/>
              </a:rPr>
              <a:t>主存地址映射，直接影响主存地址字段的分配、替换策略及命中率</a:t>
            </a:r>
            <a:endParaRPr lang="zh-CN" altLang="en-US" sz="2400" dirty="0">
              <a:solidFill>
                <a:schemeClr val="tx1"/>
              </a:solidFill>
              <a:latin typeface="+mn-lt"/>
              <a:ea typeface="+mn-ea"/>
            </a:endParaRPr>
          </a:p>
        </p:txBody>
      </p:sp>
      <p:sp>
        <p:nvSpPr>
          <p:cNvPr id="3" name="标题 2"/>
          <p:cNvSpPr>
            <a:spLocks noGrp="1"/>
          </p:cNvSpPr>
          <p:nvPr>
            <p:ph type="title" idx="1"/>
            <p:custDataLst>
              <p:tags r:id="rId11"/>
            </p:custDataLst>
          </p:nvPr>
        </p:nvSpPr>
        <p:spPr>
          <a:noFill/>
        </p:spPr>
        <p:txBody>
          <a:bodyPr vert="horz" wrap="square" lIns="0" tIns="0" rIns="0" bIns="0" rtlCol="0" anchor="b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3600" b="0" i="0" u="none" strike="noStrike" kern="1200" cap="none" spc="300" normalizeH="0" baseline="0" noProof="1" dirty="0" smtClean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+mj-lt"/>
                <a:ea typeface="+mj-lt"/>
                <a:cs typeface="MiSans Normal" panose="00000500000000000000" charset="-122"/>
                <a:sym typeface="+mn-ea"/>
              </a:defRPr>
            </a:lvl1pPr>
          </a:lstStyle>
          <a:p>
            <a:pPr lvl="0" algn="l"/>
            <a:r>
              <a:rPr>
                <a:sym typeface="+mn-ea"/>
              </a:rPr>
              <a:t>第４章  存储系统</a:t>
            </a:r>
            <a:endParaRPr>
              <a:sym typeface="+mn-ea"/>
            </a:endParaRPr>
          </a:p>
        </p:txBody>
      </p:sp>
    </p:spTree>
    <p:custDataLst>
      <p:tags r:id="rId12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66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666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6606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980" name="Text Box 11"/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2147888" y="3547428"/>
            <a:ext cx="1538287" cy="3987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normAutofit fontScale="90000"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000">
                <a:solidFill>
                  <a:schemeClr val="tx1"/>
                </a:solidFill>
                <a:latin typeface="+mn-lt"/>
                <a:ea typeface="+mn-ea"/>
              </a:rPr>
              <a:t>主存地址</a:t>
            </a:r>
            <a:endParaRPr kumimoji="1" lang="zh-CN" altLang="en-US" sz="2000">
              <a:solidFill>
                <a:schemeClr val="tx1"/>
              </a:solidFill>
              <a:latin typeface="+mn-lt"/>
              <a:ea typeface="+mn-ea"/>
            </a:endParaRPr>
          </a:p>
        </p:txBody>
      </p:sp>
      <p:grpSp>
        <p:nvGrpSpPr>
          <p:cNvPr id="254981" name="组合 21"/>
          <p:cNvGrpSpPr/>
          <p:nvPr/>
        </p:nvGrpSpPr>
        <p:grpSpPr bwMode="auto">
          <a:xfrm>
            <a:off x="6530975" y="4797425"/>
            <a:ext cx="3976688" cy="1334135"/>
            <a:chOff x="3349452" y="4797921"/>
            <a:chExt cx="3976687" cy="1334135"/>
          </a:xfrm>
        </p:grpSpPr>
        <p:sp>
          <p:nvSpPr>
            <p:cNvPr id="255021" name="Rectangle 15"/>
            <p:cNvSpPr>
              <a:spLocks noChangeArrowheads="1"/>
            </p:cNvSpPr>
            <p:nvPr>
              <p:custDataLst>
                <p:tags r:id="rId2"/>
              </p:custDataLst>
            </p:nvPr>
          </p:nvSpPr>
          <p:spPr bwMode="auto">
            <a:xfrm>
              <a:off x="3420889" y="4797921"/>
              <a:ext cx="1512888" cy="503238"/>
            </a:xfrm>
            <a:prstGeom prst="rect">
              <a:avLst/>
            </a:prstGeom>
            <a:solidFill>
              <a:schemeClr val="accent1">
                <a:alpha val="18823"/>
              </a:schemeClr>
            </a:solidFill>
            <a:ln w="25400" algn="ctr">
              <a:solidFill>
                <a:schemeClr val="accent4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 sz="2000">
                <a:solidFill>
                  <a:schemeClr val="bg1"/>
                </a:solidFill>
              </a:endParaRPr>
            </a:p>
          </p:txBody>
        </p:sp>
        <p:sp>
          <p:nvSpPr>
            <p:cNvPr id="255022" name="Rectangle 5"/>
            <p:cNvSpPr>
              <a:spLocks noChangeArrowheads="1"/>
            </p:cNvSpPr>
            <p:nvPr>
              <p:custDataLst>
                <p:tags r:id="rId3"/>
              </p:custDataLst>
            </p:nvPr>
          </p:nvSpPr>
          <p:spPr bwMode="auto">
            <a:xfrm>
              <a:off x="5725939" y="4869359"/>
              <a:ext cx="160020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norm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buFontTx/>
                <a:buNone/>
              </a:pPr>
              <a:r>
                <a:rPr lang="en-US" altLang="zh-CN" sz="1900">
                  <a:solidFill>
                    <a:schemeClr val="tx1"/>
                  </a:solidFill>
                  <a:latin typeface="+mn-lt"/>
                  <a:ea typeface="+mn-ea"/>
                </a:rPr>
                <a:t> </a:t>
              </a:r>
              <a:r>
                <a:rPr lang="zh-CN" altLang="en-US" sz="1900">
                  <a:solidFill>
                    <a:schemeClr val="tx1"/>
                  </a:solidFill>
                  <a:latin typeface="+mn-lt"/>
                  <a:ea typeface="+mn-ea"/>
                </a:rPr>
                <a:t>字块内地址</a:t>
              </a:r>
              <a:endParaRPr lang="zh-CN" altLang="en-US" sz="1900">
                <a:solidFill>
                  <a:schemeClr val="tx1"/>
                </a:solidFill>
                <a:latin typeface="+mn-lt"/>
                <a:ea typeface="+mn-ea"/>
              </a:endParaRPr>
            </a:p>
          </p:txBody>
        </p:sp>
        <p:sp>
          <p:nvSpPr>
            <p:cNvPr id="255023" name="Rectangle 6"/>
            <p:cNvSpPr>
              <a:spLocks noChangeArrowheads="1"/>
            </p:cNvSpPr>
            <p:nvPr>
              <p:custDataLst>
                <p:tags r:id="rId4"/>
              </p:custDataLst>
            </p:nvPr>
          </p:nvSpPr>
          <p:spPr bwMode="auto">
            <a:xfrm>
              <a:off x="4913139" y="4869359"/>
              <a:ext cx="955675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norm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buFontTx/>
                <a:buNone/>
              </a:pPr>
              <a:r>
                <a:rPr lang="zh-CN" altLang="en-US" sz="1900">
                  <a:solidFill>
                    <a:schemeClr val="tx1"/>
                  </a:solidFill>
                  <a:latin typeface="+mn-lt"/>
                  <a:ea typeface="+mn-ea"/>
                </a:rPr>
                <a:t>组地址</a:t>
              </a:r>
              <a:endParaRPr lang="zh-CN" altLang="en-US" sz="1900">
                <a:solidFill>
                  <a:schemeClr val="tx1"/>
                </a:solidFill>
                <a:latin typeface="+mn-lt"/>
                <a:ea typeface="+mn-ea"/>
              </a:endParaRPr>
            </a:p>
          </p:txBody>
        </p:sp>
        <p:sp>
          <p:nvSpPr>
            <p:cNvPr id="255024" name="Rectangle 7"/>
            <p:cNvSpPr>
              <a:spLocks noChangeArrowheads="1"/>
            </p:cNvSpPr>
            <p:nvPr>
              <p:custDataLst>
                <p:tags r:id="rId5"/>
              </p:custDataLst>
            </p:nvPr>
          </p:nvSpPr>
          <p:spPr bwMode="auto">
            <a:xfrm>
              <a:off x="3349452" y="4869359"/>
              <a:ext cx="1787525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norm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Tx/>
                <a:buNone/>
              </a:pPr>
              <a:r>
                <a:rPr lang="zh-CN" altLang="en-US" sz="1900">
                  <a:solidFill>
                    <a:schemeClr val="tx1"/>
                  </a:solidFill>
                  <a:latin typeface="+mn-lt"/>
                  <a:ea typeface="+mn-ea"/>
                </a:rPr>
                <a:t>标记</a:t>
              </a:r>
              <a:endParaRPr lang="zh-CN" altLang="en-US" sz="1900">
                <a:solidFill>
                  <a:schemeClr val="tx1"/>
                </a:solidFill>
                <a:latin typeface="+mn-lt"/>
                <a:ea typeface="+mn-ea"/>
              </a:endParaRPr>
            </a:p>
          </p:txBody>
        </p:sp>
        <p:sp>
          <p:nvSpPr>
            <p:cNvPr id="255025" name="Text Box 8"/>
            <p:cNvSpPr txBox="1">
              <a:spLocks noChangeArrowheads="1"/>
            </p:cNvSpPr>
            <p:nvPr>
              <p:custDataLst>
                <p:tags r:id="rId6"/>
              </p:custDataLst>
            </p:nvPr>
          </p:nvSpPr>
          <p:spPr bwMode="auto">
            <a:xfrm>
              <a:off x="3779982" y="5344656"/>
              <a:ext cx="923925" cy="3683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normAutofit fontScale="90000"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1800" i="1">
                  <a:solidFill>
                    <a:schemeClr val="tx1"/>
                  </a:solidFill>
                  <a:latin typeface="+mn-lt"/>
                  <a:ea typeface="+mn-ea"/>
                </a:rPr>
                <a:t>m-q</a:t>
              </a:r>
              <a:r>
                <a:rPr kumimoji="1" lang="zh-CN" altLang="en-US" sz="1800">
                  <a:solidFill>
                    <a:schemeClr val="tx1"/>
                  </a:solidFill>
                  <a:latin typeface="+mn-lt"/>
                  <a:ea typeface="+mn-ea"/>
                </a:rPr>
                <a:t>位</a:t>
              </a:r>
              <a:endParaRPr kumimoji="1" lang="zh-CN" altLang="en-US" sz="1800">
                <a:solidFill>
                  <a:schemeClr val="tx1"/>
                </a:solidFill>
                <a:latin typeface="+mn-lt"/>
                <a:ea typeface="+mn-ea"/>
              </a:endParaRPr>
            </a:p>
          </p:txBody>
        </p:sp>
        <p:sp>
          <p:nvSpPr>
            <p:cNvPr id="255026" name="Text Box 9"/>
            <p:cNvSpPr txBox="1">
              <a:spLocks noChangeArrowheads="1"/>
            </p:cNvSpPr>
            <p:nvPr>
              <p:custDataLst>
                <p:tags r:id="rId7"/>
              </p:custDataLst>
            </p:nvPr>
          </p:nvSpPr>
          <p:spPr bwMode="auto">
            <a:xfrm>
              <a:off x="5036647" y="5288776"/>
              <a:ext cx="788035" cy="4603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normAutofit fontScale="90000"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2000" i="1">
                  <a:solidFill>
                    <a:schemeClr val="tx1"/>
                  </a:solidFill>
                  <a:latin typeface="+mn-lt"/>
                  <a:ea typeface="+mn-ea"/>
                </a:rPr>
                <a:t>q</a:t>
              </a:r>
              <a:r>
                <a:rPr kumimoji="1" lang="en-US" altLang="zh-CN" sz="2400">
                  <a:solidFill>
                    <a:schemeClr val="tx1"/>
                  </a:solidFill>
                  <a:latin typeface="+mn-lt"/>
                  <a:ea typeface="+mn-ea"/>
                </a:rPr>
                <a:t> </a:t>
              </a:r>
              <a:r>
                <a:rPr kumimoji="1" lang="zh-CN" altLang="en-US" sz="2000">
                  <a:solidFill>
                    <a:schemeClr val="tx1"/>
                  </a:solidFill>
                  <a:latin typeface="+mn-lt"/>
                  <a:ea typeface="+mn-ea"/>
                </a:rPr>
                <a:t>位</a:t>
              </a:r>
              <a:endParaRPr kumimoji="1" lang="zh-CN" altLang="en-US" sz="2000">
                <a:solidFill>
                  <a:schemeClr val="tx1"/>
                </a:solidFill>
                <a:latin typeface="+mn-lt"/>
                <a:ea typeface="+mn-ea"/>
              </a:endParaRPr>
            </a:p>
          </p:txBody>
        </p:sp>
        <p:sp>
          <p:nvSpPr>
            <p:cNvPr id="255027" name="Text Box 10"/>
            <p:cNvSpPr txBox="1">
              <a:spLocks noChangeArrowheads="1"/>
            </p:cNvSpPr>
            <p:nvPr>
              <p:custDataLst>
                <p:tags r:id="rId8"/>
              </p:custDataLst>
            </p:nvPr>
          </p:nvSpPr>
          <p:spPr bwMode="auto">
            <a:xfrm>
              <a:off x="6246956" y="5301476"/>
              <a:ext cx="800735" cy="3987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normAutofit fontScale="90000"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2000" i="1">
                  <a:solidFill>
                    <a:schemeClr val="tx1"/>
                  </a:solidFill>
                  <a:latin typeface="+mn-lt"/>
                  <a:ea typeface="+mn-ea"/>
                </a:rPr>
                <a:t>b</a:t>
              </a:r>
              <a:r>
                <a:rPr kumimoji="1" lang="en-US" altLang="zh-CN" sz="2000">
                  <a:solidFill>
                    <a:schemeClr val="tx1"/>
                  </a:solidFill>
                  <a:latin typeface="+mn-lt"/>
                  <a:ea typeface="+mn-ea"/>
                </a:rPr>
                <a:t> </a:t>
              </a:r>
              <a:r>
                <a:rPr kumimoji="1" lang="zh-CN" altLang="en-US" sz="2000">
                  <a:solidFill>
                    <a:schemeClr val="tx1"/>
                  </a:solidFill>
                  <a:latin typeface="+mn-lt"/>
                  <a:ea typeface="+mn-ea"/>
                </a:rPr>
                <a:t>位</a:t>
              </a:r>
              <a:endParaRPr kumimoji="1" lang="zh-CN" altLang="en-US" sz="2000">
                <a:solidFill>
                  <a:schemeClr val="tx1"/>
                </a:solidFill>
                <a:latin typeface="+mn-lt"/>
                <a:ea typeface="+mn-ea"/>
              </a:endParaRPr>
            </a:p>
          </p:txBody>
        </p:sp>
        <p:sp>
          <p:nvSpPr>
            <p:cNvPr id="255028" name="Freeform 12"/>
            <p:cNvSpPr/>
            <p:nvPr>
              <p:custDataLst>
                <p:tags r:id="rId9"/>
              </p:custDataLst>
            </p:nvPr>
          </p:nvSpPr>
          <p:spPr bwMode="auto">
            <a:xfrm>
              <a:off x="3420889" y="5301159"/>
              <a:ext cx="1588" cy="777875"/>
            </a:xfrm>
            <a:custGeom>
              <a:avLst/>
              <a:gdLst>
                <a:gd name="T0" fmla="*/ 0 w 1"/>
                <a:gd name="T1" fmla="*/ 0 h 490"/>
                <a:gd name="T2" fmla="*/ 0 w 1"/>
                <a:gd name="T3" fmla="*/ 2147483646 h 490"/>
                <a:gd name="T4" fmla="*/ 0 60000 65536"/>
                <a:gd name="T5" fmla="*/ 0 60000 65536"/>
                <a:gd name="T6" fmla="*/ 0 w 1"/>
                <a:gd name="T7" fmla="*/ 0 h 490"/>
                <a:gd name="T8" fmla="*/ 1 w 1"/>
                <a:gd name="T9" fmla="*/ 490 h 490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" h="490">
                  <a:moveTo>
                    <a:pt x="0" y="0"/>
                  </a:moveTo>
                  <a:lnTo>
                    <a:pt x="0" y="490"/>
                  </a:lnTo>
                </a:path>
              </a:pathLst>
            </a:custGeom>
            <a:noFill/>
            <a:ln w="2857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/>
            <a:lstStyle/>
            <a:p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255029" name="Freeform 13"/>
            <p:cNvSpPr/>
            <p:nvPr>
              <p:custDataLst>
                <p:tags r:id="rId10"/>
              </p:custDataLst>
            </p:nvPr>
          </p:nvSpPr>
          <p:spPr bwMode="auto">
            <a:xfrm>
              <a:off x="5797377" y="5301159"/>
              <a:ext cx="1587" cy="752475"/>
            </a:xfrm>
            <a:custGeom>
              <a:avLst/>
              <a:gdLst>
                <a:gd name="T0" fmla="*/ 0 w 1"/>
                <a:gd name="T1" fmla="*/ 0 h 474"/>
                <a:gd name="T2" fmla="*/ 2147483646 w 1"/>
                <a:gd name="T3" fmla="*/ 2147483646 h 474"/>
                <a:gd name="T4" fmla="*/ 0 60000 65536"/>
                <a:gd name="T5" fmla="*/ 0 60000 65536"/>
                <a:gd name="T6" fmla="*/ 0 w 1"/>
                <a:gd name="T7" fmla="*/ 0 h 474"/>
                <a:gd name="T8" fmla="*/ 1 w 1"/>
                <a:gd name="T9" fmla="*/ 474 h 474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" h="474">
                  <a:moveTo>
                    <a:pt x="0" y="0"/>
                  </a:moveTo>
                  <a:lnTo>
                    <a:pt x="1" y="474"/>
                  </a:lnTo>
                </a:path>
              </a:pathLst>
            </a:custGeom>
            <a:noFill/>
            <a:ln w="2857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/>
            <a:lstStyle/>
            <a:p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255030" name="Text Box 14"/>
            <p:cNvSpPr txBox="1">
              <a:spLocks noChangeArrowheads="1"/>
            </p:cNvSpPr>
            <p:nvPr>
              <p:custDataLst>
                <p:tags r:id="rId11"/>
              </p:custDataLst>
            </p:nvPr>
          </p:nvSpPr>
          <p:spPr bwMode="auto">
            <a:xfrm>
              <a:off x="4213052" y="5733276"/>
              <a:ext cx="823595" cy="3987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normAutofit fontScale="90000"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2000" i="1">
                  <a:solidFill>
                    <a:schemeClr val="tx1"/>
                  </a:solidFill>
                  <a:latin typeface="+mn-lt"/>
                  <a:ea typeface="+mn-ea"/>
                </a:rPr>
                <a:t>m</a:t>
              </a:r>
              <a:r>
                <a:rPr kumimoji="1" lang="en-US" altLang="zh-CN" sz="2000">
                  <a:solidFill>
                    <a:schemeClr val="tx1"/>
                  </a:solidFill>
                  <a:latin typeface="+mn-lt"/>
                  <a:ea typeface="+mn-ea"/>
                </a:rPr>
                <a:t> </a:t>
              </a:r>
              <a:r>
                <a:rPr kumimoji="1" lang="zh-CN" altLang="en-US" sz="2000">
                  <a:solidFill>
                    <a:schemeClr val="tx1"/>
                  </a:solidFill>
                  <a:latin typeface="+mn-lt"/>
                  <a:ea typeface="+mn-ea"/>
                </a:rPr>
                <a:t>位</a:t>
              </a:r>
              <a:endParaRPr kumimoji="1" lang="zh-CN" altLang="en-US" sz="2000">
                <a:solidFill>
                  <a:schemeClr val="tx1"/>
                </a:solidFill>
                <a:latin typeface="+mn-lt"/>
                <a:ea typeface="+mn-ea"/>
              </a:endParaRPr>
            </a:p>
          </p:txBody>
        </p:sp>
        <p:sp>
          <p:nvSpPr>
            <p:cNvPr id="255031" name="Rectangle 16"/>
            <p:cNvSpPr>
              <a:spLocks noChangeArrowheads="1"/>
            </p:cNvSpPr>
            <p:nvPr>
              <p:custDataLst>
                <p:tags r:id="rId12"/>
              </p:custDataLst>
            </p:nvPr>
          </p:nvSpPr>
          <p:spPr bwMode="auto">
            <a:xfrm>
              <a:off x="4932189" y="4797921"/>
              <a:ext cx="865188" cy="503238"/>
            </a:xfrm>
            <a:prstGeom prst="rect">
              <a:avLst/>
            </a:prstGeom>
            <a:solidFill>
              <a:schemeClr val="accent5">
                <a:alpha val="18823"/>
              </a:schemeClr>
            </a:solidFill>
            <a:ln w="25400" algn="ctr">
              <a:solidFill>
                <a:schemeClr val="accent6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 sz="2000">
                <a:solidFill>
                  <a:schemeClr val="tx1"/>
                </a:solidFill>
              </a:endParaRPr>
            </a:p>
          </p:txBody>
        </p:sp>
        <p:sp>
          <p:nvSpPr>
            <p:cNvPr id="255032" name="Rectangle 17"/>
            <p:cNvSpPr>
              <a:spLocks noChangeArrowheads="1"/>
            </p:cNvSpPr>
            <p:nvPr>
              <p:custDataLst>
                <p:tags r:id="rId13"/>
              </p:custDataLst>
            </p:nvPr>
          </p:nvSpPr>
          <p:spPr bwMode="auto">
            <a:xfrm>
              <a:off x="5797377" y="4797921"/>
              <a:ext cx="1295400" cy="503238"/>
            </a:xfrm>
            <a:prstGeom prst="rect">
              <a:avLst/>
            </a:prstGeom>
            <a:solidFill>
              <a:schemeClr val="accent2">
                <a:alpha val="18823"/>
              </a:schemeClr>
            </a:solidFill>
            <a:ln w="25400" algn="ctr">
              <a:solidFill>
                <a:schemeClr val="accent3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 sz="2000">
                <a:solidFill>
                  <a:schemeClr val="bg1"/>
                </a:solidFill>
              </a:endParaRPr>
            </a:p>
          </p:txBody>
        </p:sp>
        <p:sp>
          <p:nvSpPr>
            <p:cNvPr id="255033" name="Line 50"/>
            <p:cNvSpPr>
              <a:spLocks noChangeShapeType="1"/>
            </p:cNvSpPr>
            <p:nvPr>
              <p:custDataLst>
                <p:tags r:id="rId14"/>
              </p:custDataLst>
            </p:nvPr>
          </p:nvSpPr>
          <p:spPr bwMode="auto">
            <a:xfrm>
              <a:off x="4789314" y="5913934"/>
              <a:ext cx="1008063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255034" name="Line 51"/>
            <p:cNvSpPr>
              <a:spLocks noChangeShapeType="1"/>
            </p:cNvSpPr>
            <p:nvPr>
              <p:custDataLst>
                <p:tags r:id="rId15"/>
              </p:custDataLst>
            </p:nvPr>
          </p:nvSpPr>
          <p:spPr bwMode="auto">
            <a:xfrm flipH="1">
              <a:off x="3420889" y="5913934"/>
              <a:ext cx="863600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254982" name="Text Box 26"/>
          <p:cNvSpPr txBox="1">
            <a:spLocks noChangeArrowheads="1"/>
          </p:cNvSpPr>
          <p:nvPr>
            <p:custDataLst>
              <p:tags r:id="rId16"/>
            </p:custDataLst>
          </p:nvPr>
        </p:nvSpPr>
        <p:spPr bwMode="auto">
          <a:xfrm>
            <a:off x="4439920" y="1179195"/>
            <a:ext cx="1370965" cy="3987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prstDash val="dash"/>
                <a:miter lim="800000"/>
                <a:headEnd/>
                <a:tailEnd/>
              </a14:hiddenLine>
            </a:ext>
          </a:extLst>
        </p:spPr>
        <p:txBody>
          <a:bodyPr wrap="square">
            <a:normAutofit fontScale="90000"/>
          </a:bodyPr>
          <a:lstStyle>
            <a:lvl1pPr marL="342900" indent="-3429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Tx/>
              <a:buNone/>
            </a:pPr>
            <a:r>
              <a:rPr lang="en-US" altLang="zh-CN" sz="2000">
                <a:solidFill>
                  <a:schemeClr val="tx1"/>
                </a:solidFill>
                <a:latin typeface="+mn-lt"/>
                <a:ea typeface="+mn-ea"/>
              </a:rPr>
              <a:t>Cache</a:t>
            </a:r>
            <a:r>
              <a:rPr lang="zh-CN" altLang="en-US" sz="2000">
                <a:solidFill>
                  <a:schemeClr val="tx1"/>
                </a:solidFill>
                <a:latin typeface="+mn-lt"/>
                <a:ea typeface="+mn-ea"/>
              </a:rPr>
              <a:t>地址</a:t>
            </a:r>
            <a:endParaRPr lang="zh-CN" altLang="en-US" sz="2000">
              <a:solidFill>
                <a:schemeClr val="tx1"/>
              </a:solidFill>
              <a:latin typeface="+mn-lt"/>
              <a:ea typeface="+mn-ea"/>
            </a:endParaRPr>
          </a:p>
        </p:txBody>
      </p:sp>
      <p:grpSp>
        <p:nvGrpSpPr>
          <p:cNvPr id="254983" name="组合 34"/>
          <p:cNvGrpSpPr/>
          <p:nvPr/>
        </p:nvGrpSpPr>
        <p:grpSpPr bwMode="auto">
          <a:xfrm>
            <a:off x="6211888" y="757238"/>
            <a:ext cx="4024372" cy="1352660"/>
            <a:chOff x="4525200" y="898920"/>
            <a:chExt cx="4024372" cy="1352165"/>
          </a:xfrm>
        </p:grpSpPr>
        <p:grpSp>
          <p:nvGrpSpPr>
            <p:cNvPr id="255010" name="Group 18"/>
            <p:cNvGrpSpPr/>
            <p:nvPr/>
          </p:nvGrpSpPr>
          <p:grpSpPr bwMode="auto">
            <a:xfrm>
              <a:off x="5636450" y="1333338"/>
              <a:ext cx="2913122" cy="520700"/>
              <a:chOff x="3470" y="3384"/>
              <a:chExt cx="1818" cy="319"/>
            </a:xfrm>
          </p:grpSpPr>
          <p:grpSp>
            <p:nvGrpSpPr>
              <p:cNvPr id="255016" name="Group 19"/>
              <p:cNvGrpSpPr/>
              <p:nvPr/>
            </p:nvGrpSpPr>
            <p:grpSpPr bwMode="auto">
              <a:xfrm>
                <a:off x="3470" y="3385"/>
                <a:ext cx="952" cy="318"/>
                <a:chOff x="3470" y="3385"/>
                <a:chExt cx="952" cy="318"/>
              </a:xfrm>
            </p:grpSpPr>
            <p:sp>
              <p:nvSpPr>
                <p:cNvPr id="255019" name="Rectangle 20"/>
                <p:cNvSpPr>
                  <a:spLocks noChangeArrowheads="1"/>
                </p:cNvSpPr>
                <p:nvPr>
                  <p:custDataLst>
                    <p:tags r:id="rId17"/>
                  </p:custDataLst>
                </p:nvPr>
              </p:nvSpPr>
              <p:spPr bwMode="auto">
                <a:xfrm>
                  <a:off x="3470" y="3385"/>
                  <a:ext cx="907" cy="318"/>
                </a:xfrm>
                <a:prstGeom prst="rect">
                  <a:avLst/>
                </a:prstGeom>
                <a:solidFill>
                  <a:schemeClr val="accent2">
                    <a:alpha val="14902"/>
                  </a:schemeClr>
                </a:solidFill>
                <a:ln w="25400" algn="ctr">
                  <a:solidFill>
                    <a:schemeClr val="accent1"/>
                  </a:solidFill>
                  <a:miter lim="800000"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/>
                  <a:endParaRPr lang="zh-CN" altLang="en-US" sz="2000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255020" name="Text Box 21"/>
                <p:cNvSpPr txBox="1">
                  <a:spLocks noChangeArrowheads="1"/>
                </p:cNvSpPr>
                <p:nvPr>
                  <p:custDataLst>
                    <p:tags r:id="rId18"/>
                  </p:custDataLst>
                </p:nvPr>
              </p:nvSpPr>
              <p:spPr bwMode="auto">
                <a:xfrm>
                  <a:off x="3470" y="3430"/>
                  <a:ext cx="952" cy="24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5400">
                      <a:solidFill>
                        <a:srgbClr val="000000"/>
                      </a:solidFill>
                      <a:prstDash val="dash"/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square">
                  <a:normAutofit fontScale="90000"/>
                </a:bodyPr>
                <a:lstStyle>
                  <a:lvl1pPr marL="342900" indent="-342900"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buFontTx/>
                    <a:buNone/>
                  </a:pPr>
                  <a:r>
                    <a:rPr lang="en-US" altLang="zh-CN" sz="2000">
                      <a:solidFill>
                        <a:schemeClr val="tx1"/>
                      </a:solidFill>
                      <a:latin typeface="+mn-lt"/>
                      <a:ea typeface="+mn-ea"/>
                    </a:rPr>
                    <a:t>Cache</a:t>
                  </a:r>
                  <a:r>
                    <a:rPr lang="zh-CN" altLang="en-US" sz="2000">
                      <a:solidFill>
                        <a:schemeClr val="tx1"/>
                      </a:solidFill>
                      <a:latin typeface="+mn-lt"/>
                      <a:ea typeface="+mn-ea"/>
                    </a:rPr>
                    <a:t>块号</a:t>
                  </a:r>
                  <a:endParaRPr lang="zh-CN" altLang="en-US" sz="2000">
                    <a:solidFill>
                      <a:schemeClr val="tx1"/>
                    </a:solidFill>
                    <a:latin typeface="+mn-lt"/>
                    <a:ea typeface="+mn-ea"/>
                  </a:endParaRPr>
                </a:p>
              </p:txBody>
            </p:sp>
          </p:grpSp>
          <p:sp>
            <p:nvSpPr>
              <p:cNvPr id="255017" name="Rectangle 22"/>
              <p:cNvSpPr>
                <a:spLocks noChangeArrowheads="1"/>
              </p:cNvSpPr>
              <p:nvPr>
                <p:custDataLst>
                  <p:tags r:id="rId19"/>
                </p:custDataLst>
              </p:nvPr>
            </p:nvSpPr>
            <p:spPr bwMode="auto">
              <a:xfrm>
                <a:off x="4377" y="3384"/>
                <a:ext cx="907" cy="318"/>
              </a:xfrm>
              <a:prstGeom prst="rect">
                <a:avLst/>
              </a:prstGeom>
              <a:solidFill>
                <a:schemeClr val="accent5">
                  <a:alpha val="14902"/>
                </a:schemeClr>
              </a:solidFill>
              <a:ln w="25400" algn="ctr">
                <a:solidFill>
                  <a:schemeClr val="accent6"/>
                </a:solidFill>
                <a:miter lim="800000"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endParaRPr lang="zh-CN" altLang="en-US" sz="2000">
                  <a:solidFill>
                    <a:schemeClr val="tx1"/>
                  </a:solidFill>
                </a:endParaRPr>
              </a:p>
            </p:txBody>
          </p:sp>
          <p:sp>
            <p:nvSpPr>
              <p:cNvPr id="255018" name="Text Box 23"/>
              <p:cNvSpPr txBox="1">
                <a:spLocks noChangeArrowheads="1"/>
              </p:cNvSpPr>
              <p:nvPr>
                <p:custDataLst>
                  <p:tags r:id="rId20"/>
                </p:custDataLst>
              </p:nvPr>
            </p:nvSpPr>
            <p:spPr bwMode="auto">
              <a:xfrm>
                <a:off x="4377" y="3430"/>
                <a:ext cx="911" cy="24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rgbClr val="000000"/>
                    </a:solidFill>
                    <a:prstDash val="dash"/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normAutofit fontScale="90000"/>
              </a:bodyPr>
              <a:lstStyle>
                <a:lvl1pPr marL="342900" indent="-342900"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buFontTx/>
                  <a:buNone/>
                </a:pPr>
                <a:r>
                  <a:rPr lang="zh-CN" altLang="en-US" sz="2000">
                    <a:solidFill>
                      <a:schemeClr val="tx1"/>
                    </a:solidFill>
                    <a:latin typeface="+mn-lt"/>
                    <a:ea typeface="+mn-ea"/>
                  </a:rPr>
                  <a:t>字块内地址</a:t>
                </a:r>
                <a:endParaRPr lang="zh-CN" altLang="en-US" sz="2000">
                  <a:solidFill>
                    <a:schemeClr val="tx1"/>
                  </a:solidFill>
                  <a:latin typeface="+mn-lt"/>
                  <a:ea typeface="+mn-ea"/>
                </a:endParaRPr>
              </a:p>
            </p:txBody>
          </p:sp>
        </p:grpSp>
        <p:sp>
          <p:nvSpPr>
            <p:cNvPr id="255011" name="Rectangle 24"/>
            <p:cNvSpPr>
              <a:spLocks noChangeArrowheads="1"/>
            </p:cNvSpPr>
            <p:nvPr>
              <p:custDataLst>
                <p:tags r:id="rId21"/>
              </p:custDataLst>
            </p:nvPr>
          </p:nvSpPr>
          <p:spPr bwMode="auto">
            <a:xfrm>
              <a:off x="4639500" y="1334926"/>
              <a:ext cx="1017587" cy="519112"/>
            </a:xfrm>
            <a:prstGeom prst="rect">
              <a:avLst/>
            </a:prstGeom>
            <a:solidFill>
              <a:schemeClr val="accent1">
                <a:alpha val="14902"/>
              </a:schemeClr>
            </a:solidFill>
            <a:ln w="25400" algn="ctr">
              <a:solidFill>
                <a:schemeClr val="accent3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 sz="2000">
                <a:solidFill>
                  <a:schemeClr val="bg1"/>
                </a:solidFill>
              </a:endParaRPr>
            </a:p>
          </p:txBody>
        </p:sp>
        <p:sp>
          <p:nvSpPr>
            <p:cNvPr id="255012" name="Text Box 25"/>
            <p:cNvSpPr txBox="1">
              <a:spLocks noChangeArrowheads="1"/>
            </p:cNvSpPr>
            <p:nvPr>
              <p:custDataLst>
                <p:tags r:id="rId22"/>
              </p:custDataLst>
            </p:nvPr>
          </p:nvSpPr>
          <p:spPr bwMode="auto">
            <a:xfrm>
              <a:off x="4785550" y="1407951"/>
              <a:ext cx="698500" cy="3986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prstDash val="dash"/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normAutofit fontScale="90000"/>
            </a:bodyPr>
            <a:lstStyle>
              <a:lvl1pPr marL="342900" indent="-34290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buFontTx/>
                <a:buNone/>
              </a:pPr>
              <a:r>
                <a:rPr lang="zh-CN" altLang="en-US" sz="2000">
                  <a:solidFill>
                    <a:schemeClr val="tx1"/>
                  </a:solidFill>
                  <a:latin typeface="+mn-lt"/>
                  <a:ea typeface="+mn-ea"/>
                </a:rPr>
                <a:t>标记</a:t>
              </a:r>
              <a:endParaRPr lang="zh-CN" altLang="en-US" sz="2000">
                <a:solidFill>
                  <a:schemeClr val="tx1"/>
                </a:solidFill>
                <a:latin typeface="+mn-lt"/>
                <a:ea typeface="+mn-ea"/>
              </a:endParaRPr>
            </a:p>
          </p:txBody>
        </p:sp>
        <p:sp>
          <p:nvSpPr>
            <p:cNvPr id="255013" name="Text Box 27"/>
            <p:cNvSpPr txBox="1">
              <a:spLocks noChangeArrowheads="1"/>
            </p:cNvSpPr>
            <p:nvPr>
              <p:custDataLst>
                <p:tags r:id="rId23"/>
              </p:custDataLst>
            </p:nvPr>
          </p:nvSpPr>
          <p:spPr bwMode="auto">
            <a:xfrm>
              <a:off x="7374445" y="898920"/>
              <a:ext cx="864870" cy="3986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prstDash val="dash"/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normAutofit fontScale="90000"/>
            </a:bodyPr>
            <a:lstStyle>
              <a:lvl1pPr marL="342900" indent="-34290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buFontTx/>
                <a:buNone/>
              </a:pPr>
              <a:r>
                <a:rPr lang="en-US" altLang="zh-CN" sz="2000">
                  <a:solidFill>
                    <a:schemeClr val="tx1"/>
                  </a:solidFill>
                  <a:latin typeface="+mn-lt"/>
                  <a:ea typeface="+mn-ea"/>
                </a:rPr>
                <a:t>  b</a:t>
              </a:r>
              <a:r>
                <a:rPr lang="zh-CN" altLang="en-US" sz="2000">
                  <a:solidFill>
                    <a:schemeClr val="tx1"/>
                  </a:solidFill>
                  <a:latin typeface="+mn-lt"/>
                  <a:ea typeface="+mn-ea"/>
                </a:rPr>
                <a:t>位</a:t>
              </a:r>
              <a:endParaRPr lang="zh-CN" altLang="en-US" sz="2000">
                <a:solidFill>
                  <a:schemeClr val="tx1"/>
                </a:solidFill>
                <a:latin typeface="+mn-lt"/>
                <a:ea typeface="+mn-ea"/>
              </a:endParaRPr>
            </a:p>
          </p:txBody>
        </p:sp>
        <p:sp>
          <p:nvSpPr>
            <p:cNvPr id="255014" name="Text Box 28"/>
            <p:cNvSpPr txBox="1">
              <a:spLocks noChangeArrowheads="1"/>
            </p:cNvSpPr>
            <p:nvPr>
              <p:custDataLst>
                <p:tags r:id="rId24"/>
              </p:custDataLst>
            </p:nvPr>
          </p:nvSpPr>
          <p:spPr bwMode="auto">
            <a:xfrm>
              <a:off x="5896165" y="921772"/>
              <a:ext cx="834390" cy="3986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prstDash val="dash"/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normAutofit fontScale="90000"/>
            </a:bodyPr>
            <a:lstStyle>
              <a:lvl1pPr marL="342900" indent="-34290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buFontTx/>
                <a:buNone/>
              </a:pPr>
              <a:r>
                <a:rPr lang="en-US" altLang="zh-CN" sz="2000">
                  <a:solidFill>
                    <a:schemeClr val="tx1"/>
                  </a:solidFill>
                  <a:latin typeface="+mn-lt"/>
                  <a:ea typeface="+mn-ea"/>
                </a:rPr>
                <a:t>  c</a:t>
              </a:r>
              <a:r>
                <a:rPr lang="zh-CN" altLang="en-US" sz="2000">
                  <a:solidFill>
                    <a:schemeClr val="tx1"/>
                  </a:solidFill>
                  <a:latin typeface="+mn-lt"/>
                  <a:ea typeface="+mn-ea"/>
                </a:rPr>
                <a:t>位</a:t>
              </a:r>
              <a:endParaRPr lang="zh-CN" altLang="en-US" sz="2000">
                <a:solidFill>
                  <a:schemeClr val="tx1"/>
                </a:solidFill>
                <a:latin typeface="+mn-lt"/>
                <a:ea typeface="+mn-ea"/>
              </a:endParaRPr>
            </a:p>
          </p:txBody>
        </p:sp>
        <p:sp>
          <p:nvSpPr>
            <p:cNvPr id="255015" name="Text Box 29"/>
            <p:cNvSpPr txBox="1">
              <a:spLocks noChangeArrowheads="1"/>
            </p:cNvSpPr>
            <p:nvPr/>
          </p:nvSpPr>
          <p:spPr bwMode="auto">
            <a:xfrm>
              <a:off x="4525200" y="1852451"/>
              <a:ext cx="309880" cy="3986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prstDash val="dash"/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marL="342900" indent="-34290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buFontTx/>
                <a:buNone/>
              </a:pPr>
              <a:endParaRPr lang="zh-CN" altLang="en-US" sz="2000">
                <a:solidFill>
                  <a:schemeClr val="tx1"/>
                </a:solidFill>
                <a:latin typeface="+mn-lt"/>
                <a:ea typeface="+mn-ea"/>
              </a:endParaRPr>
            </a:p>
          </p:txBody>
        </p:sp>
      </p:grpSp>
      <p:sp>
        <p:nvSpPr>
          <p:cNvPr id="254984" name="左大括号 35"/>
          <p:cNvSpPr/>
          <p:nvPr>
            <p:custDataLst>
              <p:tags r:id="rId25"/>
            </p:custDataLst>
          </p:nvPr>
        </p:nvSpPr>
        <p:spPr bwMode="auto">
          <a:xfrm>
            <a:off x="3498850" y="2205355"/>
            <a:ext cx="576580" cy="3082925"/>
          </a:xfrm>
          <a:prstGeom prst="leftBrace">
            <a:avLst>
              <a:gd name="adj1" fmla="val 8336"/>
              <a:gd name="adj2" fmla="val 50000"/>
            </a:avLst>
          </a:prstGeom>
          <a:noFill/>
          <a:ln w="25400" algn="ctr">
            <a:solidFill>
              <a:schemeClr val="accent2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marL="342900" indent="-3429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lang="zh-CN" altLang="en-US" sz="2000">
              <a:solidFill>
                <a:schemeClr val="tx1"/>
              </a:solidFill>
            </a:endParaRPr>
          </a:p>
        </p:txBody>
      </p:sp>
      <p:sp>
        <p:nvSpPr>
          <p:cNvPr id="254985" name="Text Box 4"/>
          <p:cNvSpPr txBox="1">
            <a:spLocks noChangeArrowheads="1"/>
          </p:cNvSpPr>
          <p:nvPr>
            <p:custDataLst>
              <p:tags r:id="rId26"/>
            </p:custDataLst>
          </p:nvPr>
        </p:nvSpPr>
        <p:spPr bwMode="auto">
          <a:xfrm>
            <a:off x="3962400" y="2514600"/>
            <a:ext cx="1841500" cy="3987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prstDash val="dash"/>
                <a:miter lim="800000"/>
                <a:headEnd/>
                <a:tailEnd/>
              </a14:hiddenLine>
            </a:ext>
          </a:extLst>
        </p:spPr>
        <p:txBody>
          <a:bodyPr wrap="square">
            <a:normAutofit fontScale="90000"/>
          </a:bodyPr>
          <a:lstStyle>
            <a:lvl1pPr marL="342900" indent="-3429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Tx/>
              <a:buNone/>
            </a:pPr>
            <a:r>
              <a:rPr lang="zh-CN" altLang="en-US" sz="2000">
                <a:solidFill>
                  <a:schemeClr val="tx1"/>
                </a:solidFill>
                <a:latin typeface="+mn-lt"/>
                <a:ea typeface="+mn-ea"/>
              </a:rPr>
              <a:t>（</a:t>
            </a:r>
            <a:r>
              <a:rPr lang="en-US" altLang="zh-CN" sz="2000">
                <a:solidFill>
                  <a:schemeClr val="tx1"/>
                </a:solidFill>
                <a:latin typeface="+mn-lt"/>
                <a:ea typeface="+mn-ea"/>
              </a:rPr>
              <a:t>1</a:t>
            </a:r>
            <a:r>
              <a:rPr lang="zh-CN" altLang="en-US" sz="2000">
                <a:solidFill>
                  <a:schemeClr val="tx1"/>
                </a:solidFill>
                <a:latin typeface="+mn-lt"/>
                <a:ea typeface="+mn-ea"/>
              </a:rPr>
              <a:t>）直接映射</a:t>
            </a:r>
            <a:endParaRPr lang="zh-CN" altLang="en-US" sz="2000">
              <a:solidFill>
                <a:schemeClr val="tx1"/>
              </a:solidFill>
              <a:latin typeface="+mn-lt"/>
              <a:ea typeface="+mn-ea"/>
            </a:endParaRPr>
          </a:p>
        </p:txBody>
      </p:sp>
      <p:sp>
        <p:nvSpPr>
          <p:cNvPr id="254986" name="Text Box 4"/>
          <p:cNvSpPr txBox="1">
            <a:spLocks noChangeArrowheads="1"/>
          </p:cNvSpPr>
          <p:nvPr>
            <p:custDataLst>
              <p:tags r:id="rId27"/>
            </p:custDataLst>
          </p:nvPr>
        </p:nvSpPr>
        <p:spPr bwMode="auto">
          <a:xfrm>
            <a:off x="3962400" y="3700463"/>
            <a:ext cx="2096770" cy="3987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prstDash val="dash"/>
                <a:miter lim="800000"/>
                <a:headEnd/>
                <a:tailEnd/>
              </a14:hiddenLine>
            </a:ext>
          </a:extLst>
        </p:spPr>
        <p:txBody>
          <a:bodyPr wrap="square">
            <a:normAutofit fontScale="90000"/>
          </a:bodyPr>
          <a:lstStyle>
            <a:lvl1pPr marL="342900" indent="-3429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Tx/>
              <a:buNone/>
            </a:pPr>
            <a:r>
              <a:rPr lang="zh-CN" altLang="en-US" sz="2000">
                <a:solidFill>
                  <a:schemeClr val="tx1"/>
                </a:solidFill>
                <a:latin typeface="+mn-lt"/>
                <a:ea typeface="+mn-ea"/>
              </a:rPr>
              <a:t>（</a:t>
            </a:r>
            <a:r>
              <a:rPr lang="en-US" altLang="zh-CN" sz="2000">
                <a:solidFill>
                  <a:schemeClr val="tx1"/>
                </a:solidFill>
                <a:latin typeface="+mn-lt"/>
                <a:ea typeface="+mn-ea"/>
              </a:rPr>
              <a:t>2</a:t>
            </a:r>
            <a:r>
              <a:rPr lang="zh-CN" altLang="en-US" sz="2000">
                <a:solidFill>
                  <a:schemeClr val="tx1"/>
                </a:solidFill>
                <a:latin typeface="+mn-lt"/>
                <a:ea typeface="+mn-ea"/>
              </a:rPr>
              <a:t>）全相连映射</a:t>
            </a:r>
            <a:endParaRPr lang="zh-CN" altLang="en-US" sz="2000">
              <a:solidFill>
                <a:schemeClr val="tx1"/>
              </a:solidFill>
              <a:latin typeface="+mn-lt"/>
              <a:ea typeface="+mn-ea"/>
            </a:endParaRPr>
          </a:p>
        </p:txBody>
      </p:sp>
      <p:sp>
        <p:nvSpPr>
          <p:cNvPr id="254987" name="Text Box 4"/>
          <p:cNvSpPr txBox="1">
            <a:spLocks noChangeArrowheads="1"/>
          </p:cNvSpPr>
          <p:nvPr>
            <p:custDataLst>
              <p:tags r:id="rId28"/>
            </p:custDataLst>
          </p:nvPr>
        </p:nvSpPr>
        <p:spPr bwMode="auto">
          <a:xfrm>
            <a:off x="3973513" y="5005388"/>
            <a:ext cx="2096770" cy="3987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prstDash val="dash"/>
                <a:miter lim="800000"/>
                <a:headEnd/>
                <a:tailEnd/>
              </a14:hiddenLine>
            </a:ext>
          </a:extLst>
        </p:spPr>
        <p:txBody>
          <a:bodyPr wrap="square">
            <a:normAutofit fontScale="90000"/>
          </a:bodyPr>
          <a:lstStyle>
            <a:lvl1pPr marL="342900" indent="-3429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Tx/>
              <a:buNone/>
            </a:pPr>
            <a:r>
              <a:rPr lang="zh-CN" altLang="en-US" sz="2000">
                <a:solidFill>
                  <a:schemeClr val="tx1"/>
                </a:solidFill>
                <a:latin typeface="+mn-lt"/>
                <a:ea typeface="+mn-ea"/>
              </a:rPr>
              <a:t>（</a:t>
            </a:r>
            <a:r>
              <a:rPr lang="en-US" altLang="zh-CN" sz="2000">
                <a:solidFill>
                  <a:schemeClr val="tx1"/>
                </a:solidFill>
                <a:latin typeface="+mn-lt"/>
                <a:ea typeface="+mn-ea"/>
              </a:rPr>
              <a:t>3</a:t>
            </a:r>
            <a:r>
              <a:rPr lang="zh-CN" altLang="en-US" sz="2000">
                <a:solidFill>
                  <a:schemeClr val="tx1"/>
                </a:solidFill>
                <a:latin typeface="+mn-lt"/>
                <a:ea typeface="+mn-ea"/>
              </a:rPr>
              <a:t>）组相连映射</a:t>
            </a:r>
            <a:endParaRPr lang="zh-CN" altLang="en-US" sz="2000">
              <a:solidFill>
                <a:schemeClr val="tx1"/>
              </a:solidFill>
              <a:latin typeface="+mn-lt"/>
              <a:ea typeface="+mn-ea"/>
            </a:endParaRPr>
          </a:p>
        </p:txBody>
      </p:sp>
      <p:grpSp>
        <p:nvGrpSpPr>
          <p:cNvPr id="254988" name="组合 54"/>
          <p:cNvGrpSpPr/>
          <p:nvPr/>
        </p:nvGrpSpPr>
        <p:grpSpPr bwMode="auto">
          <a:xfrm>
            <a:off x="6557963" y="2506663"/>
            <a:ext cx="3905250" cy="901700"/>
            <a:chOff x="5034485" y="2506501"/>
            <a:chExt cx="3905250" cy="901701"/>
          </a:xfrm>
        </p:grpSpPr>
        <p:sp>
          <p:nvSpPr>
            <p:cNvPr id="255001" name="Rectangle 15"/>
            <p:cNvSpPr>
              <a:spLocks noChangeArrowheads="1"/>
            </p:cNvSpPr>
            <p:nvPr>
              <p:custDataLst>
                <p:tags r:id="rId29"/>
              </p:custDataLst>
            </p:nvPr>
          </p:nvSpPr>
          <p:spPr bwMode="auto">
            <a:xfrm>
              <a:off x="5034485" y="2506501"/>
              <a:ext cx="1120467" cy="503238"/>
            </a:xfrm>
            <a:prstGeom prst="rect">
              <a:avLst/>
            </a:prstGeom>
            <a:solidFill>
              <a:schemeClr val="accent1">
                <a:alpha val="18823"/>
              </a:schemeClr>
            </a:solidFill>
            <a:ln w="25400" algn="ctr">
              <a:solidFill>
                <a:schemeClr val="accent4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 sz="2000">
                <a:solidFill>
                  <a:schemeClr val="bg1"/>
                </a:solidFill>
              </a:endParaRPr>
            </a:p>
          </p:txBody>
        </p:sp>
        <p:sp>
          <p:nvSpPr>
            <p:cNvPr id="255002" name="Rectangle 16"/>
            <p:cNvSpPr>
              <a:spLocks noChangeArrowheads="1"/>
            </p:cNvSpPr>
            <p:nvPr>
              <p:custDataLst>
                <p:tags r:id="rId30"/>
              </p:custDataLst>
            </p:nvPr>
          </p:nvSpPr>
          <p:spPr bwMode="auto">
            <a:xfrm>
              <a:off x="6158125" y="2506501"/>
              <a:ext cx="1252848" cy="503238"/>
            </a:xfrm>
            <a:prstGeom prst="rect">
              <a:avLst/>
            </a:prstGeom>
            <a:solidFill>
              <a:schemeClr val="accent5">
                <a:alpha val="18823"/>
              </a:schemeClr>
            </a:solidFill>
            <a:ln w="25400" algn="ctr">
              <a:solidFill>
                <a:schemeClr val="accent6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 sz="2000">
                <a:solidFill>
                  <a:schemeClr val="tx1"/>
                </a:solidFill>
              </a:endParaRPr>
            </a:p>
          </p:txBody>
        </p:sp>
        <p:sp>
          <p:nvSpPr>
            <p:cNvPr id="255003" name="Rectangle 5"/>
            <p:cNvSpPr>
              <a:spLocks noChangeArrowheads="1"/>
            </p:cNvSpPr>
            <p:nvPr>
              <p:custDataLst>
                <p:tags r:id="rId31"/>
              </p:custDataLst>
            </p:nvPr>
          </p:nvSpPr>
          <p:spPr bwMode="auto">
            <a:xfrm>
              <a:off x="7339535" y="2577939"/>
              <a:ext cx="160020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norm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buFontTx/>
                <a:buNone/>
              </a:pPr>
              <a:r>
                <a:rPr lang="en-US" altLang="zh-CN" sz="1900">
                  <a:solidFill>
                    <a:schemeClr val="tx1"/>
                  </a:solidFill>
                  <a:latin typeface="+mn-lt"/>
                  <a:ea typeface="+mn-ea"/>
                </a:rPr>
                <a:t> </a:t>
              </a:r>
              <a:r>
                <a:rPr lang="zh-CN" altLang="en-US" sz="1900">
                  <a:solidFill>
                    <a:schemeClr val="tx1"/>
                  </a:solidFill>
                  <a:latin typeface="+mn-lt"/>
                  <a:ea typeface="+mn-ea"/>
                </a:rPr>
                <a:t>字块内地址</a:t>
              </a:r>
              <a:endParaRPr lang="zh-CN" altLang="en-US" sz="1900">
                <a:solidFill>
                  <a:schemeClr val="tx1"/>
                </a:solidFill>
                <a:latin typeface="+mn-lt"/>
                <a:ea typeface="+mn-ea"/>
              </a:endParaRPr>
            </a:p>
          </p:txBody>
        </p:sp>
        <p:sp>
          <p:nvSpPr>
            <p:cNvPr id="255004" name="Rectangle 6"/>
            <p:cNvSpPr>
              <a:spLocks noChangeArrowheads="1"/>
            </p:cNvSpPr>
            <p:nvPr>
              <p:custDataLst>
                <p:tags r:id="rId32"/>
              </p:custDataLst>
            </p:nvPr>
          </p:nvSpPr>
          <p:spPr bwMode="auto">
            <a:xfrm>
              <a:off x="6156539" y="2577939"/>
              <a:ext cx="1325872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norm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buFontTx/>
                <a:buNone/>
              </a:pPr>
              <a:r>
                <a:rPr lang="zh-CN" altLang="en-US" sz="1900">
                  <a:solidFill>
                    <a:schemeClr val="tx1"/>
                  </a:solidFill>
                  <a:latin typeface="+mn-lt"/>
                  <a:ea typeface="+mn-ea"/>
                </a:rPr>
                <a:t>字块地址</a:t>
              </a:r>
              <a:endParaRPr lang="zh-CN" altLang="en-US" sz="1900">
                <a:solidFill>
                  <a:schemeClr val="tx1"/>
                </a:solidFill>
                <a:latin typeface="+mn-lt"/>
                <a:ea typeface="+mn-ea"/>
              </a:endParaRPr>
            </a:p>
          </p:txBody>
        </p:sp>
        <p:sp>
          <p:nvSpPr>
            <p:cNvPr id="255005" name="Rectangle 7"/>
            <p:cNvSpPr>
              <a:spLocks noChangeArrowheads="1"/>
            </p:cNvSpPr>
            <p:nvPr>
              <p:custDataLst>
                <p:tags r:id="rId33"/>
              </p:custDataLst>
            </p:nvPr>
          </p:nvSpPr>
          <p:spPr bwMode="auto">
            <a:xfrm>
              <a:off x="5078625" y="2577939"/>
              <a:ext cx="1030598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norm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Tx/>
                <a:buNone/>
              </a:pPr>
              <a:r>
                <a:rPr lang="zh-CN" altLang="en-US" sz="1900">
                  <a:solidFill>
                    <a:schemeClr val="tx1"/>
                  </a:solidFill>
                  <a:latin typeface="+mn-lt"/>
                  <a:ea typeface="+mn-ea"/>
                </a:rPr>
                <a:t>标记</a:t>
              </a:r>
              <a:endParaRPr lang="zh-CN" altLang="en-US" sz="1900">
                <a:solidFill>
                  <a:schemeClr val="tx1"/>
                </a:solidFill>
                <a:latin typeface="+mn-lt"/>
                <a:ea typeface="+mn-ea"/>
              </a:endParaRPr>
            </a:p>
          </p:txBody>
        </p:sp>
        <p:sp>
          <p:nvSpPr>
            <p:cNvPr id="255006" name="Text Box 8"/>
            <p:cNvSpPr txBox="1">
              <a:spLocks noChangeArrowheads="1"/>
            </p:cNvSpPr>
            <p:nvPr>
              <p:custDataLst>
                <p:tags r:id="rId34"/>
              </p:custDataLst>
            </p:nvPr>
          </p:nvSpPr>
          <p:spPr bwMode="auto">
            <a:xfrm>
              <a:off x="5167200" y="2994817"/>
              <a:ext cx="943610" cy="3987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normAutofit fontScale="90000"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2000" i="1">
                  <a:solidFill>
                    <a:schemeClr val="tx1"/>
                  </a:solidFill>
                  <a:latin typeface="+mn-lt"/>
                  <a:ea typeface="+mn-ea"/>
                </a:rPr>
                <a:t>m-c</a:t>
              </a:r>
              <a:r>
                <a:rPr kumimoji="1" lang="zh-CN" altLang="en-US" sz="1800">
                  <a:solidFill>
                    <a:schemeClr val="tx1"/>
                  </a:solidFill>
                  <a:latin typeface="+mn-lt"/>
                  <a:ea typeface="+mn-ea"/>
                </a:rPr>
                <a:t>位</a:t>
              </a:r>
              <a:endParaRPr kumimoji="1" lang="zh-CN" altLang="en-US" sz="1800">
                <a:solidFill>
                  <a:schemeClr val="tx1"/>
                </a:solidFill>
                <a:latin typeface="+mn-lt"/>
                <a:ea typeface="+mn-ea"/>
              </a:endParaRPr>
            </a:p>
          </p:txBody>
        </p:sp>
        <p:sp>
          <p:nvSpPr>
            <p:cNvPr id="255007" name="Text Box 9"/>
            <p:cNvSpPr txBox="1">
              <a:spLocks noChangeArrowheads="1"/>
            </p:cNvSpPr>
            <p:nvPr>
              <p:custDataLst>
                <p:tags r:id="rId35"/>
              </p:custDataLst>
            </p:nvPr>
          </p:nvSpPr>
          <p:spPr bwMode="auto">
            <a:xfrm>
              <a:off x="6501970" y="3002437"/>
              <a:ext cx="706120" cy="3987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normAutofit fontScale="90000"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2000" i="1">
                  <a:solidFill>
                    <a:schemeClr val="tx1"/>
                  </a:solidFill>
                  <a:latin typeface="+mn-lt"/>
                  <a:ea typeface="+mn-ea"/>
                </a:rPr>
                <a:t>c</a:t>
              </a:r>
              <a:r>
                <a:rPr kumimoji="1" lang="zh-CN" altLang="en-US" sz="2000">
                  <a:solidFill>
                    <a:schemeClr val="tx1"/>
                  </a:solidFill>
                  <a:latin typeface="+mn-lt"/>
                  <a:ea typeface="+mn-ea"/>
                </a:rPr>
                <a:t>位</a:t>
              </a:r>
              <a:endParaRPr kumimoji="1" lang="zh-CN" altLang="en-US" sz="2000">
                <a:solidFill>
                  <a:schemeClr val="tx1"/>
                </a:solidFill>
                <a:latin typeface="+mn-lt"/>
                <a:ea typeface="+mn-ea"/>
              </a:endParaRPr>
            </a:p>
          </p:txBody>
        </p:sp>
        <p:sp>
          <p:nvSpPr>
            <p:cNvPr id="255008" name="Text Box 10"/>
            <p:cNvSpPr txBox="1">
              <a:spLocks noChangeArrowheads="1"/>
            </p:cNvSpPr>
            <p:nvPr>
              <p:custDataLst>
                <p:tags r:id="rId36"/>
              </p:custDataLst>
            </p:nvPr>
          </p:nvSpPr>
          <p:spPr bwMode="auto">
            <a:xfrm>
              <a:off x="7860235" y="3009422"/>
              <a:ext cx="762000" cy="3987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normAutofit fontScale="90000"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2000" i="1">
                  <a:solidFill>
                    <a:schemeClr val="tx1"/>
                  </a:solidFill>
                  <a:latin typeface="+mn-lt"/>
                  <a:ea typeface="+mn-ea"/>
                </a:rPr>
                <a:t>b</a:t>
              </a:r>
              <a:r>
                <a:rPr kumimoji="1" lang="en-US" altLang="zh-CN" sz="2000">
                  <a:solidFill>
                    <a:schemeClr val="tx1"/>
                  </a:solidFill>
                  <a:latin typeface="+mn-lt"/>
                  <a:ea typeface="+mn-ea"/>
                </a:rPr>
                <a:t> </a:t>
              </a:r>
              <a:r>
                <a:rPr kumimoji="1" lang="zh-CN" altLang="en-US" sz="2000">
                  <a:solidFill>
                    <a:schemeClr val="tx1"/>
                  </a:solidFill>
                  <a:latin typeface="+mn-lt"/>
                  <a:ea typeface="+mn-ea"/>
                </a:rPr>
                <a:t>位</a:t>
              </a:r>
              <a:endParaRPr kumimoji="1" lang="zh-CN" altLang="en-US" sz="2000">
                <a:solidFill>
                  <a:schemeClr val="tx1"/>
                </a:solidFill>
                <a:latin typeface="+mn-lt"/>
                <a:ea typeface="+mn-ea"/>
              </a:endParaRPr>
            </a:p>
          </p:txBody>
        </p:sp>
        <p:sp>
          <p:nvSpPr>
            <p:cNvPr id="255009" name="Rectangle 17"/>
            <p:cNvSpPr>
              <a:spLocks noChangeArrowheads="1"/>
            </p:cNvSpPr>
            <p:nvPr>
              <p:custDataLst>
                <p:tags r:id="rId37"/>
              </p:custDataLst>
            </p:nvPr>
          </p:nvSpPr>
          <p:spPr bwMode="auto">
            <a:xfrm>
              <a:off x="7410973" y="2506501"/>
              <a:ext cx="1295400" cy="503238"/>
            </a:xfrm>
            <a:prstGeom prst="rect">
              <a:avLst/>
            </a:prstGeom>
            <a:solidFill>
              <a:schemeClr val="accent2">
                <a:alpha val="18823"/>
              </a:schemeClr>
            </a:solidFill>
            <a:ln w="25400" algn="ctr">
              <a:solidFill>
                <a:schemeClr val="accent3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 sz="2000">
                <a:solidFill>
                  <a:schemeClr val="bg1"/>
                </a:solidFill>
              </a:endParaRPr>
            </a:p>
          </p:txBody>
        </p:sp>
      </p:grpSp>
      <p:grpSp>
        <p:nvGrpSpPr>
          <p:cNvPr id="254989" name="组合 55"/>
          <p:cNvGrpSpPr/>
          <p:nvPr/>
        </p:nvGrpSpPr>
        <p:grpSpPr bwMode="auto">
          <a:xfrm>
            <a:off x="6589713" y="3594100"/>
            <a:ext cx="3905250" cy="932180"/>
            <a:chOff x="5034485" y="2506501"/>
            <a:chExt cx="3905250" cy="932299"/>
          </a:xfrm>
        </p:grpSpPr>
        <p:sp>
          <p:nvSpPr>
            <p:cNvPr id="254995" name="Rectangle 15"/>
            <p:cNvSpPr>
              <a:spLocks noChangeArrowheads="1"/>
            </p:cNvSpPr>
            <p:nvPr>
              <p:custDataLst>
                <p:tags r:id="rId38"/>
              </p:custDataLst>
            </p:nvPr>
          </p:nvSpPr>
          <p:spPr bwMode="auto">
            <a:xfrm>
              <a:off x="5034485" y="2506501"/>
              <a:ext cx="2345048" cy="503238"/>
            </a:xfrm>
            <a:prstGeom prst="rect">
              <a:avLst/>
            </a:prstGeom>
            <a:solidFill>
              <a:schemeClr val="accent1">
                <a:alpha val="18823"/>
              </a:schemeClr>
            </a:solidFill>
            <a:ln w="25400" algn="ctr">
              <a:solidFill>
                <a:schemeClr val="accent4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 sz="2000">
                <a:solidFill>
                  <a:schemeClr val="bg1"/>
                </a:solidFill>
              </a:endParaRPr>
            </a:p>
          </p:txBody>
        </p:sp>
        <p:sp>
          <p:nvSpPr>
            <p:cNvPr id="254996" name="Rectangle 5"/>
            <p:cNvSpPr>
              <a:spLocks noChangeArrowheads="1"/>
            </p:cNvSpPr>
            <p:nvPr>
              <p:custDataLst>
                <p:tags r:id="rId39"/>
              </p:custDataLst>
            </p:nvPr>
          </p:nvSpPr>
          <p:spPr bwMode="auto">
            <a:xfrm>
              <a:off x="7339535" y="2577939"/>
              <a:ext cx="160020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norm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buFontTx/>
                <a:buNone/>
              </a:pPr>
              <a:r>
                <a:rPr lang="en-US" altLang="zh-CN" sz="1900">
                  <a:solidFill>
                    <a:schemeClr val="tx1"/>
                  </a:solidFill>
                  <a:latin typeface="+mn-lt"/>
                  <a:ea typeface="+mn-ea"/>
                </a:rPr>
                <a:t> </a:t>
              </a:r>
              <a:r>
                <a:rPr lang="zh-CN" altLang="en-US" sz="1900">
                  <a:solidFill>
                    <a:schemeClr val="tx1"/>
                  </a:solidFill>
                  <a:latin typeface="+mn-lt"/>
                  <a:ea typeface="+mn-ea"/>
                </a:rPr>
                <a:t>字块内地址</a:t>
              </a:r>
              <a:endParaRPr lang="zh-CN" altLang="en-US" sz="1900">
                <a:solidFill>
                  <a:schemeClr val="tx1"/>
                </a:solidFill>
                <a:latin typeface="+mn-lt"/>
                <a:ea typeface="+mn-ea"/>
              </a:endParaRPr>
            </a:p>
          </p:txBody>
        </p:sp>
        <p:sp>
          <p:nvSpPr>
            <p:cNvPr id="254997" name="Rectangle 7"/>
            <p:cNvSpPr>
              <a:spLocks noChangeArrowheads="1"/>
            </p:cNvSpPr>
            <p:nvPr>
              <p:custDataLst>
                <p:tags r:id="rId40"/>
              </p:custDataLst>
            </p:nvPr>
          </p:nvSpPr>
          <p:spPr bwMode="auto">
            <a:xfrm>
              <a:off x="5078625" y="2577939"/>
              <a:ext cx="222947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norm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Tx/>
                <a:buNone/>
              </a:pPr>
              <a:r>
                <a:rPr lang="zh-CN" altLang="en-US" sz="1900">
                  <a:solidFill>
                    <a:schemeClr val="tx1"/>
                  </a:solidFill>
                  <a:latin typeface="+mn-lt"/>
                  <a:ea typeface="+mn-ea"/>
                </a:rPr>
                <a:t>标记</a:t>
              </a:r>
              <a:endParaRPr lang="zh-CN" altLang="en-US" sz="1900">
                <a:solidFill>
                  <a:schemeClr val="tx1"/>
                </a:solidFill>
                <a:latin typeface="+mn-lt"/>
                <a:ea typeface="+mn-ea"/>
              </a:endParaRPr>
            </a:p>
          </p:txBody>
        </p:sp>
        <p:sp>
          <p:nvSpPr>
            <p:cNvPr id="254998" name="Text Box 8"/>
            <p:cNvSpPr txBox="1">
              <a:spLocks noChangeArrowheads="1"/>
            </p:cNvSpPr>
            <p:nvPr>
              <p:custDataLst>
                <p:tags r:id="rId41"/>
              </p:custDataLst>
            </p:nvPr>
          </p:nvSpPr>
          <p:spPr bwMode="auto">
            <a:xfrm>
              <a:off x="5766005" y="3039969"/>
              <a:ext cx="827405" cy="3988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normAutofit fontScale="90000"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2000" i="1">
                  <a:solidFill>
                    <a:schemeClr val="tx1"/>
                  </a:solidFill>
                  <a:latin typeface="+mn-lt"/>
                  <a:ea typeface="+mn-ea"/>
                </a:rPr>
                <a:t>m</a:t>
              </a:r>
              <a:r>
                <a:rPr kumimoji="1" lang="zh-CN" altLang="en-US" sz="2000">
                  <a:solidFill>
                    <a:schemeClr val="tx1"/>
                  </a:solidFill>
                  <a:latin typeface="+mn-lt"/>
                  <a:ea typeface="+mn-ea"/>
                </a:rPr>
                <a:t>位</a:t>
              </a:r>
              <a:endParaRPr kumimoji="1" lang="zh-CN" altLang="en-US" sz="2000">
                <a:solidFill>
                  <a:schemeClr val="tx1"/>
                </a:solidFill>
                <a:latin typeface="+mn-lt"/>
                <a:ea typeface="+mn-ea"/>
              </a:endParaRPr>
            </a:p>
          </p:txBody>
        </p:sp>
        <p:sp>
          <p:nvSpPr>
            <p:cNvPr id="254999" name="Text Box 10"/>
            <p:cNvSpPr txBox="1">
              <a:spLocks noChangeArrowheads="1"/>
            </p:cNvSpPr>
            <p:nvPr>
              <p:custDataLst>
                <p:tags r:id="rId42"/>
              </p:custDataLst>
            </p:nvPr>
          </p:nvSpPr>
          <p:spPr bwMode="auto">
            <a:xfrm>
              <a:off x="7860235" y="3009485"/>
              <a:ext cx="764540" cy="3988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normAutofit fontScale="90000"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2000" i="1">
                  <a:solidFill>
                    <a:schemeClr val="tx1"/>
                  </a:solidFill>
                  <a:latin typeface="+mn-lt"/>
                  <a:ea typeface="+mn-ea"/>
                </a:rPr>
                <a:t>b</a:t>
              </a:r>
              <a:r>
                <a:rPr kumimoji="1" lang="en-US" altLang="zh-CN" sz="2000">
                  <a:solidFill>
                    <a:schemeClr val="tx1"/>
                  </a:solidFill>
                  <a:latin typeface="+mn-lt"/>
                  <a:ea typeface="+mn-ea"/>
                </a:rPr>
                <a:t> </a:t>
              </a:r>
              <a:r>
                <a:rPr kumimoji="1" lang="zh-CN" altLang="en-US" sz="2000">
                  <a:solidFill>
                    <a:schemeClr val="tx1"/>
                  </a:solidFill>
                  <a:latin typeface="+mn-lt"/>
                  <a:ea typeface="+mn-ea"/>
                </a:rPr>
                <a:t>位</a:t>
              </a:r>
              <a:endParaRPr kumimoji="1" lang="zh-CN" altLang="en-US" sz="2000">
                <a:solidFill>
                  <a:schemeClr val="tx1"/>
                </a:solidFill>
                <a:latin typeface="+mn-lt"/>
                <a:ea typeface="+mn-ea"/>
              </a:endParaRPr>
            </a:p>
          </p:txBody>
        </p:sp>
        <p:sp>
          <p:nvSpPr>
            <p:cNvPr id="255000" name="Rectangle 17"/>
            <p:cNvSpPr>
              <a:spLocks noChangeArrowheads="1"/>
            </p:cNvSpPr>
            <p:nvPr>
              <p:custDataLst>
                <p:tags r:id="rId43"/>
              </p:custDataLst>
            </p:nvPr>
          </p:nvSpPr>
          <p:spPr bwMode="auto">
            <a:xfrm>
              <a:off x="7385573" y="2509041"/>
              <a:ext cx="1295400" cy="503238"/>
            </a:xfrm>
            <a:prstGeom prst="rect">
              <a:avLst/>
            </a:prstGeom>
            <a:solidFill>
              <a:schemeClr val="accent2">
                <a:alpha val="18823"/>
              </a:schemeClr>
            </a:solidFill>
            <a:ln w="25400" algn="ctr">
              <a:solidFill>
                <a:schemeClr val="accent3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 sz="2000">
                <a:solidFill>
                  <a:schemeClr val="bg1"/>
                </a:solidFill>
              </a:endParaRPr>
            </a:p>
          </p:txBody>
        </p:sp>
      </p:grpSp>
      <p:sp>
        <p:nvSpPr>
          <p:cNvPr id="254990" name="Freeform 12"/>
          <p:cNvSpPr/>
          <p:nvPr>
            <p:custDataLst>
              <p:tags r:id="rId44"/>
            </p:custDataLst>
          </p:nvPr>
        </p:nvSpPr>
        <p:spPr bwMode="auto">
          <a:xfrm flipH="1">
            <a:off x="6515100" y="2000250"/>
            <a:ext cx="44450" cy="554038"/>
          </a:xfrm>
          <a:custGeom>
            <a:avLst/>
            <a:gdLst>
              <a:gd name="T0" fmla="*/ 0 w 1"/>
              <a:gd name="T1" fmla="*/ 0 h 490"/>
              <a:gd name="T2" fmla="*/ 0 w 1"/>
              <a:gd name="T3" fmla="*/ 2147483646 h 490"/>
              <a:gd name="T4" fmla="*/ 0 60000 65536"/>
              <a:gd name="T5" fmla="*/ 0 60000 65536"/>
              <a:gd name="T6" fmla="*/ 0 w 1"/>
              <a:gd name="T7" fmla="*/ 0 h 490"/>
              <a:gd name="T8" fmla="*/ 1 w 1"/>
              <a:gd name="T9" fmla="*/ 490 h 490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1" h="490">
                <a:moveTo>
                  <a:pt x="0" y="0"/>
                </a:moveTo>
                <a:lnTo>
                  <a:pt x="0" y="490"/>
                </a:lnTo>
              </a:path>
            </a:pathLst>
          </a:custGeom>
          <a:noFill/>
          <a:ln w="2857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/>
          <a:p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254991" name="Text Box 14"/>
          <p:cNvSpPr txBox="1">
            <a:spLocks noChangeArrowheads="1"/>
          </p:cNvSpPr>
          <p:nvPr>
            <p:custDataLst>
              <p:tags r:id="rId45"/>
            </p:custDataLst>
          </p:nvPr>
        </p:nvSpPr>
        <p:spPr bwMode="auto">
          <a:xfrm>
            <a:off x="7351713" y="1912938"/>
            <a:ext cx="699135" cy="3987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normAutofit fontScale="90000"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000" i="1">
                <a:solidFill>
                  <a:schemeClr val="tx1"/>
                </a:solidFill>
                <a:latin typeface="+mn-lt"/>
                <a:ea typeface="+mn-ea"/>
              </a:rPr>
              <a:t>m</a:t>
            </a:r>
            <a:r>
              <a:rPr kumimoji="1" lang="en-US" altLang="zh-CN" sz="2000">
                <a:solidFill>
                  <a:schemeClr val="tx1"/>
                </a:solidFill>
                <a:latin typeface="+mn-lt"/>
                <a:ea typeface="+mn-ea"/>
              </a:rPr>
              <a:t> </a:t>
            </a:r>
            <a:r>
              <a:rPr kumimoji="1" lang="zh-CN" altLang="en-US" sz="2000">
                <a:solidFill>
                  <a:schemeClr val="tx1"/>
                </a:solidFill>
                <a:latin typeface="+mn-lt"/>
                <a:ea typeface="+mn-ea"/>
              </a:rPr>
              <a:t>位</a:t>
            </a:r>
            <a:endParaRPr kumimoji="1" lang="zh-CN" altLang="en-US" sz="2000">
              <a:solidFill>
                <a:schemeClr val="tx1"/>
              </a:solidFill>
              <a:latin typeface="+mn-lt"/>
              <a:ea typeface="+mn-ea"/>
            </a:endParaRPr>
          </a:p>
        </p:txBody>
      </p:sp>
      <p:sp>
        <p:nvSpPr>
          <p:cNvPr id="254992" name="Line 50"/>
          <p:cNvSpPr>
            <a:spLocks noChangeShapeType="1"/>
          </p:cNvSpPr>
          <p:nvPr>
            <p:custDataLst>
              <p:tags r:id="rId46"/>
            </p:custDataLst>
          </p:nvPr>
        </p:nvSpPr>
        <p:spPr bwMode="auto">
          <a:xfrm>
            <a:off x="7927975" y="2093913"/>
            <a:ext cx="1008063" cy="0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254993" name="Line 51"/>
          <p:cNvSpPr>
            <a:spLocks noChangeShapeType="1"/>
          </p:cNvSpPr>
          <p:nvPr>
            <p:custDataLst>
              <p:tags r:id="rId47"/>
            </p:custDataLst>
          </p:nvPr>
        </p:nvSpPr>
        <p:spPr bwMode="auto">
          <a:xfrm flipH="1">
            <a:off x="6559550" y="2093913"/>
            <a:ext cx="863600" cy="0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254994" name="Freeform 12"/>
          <p:cNvSpPr/>
          <p:nvPr>
            <p:custDataLst>
              <p:tags r:id="rId48"/>
            </p:custDataLst>
          </p:nvPr>
        </p:nvSpPr>
        <p:spPr bwMode="auto">
          <a:xfrm flipH="1">
            <a:off x="8886825" y="1963738"/>
            <a:ext cx="44450" cy="554037"/>
          </a:xfrm>
          <a:custGeom>
            <a:avLst/>
            <a:gdLst>
              <a:gd name="T0" fmla="*/ 0 w 1"/>
              <a:gd name="T1" fmla="*/ 0 h 490"/>
              <a:gd name="T2" fmla="*/ 0 w 1"/>
              <a:gd name="T3" fmla="*/ 2147483646 h 490"/>
              <a:gd name="T4" fmla="*/ 0 60000 65536"/>
              <a:gd name="T5" fmla="*/ 0 60000 65536"/>
              <a:gd name="T6" fmla="*/ 0 w 1"/>
              <a:gd name="T7" fmla="*/ 0 h 490"/>
              <a:gd name="T8" fmla="*/ 1 w 1"/>
              <a:gd name="T9" fmla="*/ 490 h 490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1" h="490">
                <a:moveTo>
                  <a:pt x="0" y="0"/>
                </a:moveTo>
                <a:lnTo>
                  <a:pt x="0" y="490"/>
                </a:lnTo>
              </a:path>
            </a:pathLst>
          </a:custGeom>
          <a:noFill/>
          <a:ln w="2857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/>
          <a:p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2" name="标题 1"/>
          <p:cNvSpPr txBox="1">
            <a:spLocks noGrp="1"/>
          </p:cNvSpPr>
          <p:nvPr>
            <p:ph type="title" idx="1"/>
            <p:custDataLst>
              <p:tags r:id="rId49"/>
            </p:custDataLst>
          </p:nvPr>
        </p:nvSpPr>
        <p:spPr>
          <a:noFill/>
        </p:spPr>
        <p:txBody>
          <a:bodyPr vert="horz" wrap="square" lIns="0" tIns="0" rIns="0" bIns="0" rtlCol="0" anchor="b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3200" b="0" i="0" u="none" strike="noStrike" kern="1200" cap="none" spc="300" normalizeH="0" baseline="0" noProof="1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lt"/>
                <a:cs typeface="MiSans Normal" panose="00000500000000000000" charset="-122"/>
                <a:sym typeface="+mn-ea"/>
              </a:defRPr>
            </a:lvl1pPr>
          </a:lstStyle>
          <a:p>
            <a:pPr lvl="0" algn="l"/>
            <a:r>
              <a:rPr>
                <a:sym typeface="+mn-ea"/>
              </a:rPr>
              <a:t>总结：</a:t>
            </a:r>
            <a:endParaRPr>
              <a:sym typeface="+mn-ea"/>
            </a:endParaRPr>
          </a:p>
        </p:txBody>
      </p:sp>
    </p:spTree>
    <p:custDataLst>
      <p:tags r:id="rId50"/>
    </p:custData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650" name="Text Box 2"/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954405" y="2276475"/>
            <a:ext cx="10541635" cy="112458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noAutofit/>
          </a:bodyPr>
          <a:lstStyle/>
          <a:p>
            <a:pPr>
              <a:lnSpc>
                <a:spcPct val="120000"/>
              </a:lnSpc>
              <a:spcBef>
                <a:spcPct val="0"/>
              </a:spcBef>
            </a:pPr>
            <a:r>
              <a:rPr lang="en-US" altLang="zh-CN" sz="2800">
                <a:solidFill>
                  <a:schemeClr val="tx1"/>
                </a:solidFill>
                <a:latin typeface="+mn-lt"/>
                <a:ea typeface="+mn-ea"/>
              </a:rPr>
              <a:t>1.</a:t>
            </a:r>
            <a:r>
              <a:rPr lang="zh-CN" altLang="en-US" sz="2800">
                <a:solidFill>
                  <a:schemeClr val="tx1"/>
                </a:solidFill>
                <a:latin typeface="+mn-lt"/>
                <a:ea typeface="+mn-ea"/>
              </a:rPr>
              <a:t>指令系统的几个要素</a:t>
            </a:r>
            <a:endParaRPr lang="zh-CN" altLang="en-US" sz="2800">
              <a:solidFill>
                <a:schemeClr val="tx1"/>
              </a:solidFill>
              <a:latin typeface="+mn-lt"/>
              <a:ea typeface="+mn-ea"/>
            </a:endParaRPr>
          </a:p>
          <a:p>
            <a:pPr>
              <a:lnSpc>
                <a:spcPct val="120000"/>
              </a:lnSpc>
              <a:spcBef>
                <a:spcPct val="0"/>
              </a:spcBef>
            </a:pPr>
            <a:r>
              <a:rPr lang="zh-CN" altLang="en-US" sz="2800">
                <a:solidFill>
                  <a:schemeClr val="tx1"/>
                </a:solidFill>
                <a:latin typeface="+mn-lt"/>
                <a:ea typeface="+mn-ea"/>
              </a:rPr>
              <a:t>  操作类型、数据类型、地址格式和寻址方式</a:t>
            </a:r>
            <a:endParaRPr lang="zh-CN" altLang="en-US" sz="2800">
              <a:solidFill>
                <a:schemeClr val="tx1"/>
              </a:solidFill>
              <a:latin typeface="+mn-lt"/>
              <a:ea typeface="+mn-ea"/>
            </a:endParaRPr>
          </a:p>
        </p:txBody>
      </p:sp>
      <p:sp>
        <p:nvSpPr>
          <p:cNvPr id="155651" name="Text Box 3"/>
          <p:cNvSpPr txBox="1"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695960" y="1472883"/>
            <a:ext cx="6062663" cy="64516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normAutofit fontScale="90000"/>
          </a:bodyPr>
          <a:lstStyle/>
          <a:p>
            <a:pPr>
              <a:spcBef>
                <a:spcPct val="0"/>
              </a:spcBef>
            </a:pPr>
            <a:r>
              <a:rPr lang="zh-CN" altLang="en-US" sz="3600">
                <a:solidFill>
                  <a:schemeClr val="folHlink"/>
                </a:solidFill>
                <a:latin typeface="+mn-lt"/>
                <a:ea typeface="+mn-ea"/>
              </a:rPr>
              <a:t>重点</a:t>
            </a:r>
            <a:endParaRPr lang="zh-CN" altLang="en-US" sz="3600">
              <a:solidFill>
                <a:schemeClr val="folHlink"/>
              </a:solidFill>
              <a:latin typeface="+mn-lt"/>
              <a:ea typeface="+mn-ea"/>
            </a:endParaRPr>
          </a:p>
        </p:txBody>
      </p:sp>
      <p:sp>
        <p:nvSpPr>
          <p:cNvPr id="155653" name="Text Box 5"/>
          <p:cNvSpPr txBox="1"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954697" y="3711568"/>
            <a:ext cx="8515350" cy="267525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normAutofit/>
          </a:bodyPr>
          <a:lstStyle/>
          <a:p>
            <a:pPr>
              <a:lnSpc>
                <a:spcPct val="120000"/>
              </a:lnSpc>
              <a:spcBef>
                <a:spcPct val="0"/>
              </a:spcBef>
            </a:pPr>
            <a:r>
              <a:rPr lang="en-US" altLang="zh-CN" sz="2800">
                <a:solidFill>
                  <a:schemeClr val="tx1"/>
                </a:solidFill>
                <a:latin typeface="+mn-lt"/>
                <a:ea typeface="+mn-ea"/>
              </a:rPr>
              <a:t>2. </a:t>
            </a:r>
            <a:r>
              <a:rPr lang="zh-CN" altLang="en-US" sz="2800">
                <a:solidFill>
                  <a:schemeClr val="tx1"/>
                </a:solidFill>
                <a:latin typeface="+mn-lt"/>
                <a:ea typeface="+mn-ea"/>
              </a:rPr>
              <a:t>机器指令的一般格式</a:t>
            </a:r>
            <a:endParaRPr lang="zh-CN" altLang="en-US" sz="2800">
              <a:solidFill>
                <a:schemeClr val="tx1"/>
              </a:solidFill>
              <a:latin typeface="+mn-lt"/>
              <a:ea typeface="+mn-ea"/>
            </a:endParaRPr>
          </a:p>
          <a:p>
            <a:pPr>
              <a:lnSpc>
                <a:spcPct val="120000"/>
              </a:lnSpc>
              <a:spcBef>
                <a:spcPct val="0"/>
              </a:spcBef>
            </a:pPr>
            <a:r>
              <a:rPr lang="zh-CN" altLang="en-US" sz="2800">
                <a:solidFill>
                  <a:schemeClr val="tx1"/>
                </a:solidFill>
                <a:latin typeface="+mn-lt"/>
                <a:ea typeface="+mn-ea"/>
              </a:rPr>
              <a:t>  定长</a:t>
            </a:r>
            <a:r>
              <a:rPr lang="zh-CN" altLang="en-US" sz="2800">
                <a:latin typeface="+mn-lt"/>
                <a:ea typeface="+mn-ea"/>
                <a:sym typeface="+mn-ea"/>
              </a:rPr>
              <a:t>指令：特点</a:t>
            </a:r>
            <a:endParaRPr lang="zh-CN" altLang="en-US" sz="2800">
              <a:solidFill>
                <a:schemeClr val="tx1"/>
              </a:solidFill>
              <a:latin typeface="+mn-lt"/>
              <a:ea typeface="+mn-ea"/>
            </a:endParaRPr>
          </a:p>
          <a:p>
            <a:pPr>
              <a:lnSpc>
                <a:spcPct val="120000"/>
              </a:lnSpc>
              <a:spcBef>
                <a:spcPct val="0"/>
              </a:spcBef>
            </a:pPr>
            <a:r>
              <a:rPr lang="zh-CN" altLang="en-US" sz="2800">
                <a:solidFill>
                  <a:schemeClr val="tx1"/>
                </a:solidFill>
                <a:latin typeface="+mn-lt"/>
                <a:ea typeface="+mn-ea"/>
              </a:rPr>
              <a:t>  变长指令（字节的整数倍）：特点</a:t>
            </a:r>
            <a:endParaRPr lang="zh-CN" altLang="en-US" sz="2800">
              <a:solidFill>
                <a:schemeClr val="tx1"/>
              </a:solidFill>
              <a:latin typeface="+mn-lt"/>
              <a:ea typeface="+mn-ea"/>
            </a:endParaRPr>
          </a:p>
          <a:p>
            <a:pPr>
              <a:lnSpc>
                <a:spcPct val="120000"/>
              </a:lnSpc>
              <a:spcBef>
                <a:spcPct val="0"/>
              </a:spcBef>
            </a:pPr>
            <a:r>
              <a:rPr lang="zh-CN" altLang="en-US" sz="2800">
                <a:solidFill>
                  <a:schemeClr val="tx1"/>
                </a:solidFill>
                <a:latin typeface="+mn-lt"/>
                <a:ea typeface="+mn-ea"/>
              </a:rPr>
              <a:t>  指令字中各字段的作用</a:t>
            </a:r>
            <a:endParaRPr lang="zh-CN" altLang="en-US" sz="2800">
              <a:solidFill>
                <a:schemeClr val="tx1"/>
              </a:solidFill>
              <a:latin typeface="+mn-lt"/>
              <a:ea typeface="+mn-ea"/>
            </a:endParaRPr>
          </a:p>
          <a:p>
            <a:pPr>
              <a:lnSpc>
                <a:spcPct val="120000"/>
              </a:lnSpc>
              <a:spcBef>
                <a:spcPct val="0"/>
              </a:spcBef>
            </a:pPr>
            <a:endParaRPr lang="zh-CN" altLang="en-US" sz="2800">
              <a:solidFill>
                <a:schemeClr val="tx1"/>
              </a:solidFill>
              <a:latin typeface="+mn-lt"/>
              <a:ea typeface="+mn-ea"/>
            </a:endParaRPr>
          </a:p>
        </p:txBody>
      </p:sp>
      <p:sp>
        <p:nvSpPr>
          <p:cNvPr id="3" name="标题 2"/>
          <p:cNvSpPr>
            <a:spLocks noGrp="1"/>
          </p:cNvSpPr>
          <p:nvPr>
            <p:ph type="title" idx="1"/>
            <p:custDataLst>
              <p:tags r:id="rId4"/>
            </p:custDataLst>
          </p:nvPr>
        </p:nvSpPr>
        <p:spPr>
          <a:noFill/>
        </p:spPr>
        <p:txBody>
          <a:bodyPr vert="horz" wrap="square" lIns="0" tIns="0" rIns="0" bIns="0" rtlCol="0" anchor="b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3600" b="0" i="0" u="none" strike="noStrike" kern="1200" cap="none" spc="300" normalizeH="0" baseline="0" noProof="1" dirty="0" smtClean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+mj-lt"/>
                <a:ea typeface="+mj-lt"/>
                <a:cs typeface="MiSans Normal" panose="00000500000000000000" charset="-122"/>
                <a:sym typeface="+mn-ea"/>
              </a:defRPr>
            </a:lvl1pPr>
          </a:lstStyle>
          <a:p>
            <a:pPr lvl="0" algn="l"/>
            <a:r>
              <a:rPr>
                <a:sym typeface="+mn-ea"/>
              </a:rPr>
              <a:t>第</a:t>
            </a:r>
            <a:r>
              <a:rPr lang="en-US" altLang="zh-CN">
                <a:sym typeface="+mn-ea"/>
              </a:rPr>
              <a:t>5</a:t>
            </a:r>
            <a:r>
              <a:rPr>
                <a:sym typeface="+mn-ea"/>
              </a:rPr>
              <a:t>章</a:t>
            </a:r>
            <a:r>
              <a:rPr>
                <a:sym typeface="+mn-ea"/>
              </a:rPr>
              <a:t>  </a:t>
            </a:r>
            <a:r>
              <a:rPr>
                <a:sym typeface="+mn-ea"/>
              </a:rPr>
              <a:t>指令系统</a:t>
            </a:r>
            <a:endParaRPr>
              <a:sym typeface="+mn-ea"/>
            </a:endParaRPr>
          </a:p>
        </p:txBody>
      </p:sp>
    </p:spTree>
    <p:custDataLst>
      <p:tags r:id="rId5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6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556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6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556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6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556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5650" grpId="0" autoUpdateAnimBg="0"/>
      <p:bldP spid="155651" grpId="0"/>
      <p:bldP spid="155653" grpId="0" autoUpdateAnimBg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674" name="Text Box 2"/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1055370" y="2348865"/>
            <a:ext cx="10440035" cy="60769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noAutofit/>
          </a:bodyPr>
          <a:lstStyle/>
          <a:p>
            <a:pPr>
              <a:lnSpc>
                <a:spcPct val="120000"/>
              </a:lnSpc>
              <a:spcBef>
                <a:spcPct val="0"/>
              </a:spcBef>
            </a:pPr>
            <a:r>
              <a:rPr lang="en-US" altLang="zh-CN" sz="2800">
                <a:solidFill>
                  <a:schemeClr val="tx1"/>
                </a:solidFill>
                <a:latin typeface="+mn-lt"/>
                <a:ea typeface="+mn-ea"/>
              </a:rPr>
              <a:t>3.</a:t>
            </a:r>
            <a:r>
              <a:rPr lang="zh-CN" altLang="en-US" sz="2800">
                <a:solidFill>
                  <a:schemeClr val="tx1"/>
                </a:solidFill>
                <a:latin typeface="+mn-lt"/>
                <a:ea typeface="+mn-ea"/>
              </a:rPr>
              <a:t>不同的地址格式对访存次数、寻址范围的影响</a:t>
            </a:r>
            <a:endParaRPr lang="zh-CN" altLang="en-US" sz="2800">
              <a:solidFill>
                <a:schemeClr val="tx1"/>
              </a:solidFill>
              <a:latin typeface="+mn-lt"/>
              <a:ea typeface="+mn-ea"/>
            </a:endParaRPr>
          </a:p>
        </p:txBody>
      </p:sp>
      <p:sp>
        <p:nvSpPr>
          <p:cNvPr id="87043" name="Text Box 3"/>
          <p:cNvSpPr txBox="1"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695643" y="1484630"/>
            <a:ext cx="6062662" cy="64516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normAutofit fontScale="90000"/>
          </a:bodyPr>
          <a:lstStyle/>
          <a:p>
            <a:pPr>
              <a:spcBef>
                <a:spcPct val="0"/>
              </a:spcBef>
            </a:pPr>
            <a:r>
              <a:rPr lang="zh-CN" altLang="en-US" sz="3600">
                <a:solidFill>
                  <a:schemeClr val="folHlink"/>
                </a:solidFill>
                <a:latin typeface="+mj-lt"/>
                <a:ea typeface="+mj-ea"/>
              </a:rPr>
              <a:t>重点</a:t>
            </a:r>
            <a:endParaRPr lang="zh-CN" altLang="en-US" sz="3600">
              <a:solidFill>
                <a:schemeClr val="folHlink"/>
              </a:solidFill>
              <a:latin typeface="+mj-lt"/>
              <a:ea typeface="+mj-ea"/>
            </a:endParaRPr>
          </a:p>
        </p:txBody>
      </p:sp>
      <p:sp>
        <p:nvSpPr>
          <p:cNvPr id="156677" name="Text Box 5"/>
          <p:cNvSpPr txBox="1"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1055370" y="3248660"/>
            <a:ext cx="10539095" cy="86106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normAutofit/>
          </a:bodyPr>
          <a:lstStyle/>
          <a:p>
            <a:pPr>
              <a:lnSpc>
                <a:spcPct val="140000"/>
              </a:lnSpc>
              <a:spcBef>
                <a:spcPct val="0"/>
              </a:spcBef>
            </a:pPr>
            <a:r>
              <a:rPr lang="en-US" altLang="zh-CN" sz="2800">
                <a:solidFill>
                  <a:schemeClr val="tx1"/>
                </a:solidFill>
                <a:latin typeface="+mn-lt"/>
                <a:ea typeface="+mn-ea"/>
              </a:rPr>
              <a:t>4. </a:t>
            </a:r>
            <a:r>
              <a:rPr lang="zh-CN" altLang="en-US" sz="2800">
                <a:solidFill>
                  <a:schemeClr val="tx1"/>
                </a:solidFill>
                <a:latin typeface="+mn-lt"/>
                <a:ea typeface="+mn-ea"/>
              </a:rPr>
              <a:t>不同的寻址方式对操作数的寻址范围、有效地址</a:t>
            </a:r>
            <a:endParaRPr lang="zh-CN" altLang="en-US" sz="2800">
              <a:solidFill>
                <a:schemeClr val="tx1"/>
              </a:solidFill>
              <a:latin typeface="+mn-lt"/>
              <a:ea typeface="+mn-ea"/>
            </a:endParaRPr>
          </a:p>
        </p:txBody>
      </p:sp>
      <p:sp>
        <p:nvSpPr>
          <p:cNvPr id="3" name="标题 2"/>
          <p:cNvSpPr>
            <a:spLocks noGrp="1"/>
          </p:cNvSpPr>
          <p:nvPr>
            <p:ph type="title" idx="1"/>
            <p:custDataLst>
              <p:tags r:id="rId4"/>
            </p:custDataLst>
          </p:nvPr>
        </p:nvSpPr>
        <p:spPr>
          <a:noFill/>
        </p:spPr>
        <p:txBody>
          <a:bodyPr vert="horz" wrap="square" lIns="0" tIns="0" rIns="0" bIns="0" rtlCol="0" anchor="b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3600" b="0" i="0" u="none" strike="noStrike" kern="1200" cap="none" spc="300" normalizeH="0" baseline="0" noProof="1" dirty="0" smtClean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+mj-lt"/>
                <a:ea typeface="+mj-lt"/>
                <a:cs typeface="MiSans Normal" panose="00000500000000000000" charset="-122"/>
                <a:sym typeface="+mn-ea"/>
              </a:defRPr>
            </a:lvl1pPr>
          </a:lstStyle>
          <a:p>
            <a:pPr lvl="0" algn="l"/>
            <a:r>
              <a:rPr>
                <a:sym typeface="+mn-ea"/>
              </a:rPr>
              <a:t>第</a:t>
            </a:r>
            <a:r>
              <a:rPr lang="en-US" altLang="zh-CN">
                <a:sym typeface="+mn-ea"/>
              </a:rPr>
              <a:t>5</a:t>
            </a:r>
            <a:r>
              <a:rPr>
                <a:sym typeface="+mn-ea"/>
              </a:rPr>
              <a:t>章</a:t>
            </a:r>
            <a:r>
              <a:rPr>
                <a:sym typeface="+mn-ea"/>
              </a:rPr>
              <a:t>  </a:t>
            </a:r>
            <a:r>
              <a:rPr>
                <a:sym typeface="+mn-ea"/>
              </a:rPr>
              <a:t>指令系统</a:t>
            </a:r>
            <a:endParaRPr>
              <a:sym typeface="+mn-ea"/>
            </a:endParaRPr>
          </a:p>
        </p:txBody>
      </p:sp>
      <p:sp>
        <p:nvSpPr>
          <p:cNvPr id="157698" name="Text Box 2"/>
          <p:cNvSpPr txBox="1"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1127125" y="5300980"/>
            <a:ext cx="5083810" cy="60769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noAutofit/>
          </a:bodyPr>
          <a:lstStyle/>
          <a:p>
            <a:pPr>
              <a:lnSpc>
                <a:spcPct val="120000"/>
              </a:lnSpc>
              <a:spcBef>
                <a:spcPct val="0"/>
              </a:spcBef>
            </a:pPr>
            <a:r>
              <a:rPr lang="en-US" altLang="zh-CN" sz="2800">
                <a:solidFill>
                  <a:schemeClr val="tx1"/>
                </a:solidFill>
                <a:latin typeface="+mn-lt"/>
                <a:ea typeface="+mn-ea"/>
              </a:rPr>
              <a:t>1. </a:t>
            </a:r>
            <a:r>
              <a:rPr lang="zh-CN" altLang="en-US" sz="2800">
                <a:solidFill>
                  <a:schemeClr val="tx1"/>
                </a:solidFill>
                <a:latin typeface="+mn-lt"/>
                <a:ea typeface="+mn-ea"/>
              </a:rPr>
              <a:t>掌握设计指令格式的方法</a:t>
            </a:r>
            <a:endParaRPr lang="zh-CN" altLang="en-US" sz="2800">
              <a:solidFill>
                <a:schemeClr val="tx1"/>
              </a:solidFill>
              <a:latin typeface="+mn-lt"/>
              <a:ea typeface="+mn-ea"/>
            </a:endParaRPr>
          </a:p>
        </p:txBody>
      </p:sp>
      <p:sp>
        <p:nvSpPr>
          <p:cNvPr id="157699" name="Text Box 3"/>
          <p:cNvSpPr txBox="1"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766763" y="4364673"/>
            <a:ext cx="6062662" cy="64516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normAutofit fontScale="90000"/>
          </a:bodyPr>
          <a:lstStyle/>
          <a:p>
            <a:pPr algn="l">
              <a:buClrTx/>
              <a:buSzTx/>
              <a:buFontTx/>
            </a:pPr>
            <a:r>
              <a:rPr lang="zh-CN" altLang="en-US" sz="3600">
                <a:solidFill>
                  <a:schemeClr val="folHlink"/>
                </a:solidFill>
                <a:latin typeface="+mj-lt"/>
                <a:ea typeface="+mj-ea"/>
              </a:rPr>
              <a:t>难点</a:t>
            </a:r>
            <a:endParaRPr lang="zh-CN" altLang="en-US" sz="3600">
              <a:solidFill>
                <a:schemeClr val="folHlink"/>
              </a:solidFill>
              <a:latin typeface="+mj-lt"/>
              <a:ea typeface="+mj-ea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127125" y="6199505"/>
            <a:ext cx="6096000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2800">
                <a:latin typeface="+mn-lt"/>
                <a:ea typeface="+mn-ea"/>
                <a:sym typeface="+mn-ea"/>
              </a:rPr>
              <a:t>2. </a:t>
            </a:r>
            <a:r>
              <a:rPr lang="zh-CN" altLang="en-US" sz="2800">
                <a:latin typeface="+mn-lt"/>
                <a:ea typeface="+mn-ea"/>
                <a:sym typeface="+mn-ea"/>
              </a:rPr>
              <a:t>扩展操作码技术的运用</a:t>
            </a:r>
            <a:endParaRPr lang="zh-CN" altLang="en-US" sz="2800">
              <a:latin typeface="+mn-lt"/>
              <a:ea typeface="+mn-ea"/>
              <a:sym typeface="+mn-ea"/>
            </a:endParaRPr>
          </a:p>
        </p:txBody>
      </p:sp>
    </p:spTree>
    <p:custDataLst>
      <p:tags r:id="rId7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6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566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6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566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6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576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6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576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6674" grpId="0" autoUpdateAnimBg="0"/>
      <p:bldP spid="156677" grpId="0" autoUpdateAnimBg="0"/>
      <p:bldP spid="157698" grpId="0" autoUpdateAnimBg="0"/>
      <p:bldP spid="157699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914" name="Text Box 2"/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1055370" y="2294890"/>
            <a:ext cx="5657215" cy="60769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normAutofit/>
          </a:bodyPr>
          <a:lstStyle/>
          <a:p>
            <a:pPr>
              <a:lnSpc>
                <a:spcPct val="120000"/>
              </a:lnSpc>
              <a:spcBef>
                <a:spcPct val="0"/>
              </a:spcBef>
            </a:pPr>
            <a:r>
              <a:rPr lang="en-US" altLang="zh-CN" sz="2800">
                <a:solidFill>
                  <a:schemeClr val="tx1"/>
                </a:solidFill>
                <a:latin typeface="+mn-lt"/>
                <a:ea typeface="+mn-ea"/>
              </a:rPr>
              <a:t>1.  CPU </a:t>
            </a:r>
            <a:r>
              <a:rPr lang="zh-CN" altLang="en-US" sz="2800">
                <a:solidFill>
                  <a:schemeClr val="tx1"/>
                </a:solidFill>
                <a:latin typeface="+mn-lt"/>
                <a:ea typeface="+mn-ea"/>
              </a:rPr>
              <a:t>的功能和硬件组成</a:t>
            </a:r>
            <a:endParaRPr lang="zh-CN" altLang="en-US" sz="2800">
              <a:solidFill>
                <a:schemeClr val="tx1"/>
              </a:solidFill>
              <a:latin typeface="+mn-lt"/>
              <a:ea typeface="+mn-ea"/>
            </a:endParaRPr>
          </a:p>
        </p:txBody>
      </p:sp>
      <p:sp>
        <p:nvSpPr>
          <p:cNvPr id="166915" name="Text Box 3"/>
          <p:cNvSpPr txBox="1"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695008" y="1458278"/>
            <a:ext cx="6062662" cy="64516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normAutofit fontScale="90000"/>
          </a:bodyPr>
          <a:lstStyle/>
          <a:p>
            <a:pPr>
              <a:spcBef>
                <a:spcPct val="0"/>
              </a:spcBef>
            </a:pPr>
            <a:r>
              <a:rPr lang="zh-CN" altLang="en-US" sz="3600">
                <a:solidFill>
                  <a:schemeClr val="folHlink"/>
                </a:solidFill>
                <a:latin typeface="+mn-lt"/>
                <a:ea typeface="+mn-ea"/>
              </a:rPr>
              <a:t>重点</a:t>
            </a:r>
            <a:endParaRPr lang="zh-CN" altLang="en-US" sz="3600">
              <a:solidFill>
                <a:schemeClr val="folHlink"/>
              </a:solidFill>
              <a:latin typeface="+mn-lt"/>
              <a:ea typeface="+mn-ea"/>
            </a:endParaRPr>
          </a:p>
        </p:txBody>
      </p:sp>
      <p:sp>
        <p:nvSpPr>
          <p:cNvPr id="166917" name="Text Box 5"/>
          <p:cNvSpPr txBox="1"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1055370" y="3004820"/>
            <a:ext cx="6154420" cy="60769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normAutofit/>
          </a:bodyPr>
          <a:lstStyle/>
          <a:p>
            <a:pPr>
              <a:lnSpc>
                <a:spcPct val="120000"/>
              </a:lnSpc>
              <a:spcBef>
                <a:spcPct val="0"/>
              </a:spcBef>
            </a:pPr>
            <a:r>
              <a:rPr lang="en-US" altLang="zh-CN" sz="2800">
                <a:solidFill>
                  <a:schemeClr val="tx1"/>
                </a:solidFill>
                <a:latin typeface="+mn-lt"/>
                <a:ea typeface="+mn-ea"/>
              </a:rPr>
              <a:t>2.  CPU </a:t>
            </a:r>
            <a:r>
              <a:rPr lang="zh-CN" altLang="en-US" sz="2800">
                <a:solidFill>
                  <a:schemeClr val="tx1"/>
                </a:solidFill>
                <a:latin typeface="+mn-lt"/>
                <a:ea typeface="+mn-ea"/>
              </a:rPr>
              <a:t>工作周期和指令周期的概念</a:t>
            </a:r>
            <a:endParaRPr lang="zh-CN" altLang="en-US" sz="2800">
              <a:solidFill>
                <a:schemeClr val="tx1"/>
              </a:solidFill>
              <a:latin typeface="+mn-lt"/>
              <a:ea typeface="+mn-ea"/>
            </a:endParaRPr>
          </a:p>
        </p:txBody>
      </p:sp>
      <p:sp>
        <p:nvSpPr>
          <p:cNvPr id="166918" name="Text Box 6"/>
          <p:cNvSpPr txBox="1"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1055370" y="3714115"/>
            <a:ext cx="6377305" cy="60769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normAutofit/>
          </a:bodyPr>
          <a:lstStyle/>
          <a:p>
            <a:pPr>
              <a:lnSpc>
                <a:spcPct val="120000"/>
              </a:lnSpc>
              <a:spcBef>
                <a:spcPct val="0"/>
              </a:spcBef>
            </a:pPr>
            <a:r>
              <a:rPr lang="en-US" altLang="zh-CN" sz="2800">
                <a:solidFill>
                  <a:schemeClr val="tx1"/>
                </a:solidFill>
                <a:latin typeface="+mn-lt"/>
                <a:ea typeface="+mn-ea"/>
              </a:rPr>
              <a:t>3. </a:t>
            </a:r>
            <a:r>
              <a:rPr lang="zh-CN" altLang="en-US" sz="2800">
                <a:solidFill>
                  <a:schemeClr val="tx1"/>
                </a:solidFill>
                <a:latin typeface="+mn-lt"/>
                <a:ea typeface="+mn-ea"/>
              </a:rPr>
              <a:t>一个完整的指令周期中的信息流程</a:t>
            </a:r>
            <a:endParaRPr lang="zh-CN" altLang="en-US" sz="2800">
              <a:solidFill>
                <a:schemeClr val="tx1"/>
              </a:solidFill>
              <a:latin typeface="+mn-lt"/>
              <a:ea typeface="+mn-ea"/>
            </a:endParaRPr>
          </a:p>
        </p:txBody>
      </p:sp>
      <p:sp>
        <p:nvSpPr>
          <p:cNvPr id="3" name="标题 2"/>
          <p:cNvSpPr>
            <a:spLocks noGrp="1"/>
          </p:cNvSpPr>
          <p:nvPr>
            <p:ph type="title" idx="1"/>
            <p:custDataLst>
              <p:tags r:id="rId5"/>
            </p:custDataLst>
          </p:nvPr>
        </p:nvSpPr>
        <p:spPr>
          <a:noFill/>
        </p:spPr>
        <p:txBody>
          <a:bodyPr vert="horz" wrap="square" lIns="0" tIns="0" rIns="0" bIns="0" rtlCol="0" anchor="b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3600" b="0" i="0" u="none" strike="noStrike" kern="1200" cap="none" spc="300" normalizeH="0" baseline="0" noProof="1" dirty="0" smtClean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+mj-lt"/>
                <a:ea typeface="+mj-lt"/>
                <a:cs typeface="MiSans Normal" panose="00000500000000000000" charset="-122"/>
                <a:sym typeface="+mn-ea"/>
              </a:defRPr>
            </a:lvl1pPr>
          </a:lstStyle>
          <a:p>
            <a:pPr lvl="0" algn="l"/>
            <a:r>
              <a:rPr>
                <a:sym typeface="+mn-ea"/>
              </a:rPr>
              <a:t>第</a:t>
            </a:r>
            <a:r>
              <a:rPr lang="en-US" altLang="zh-CN">
                <a:sym typeface="+mn-ea"/>
              </a:rPr>
              <a:t>6</a:t>
            </a:r>
            <a:r>
              <a:rPr>
                <a:sym typeface="+mn-ea"/>
              </a:rPr>
              <a:t>章  中央处理器</a:t>
            </a:r>
            <a:endParaRPr lang="en-US" altLang="zh-CN">
              <a:sym typeface="+mn-ea"/>
            </a:endParaRPr>
          </a:p>
        </p:txBody>
      </p:sp>
      <p:sp>
        <p:nvSpPr>
          <p:cNvPr id="173058" name="Text Box 2"/>
          <p:cNvSpPr txBox="1"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1055370" y="4513580"/>
            <a:ext cx="10567035" cy="112458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normAutofit/>
          </a:bodyPr>
          <a:lstStyle/>
          <a:p>
            <a:pPr>
              <a:lnSpc>
                <a:spcPct val="120000"/>
              </a:lnSpc>
              <a:spcBef>
                <a:spcPct val="0"/>
              </a:spcBef>
            </a:pPr>
            <a:r>
              <a:rPr lang="en-US" altLang="zh-CN" sz="2800" dirty="0">
                <a:solidFill>
                  <a:schemeClr val="tx1"/>
                </a:solidFill>
                <a:latin typeface="+mn-lt"/>
                <a:ea typeface="+mn-ea"/>
              </a:rPr>
              <a:t>4. </a:t>
            </a:r>
            <a:r>
              <a:rPr lang="zh-CN" altLang="en-US" sz="2800" dirty="0">
                <a:solidFill>
                  <a:schemeClr val="tx1"/>
                </a:solidFill>
                <a:latin typeface="+mn-lt"/>
                <a:ea typeface="+mn-ea"/>
              </a:rPr>
              <a:t>控制单元对不同的指令在取指、间址和中断周期中，发出哪些相同的操作命令，不同指令在执行周期的微操作</a:t>
            </a:r>
            <a:r>
              <a:rPr lang="zh-CN" altLang="en-US" sz="2400" dirty="0">
                <a:solidFill>
                  <a:schemeClr val="tx1"/>
                </a:solidFill>
                <a:latin typeface="+mn-lt"/>
                <a:ea typeface="+mn-ea"/>
              </a:rPr>
              <a:t> </a:t>
            </a:r>
            <a:endParaRPr lang="zh-CN" altLang="en-US" sz="2400" dirty="0">
              <a:solidFill>
                <a:schemeClr val="tx1"/>
              </a:solidFill>
              <a:latin typeface="+mn-lt"/>
              <a:ea typeface="+mn-ea"/>
            </a:endParaRPr>
          </a:p>
        </p:txBody>
      </p:sp>
    </p:spTree>
    <p:custDataLst>
      <p:tags r:id="rId7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9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669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9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669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9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669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9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669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0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730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6914" grpId="0" autoUpdateAnimBg="0"/>
      <p:bldP spid="166915" grpId="0"/>
      <p:bldP spid="166917" grpId="0" autoUpdateAnimBg="0"/>
      <p:bldP spid="166918" grpId="0" autoUpdateAnimBg="0"/>
      <p:bldP spid="173058" grpId="0" autoUpdateAnimBg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83" name="Text Box 3"/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766763" y="1268413"/>
            <a:ext cx="5954712" cy="58356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/>
          <a:lstStyle/>
          <a:p>
            <a:pPr>
              <a:buClr>
                <a:schemeClr val="accent2"/>
              </a:buClr>
              <a:buSzPct val="80000"/>
              <a:buFont typeface="Wingdings" panose="05000000000000000000" pitchFamily="2" charset="2"/>
              <a:buNone/>
            </a:pPr>
            <a:r>
              <a:rPr lang="zh-CN" altLang="en-US" sz="3600">
                <a:solidFill>
                  <a:schemeClr val="folHlink"/>
                </a:solidFill>
                <a:latin typeface="+mj-lt"/>
                <a:ea typeface="+mj-ea"/>
              </a:rPr>
              <a:t>重点</a:t>
            </a:r>
            <a:endParaRPr lang="zh-CN" altLang="en-US" sz="3600">
              <a:solidFill>
                <a:schemeClr val="folHlink"/>
              </a:solidFill>
              <a:latin typeface="+mj-lt"/>
              <a:ea typeface="+mj-ea"/>
            </a:endParaRPr>
          </a:p>
        </p:txBody>
      </p:sp>
      <p:sp>
        <p:nvSpPr>
          <p:cNvPr id="19460" name="AutoShape 10">
            <a:hlinkClick r:id="" action="ppaction://hlinkshowjump?jump=nextslide" highlightClick="1"/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9048750" y="6136006"/>
            <a:ext cx="309879" cy="275589"/>
          </a:xfrm>
          <a:prstGeom prst="actionButtonForwardNext">
            <a:avLst/>
          </a:prstGeom>
          <a:noFill/>
          <a:ln w="9525">
            <a:noFill/>
            <a:miter lim="800000"/>
          </a:ln>
        </p:spPr>
        <p:txBody>
          <a:bodyPr wrap="none" anchor="ctr">
            <a:spAutoFit/>
          </a:bodyPr>
          <a:lstStyle/>
          <a:p>
            <a:endParaRPr lang="zh-CN" altLang="en-US">
              <a:solidFill>
                <a:schemeClr val="tx1"/>
              </a:solidFill>
            </a:endParaRPr>
          </a:p>
        </p:txBody>
      </p:sp>
      <p:grpSp>
        <p:nvGrpSpPr>
          <p:cNvPr id="2" name="Group 14"/>
          <p:cNvGrpSpPr/>
          <p:nvPr/>
        </p:nvGrpSpPr>
        <p:grpSpPr bwMode="auto">
          <a:xfrm>
            <a:off x="983615" y="2120900"/>
            <a:ext cx="9432925" cy="2032000"/>
            <a:chOff x="916" y="1336"/>
            <a:chExt cx="5942" cy="1280"/>
          </a:xfrm>
        </p:grpSpPr>
        <p:sp>
          <p:nvSpPr>
            <p:cNvPr id="19462" name="Text Box 4"/>
            <p:cNvSpPr txBox="1">
              <a:spLocks noChangeArrowheads="1"/>
            </p:cNvSpPr>
            <p:nvPr>
              <p:custDataLst>
                <p:tags r:id="rId3"/>
              </p:custDataLst>
            </p:nvPr>
          </p:nvSpPr>
          <p:spPr bwMode="auto">
            <a:xfrm>
              <a:off x="916" y="1336"/>
              <a:ext cx="5353" cy="329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square"/>
            <a:lstStyle/>
            <a:p>
              <a:pPr>
                <a:buClr>
                  <a:schemeClr val="accent2"/>
                </a:buClr>
                <a:buSzPct val="80000"/>
                <a:buFont typeface="Wingdings" panose="05000000000000000000" pitchFamily="2" charset="2"/>
                <a:buNone/>
              </a:pPr>
              <a:r>
                <a:rPr lang="en-US" altLang="zh-CN" sz="3200" dirty="0">
                  <a:solidFill>
                    <a:schemeClr val="tx1"/>
                  </a:solidFill>
                  <a:latin typeface="+mn-lt"/>
                  <a:ea typeface="+mn-ea"/>
                </a:rPr>
                <a:t>1. </a:t>
              </a:r>
              <a:r>
                <a:rPr lang="zh-CN" altLang="en-US" sz="3200">
                  <a:solidFill>
                    <a:schemeClr val="tx1"/>
                  </a:solidFill>
                  <a:latin typeface="+mn-lt"/>
                  <a:ea typeface="+mn-ea"/>
                </a:rPr>
                <a:t>有关总线的基本概念</a:t>
              </a:r>
              <a:endParaRPr lang="zh-CN" altLang="en-US" sz="3200">
                <a:solidFill>
                  <a:schemeClr val="tx1"/>
                </a:solidFill>
                <a:latin typeface="+mn-lt"/>
                <a:ea typeface="+mn-ea"/>
              </a:endParaRPr>
            </a:p>
          </p:txBody>
        </p:sp>
        <p:sp>
          <p:nvSpPr>
            <p:cNvPr id="19463" name="Text Box 12"/>
            <p:cNvSpPr txBox="1">
              <a:spLocks noChangeArrowheads="1"/>
            </p:cNvSpPr>
            <p:nvPr>
              <p:custDataLst>
                <p:tags r:id="rId4"/>
              </p:custDataLst>
            </p:nvPr>
          </p:nvSpPr>
          <p:spPr bwMode="auto">
            <a:xfrm>
              <a:off x="1188" y="1827"/>
              <a:ext cx="5670" cy="29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square"/>
            <a:lstStyle/>
            <a:p>
              <a:r>
                <a:rPr lang="zh-CN" altLang="en-US" sz="2800">
                  <a:solidFill>
                    <a:schemeClr val="tx1"/>
                  </a:solidFill>
                  <a:latin typeface="+mn-lt"/>
                  <a:ea typeface="+mn-ea"/>
                </a:rPr>
                <a:t>什么是总线　总线上信息传输的特点</a:t>
              </a:r>
              <a:endParaRPr lang="zh-CN" altLang="en-US" sz="2800">
                <a:solidFill>
                  <a:schemeClr val="tx1"/>
                </a:solidFill>
                <a:latin typeface="+mn-lt"/>
                <a:ea typeface="+mn-ea"/>
              </a:endParaRPr>
            </a:p>
          </p:txBody>
        </p:sp>
        <p:sp>
          <p:nvSpPr>
            <p:cNvPr id="19464" name="Text Box 13"/>
            <p:cNvSpPr txBox="1">
              <a:spLocks noChangeArrowheads="1"/>
            </p:cNvSpPr>
            <p:nvPr>
              <p:custDataLst>
                <p:tags r:id="rId5"/>
              </p:custDataLst>
            </p:nvPr>
          </p:nvSpPr>
          <p:spPr bwMode="auto">
            <a:xfrm>
              <a:off x="1188" y="2326"/>
              <a:ext cx="5670" cy="29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square"/>
            <a:lstStyle/>
            <a:p>
              <a:r>
                <a:rPr lang="zh-CN" altLang="en-US" sz="2800" dirty="0">
                  <a:solidFill>
                    <a:schemeClr val="tx1"/>
                  </a:solidFill>
                  <a:latin typeface="+mn-lt"/>
                  <a:ea typeface="+mn-ea"/>
                </a:rPr>
                <a:t>总线宽度　总线带宽　总线复用　总线传输周期</a:t>
              </a:r>
              <a:endParaRPr lang="zh-CN" altLang="en-US" sz="2800" dirty="0">
                <a:solidFill>
                  <a:schemeClr val="tx1"/>
                </a:solidFill>
                <a:latin typeface="+mn-lt"/>
                <a:ea typeface="+mn-ea"/>
              </a:endParaRPr>
            </a:p>
          </p:txBody>
        </p:sp>
      </p:grpSp>
      <p:sp>
        <p:nvSpPr>
          <p:cNvPr id="5" name="标题 4"/>
          <p:cNvSpPr>
            <a:spLocks noGrp="1"/>
          </p:cNvSpPr>
          <p:nvPr>
            <p:ph type="title" idx="1"/>
            <p:custDataLst>
              <p:tags r:id="rId6"/>
            </p:custDataLst>
          </p:nvPr>
        </p:nvSpPr>
        <p:spPr>
          <a:noFill/>
        </p:spPr>
        <p:txBody>
          <a:bodyPr vert="horz" wrap="square" lIns="0" tIns="0" rIns="0" bIns="0" rtlCol="0" anchor="b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3600" b="0" i="0" u="none" strike="noStrike" kern="1200" cap="none" spc="300" normalizeH="0" baseline="0" noProof="1" dirty="0" smtClean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+mj-lt"/>
                <a:ea typeface="+mj-lt"/>
                <a:cs typeface="MiSans Normal" panose="00000500000000000000" charset="-122"/>
                <a:sym typeface="+mn-ea"/>
              </a:defRPr>
            </a:lvl1pPr>
          </a:lstStyle>
          <a:p>
            <a:pPr lvl="0" algn="l"/>
            <a:r>
              <a:rPr>
                <a:sym typeface="+mn-ea"/>
              </a:rPr>
              <a:t>第</a:t>
            </a:r>
            <a:r>
              <a:rPr lang="en-US" altLang="zh-CN">
                <a:sym typeface="+mn-ea"/>
              </a:rPr>
              <a:t>8</a:t>
            </a:r>
            <a:r>
              <a:rPr>
                <a:sym typeface="+mn-ea"/>
              </a:rPr>
              <a:t>章</a:t>
            </a:r>
            <a:r>
              <a:rPr>
                <a:sym typeface="+mn-ea"/>
              </a:rPr>
              <a:t>  </a:t>
            </a:r>
            <a:r>
              <a:rPr>
                <a:sym typeface="+mn-ea"/>
              </a:rPr>
              <a:t>系统总线</a:t>
            </a:r>
            <a:endParaRPr>
              <a:sym typeface="+mn-ea"/>
            </a:endParaRPr>
          </a:p>
        </p:txBody>
      </p:sp>
      <p:sp>
        <p:nvSpPr>
          <p:cNvPr id="395268" name="Text Box 4"/>
          <p:cNvSpPr txBox="1">
            <a:spLocks noChangeArrowheads="1"/>
          </p:cNvSpPr>
          <p:nvPr>
            <p:custDataLst>
              <p:tags r:id="rId7"/>
            </p:custDataLst>
          </p:nvPr>
        </p:nvSpPr>
        <p:spPr bwMode="auto">
          <a:xfrm>
            <a:off x="1055370" y="4725035"/>
            <a:ext cx="9908540" cy="103886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noAutofit/>
          </a:bodyPr>
          <a:lstStyle/>
          <a:p>
            <a:pPr>
              <a:buClr>
                <a:schemeClr val="accent2"/>
              </a:buClr>
              <a:buSzPct val="80000"/>
              <a:buFont typeface="Wingdings" panose="05000000000000000000" pitchFamily="2" charset="2"/>
              <a:buNone/>
            </a:pPr>
            <a:r>
              <a:rPr lang="en-US" altLang="zh-CN" sz="3200" dirty="0">
                <a:solidFill>
                  <a:schemeClr val="tx1"/>
                </a:solidFill>
                <a:latin typeface="+mn-lt"/>
                <a:ea typeface="+mn-ea"/>
              </a:rPr>
              <a:t>2. </a:t>
            </a:r>
            <a:r>
              <a:rPr lang="zh-CN" altLang="en-US" sz="3200" dirty="0">
                <a:solidFill>
                  <a:schemeClr val="tx1"/>
                </a:solidFill>
                <a:latin typeface="+mn-lt"/>
                <a:ea typeface="+mn-ea"/>
              </a:rPr>
              <a:t>如何对总线进行管理，包括总线仲裁和总线定时</a:t>
            </a:r>
            <a:endParaRPr lang="zh-CN" altLang="en-US" sz="3200" dirty="0">
              <a:solidFill>
                <a:schemeClr val="tx1"/>
              </a:solidFill>
              <a:latin typeface="+mn-lt"/>
              <a:ea typeface="+mn-ea"/>
            </a:endParaRPr>
          </a:p>
        </p:txBody>
      </p:sp>
    </p:spTree>
    <p:custDataLst>
      <p:tags r:id="rId8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8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228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5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952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2883" grpId="0"/>
      <p:bldP spid="395268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 idx="1"/>
            <p:custDataLst>
              <p:tags r:id="rId1"/>
            </p:custDataLst>
          </p:nvPr>
        </p:nvSpPr>
        <p:spPr>
          <a:noFill/>
        </p:spPr>
        <p:txBody>
          <a:bodyPr vert="horz" wrap="square" lIns="0" tIns="0" rIns="0" bIns="0" rtlCol="0" anchor="b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3600" b="0" i="0" u="none" strike="noStrike" kern="1200" cap="none" spc="300" normalizeH="0" baseline="0" noProof="1" dirty="0" smtClean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+mj-lt"/>
                <a:ea typeface="+mj-lt"/>
                <a:cs typeface="MiSans Normal" panose="00000500000000000000" charset="-122"/>
                <a:sym typeface="+mn-ea"/>
              </a:defRPr>
            </a:lvl1pPr>
          </a:lstStyle>
          <a:p>
            <a:pPr lvl="0" algn="l"/>
            <a:r>
              <a:rPr>
                <a:sym typeface="+mn-ea"/>
              </a:rPr>
              <a:t> </a:t>
            </a:r>
            <a:r>
              <a:rPr>
                <a:sym typeface="+mn-ea"/>
              </a:rPr>
              <a:t>（1） 集中式判优控制方式一 链式查询</a:t>
            </a:r>
            <a:endParaRPr>
              <a:sym typeface="+mn-ea"/>
            </a:endParaRPr>
          </a:p>
        </p:txBody>
      </p:sp>
      <p:sp>
        <p:nvSpPr>
          <p:cNvPr id="5" name="文本框 4"/>
          <p:cNvSpPr txBox="1"/>
          <p:nvPr>
            <p:custDataLst>
              <p:tags r:id="rId2"/>
            </p:custDataLst>
          </p:nvPr>
        </p:nvSpPr>
        <p:spPr>
          <a:xfrm>
            <a:off x="767715" y="1379220"/>
            <a:ext cx="10728960" cy="4965065"/>
          </a:xfrm>
          <a:prstGeom prst="rect">
            <a:avLst/>
          </a:prstGeom>
          <a:noFill/>
        </p:spPr>
        <p:txBody>
          <a:bodyPr wrap="square"/>
          <a:lstStyle/>
          <a:p>
            <a:pPr>
              <a:lnSpc>
                <a:spcPct val="125000"/>
              </a:lnSpc>
              <a:defRPr/>
            </a:pPr>
            <a:r>
              <a:rPr lang="en-US" altLang="zh-CN" sz="2400" dirty="0">
                <a:solidFill>
                  <a:schemeClr val="tx1"/>
                </a:solidFill>
                <a:latin typeface="+mn-lt"/>
                <a:ea typeface="+mn-ea"/>
              </a:rPr>
              <a:t>① </a:t>
            </a:r>
            <a:r>
              <a:rPr lang="zh-CN" altLang="en-US" sz="2400" dirty="0">
                <a:solidFill>
                  <a:schemeClr val="tx1"/>
                </a:solidFill>
                <a:latin typeface="+mn-lt"/>
                <a:ea typeface="+mn-ea"/>
              </a:rPr>
              <a:t>总线授权信号</a:t>
            </a:r>
            <a:r>
              <a:rPr lang="en-US" altLang="zh-CN" sz="2400" dirty="0">
                <a:solidFill>
                  <a:schemeClr val="tx1"/>
                </a:solidFill>
                <a:latin typeface="+mn-lt"/>
                <a:ea typeface="+mn-ea"/>
              </a:rPr>
              <a:t>BG</a:t>
            </a:r>
            <a:r>
              <a:rPr lang="zh-CN" altLang="en-US" sz="2400" dirty="0">
                <a:solidFill>
                  <a:schemeClr val="tx1"/>
                </a:solidFill>
                <a:latin typeface="+mn-lt"/>
                <a:ea typeface="+mn-ea"/>
              </a:rPr>
              <a:t>串行地从一个</a:t>
            </a:r>
            <a:r>
              <a:rPr lang="en-US" altLang="zh-CN" sz="2400" dirty="0">
                <a:solidFill>
                  <a:schemeClr val="tx1"/>
                </a:solidFill>
                <a:latin typeface="+mn-lt"/>
                <a:ea typeface="+mn-ea"/>
              </a:rPr>
              <a:t>I/O</a:t>
            </a:r>
            <a:r>
              <a:rPr lang="zh-CN" altLang="en-US" sz="2400" dirty="0">
                <a:solidFill>
                  <a:schemeClr val="tx1"/>
                </a:solidFill>
                <a:latin typeface="+mn-lt"/>
                <a:ea typeface="+mn-ea"/>
              </a:rPr>
              <a:t>设备传送到下一个</a:t>
            </a:r>
            <a:r>
              <a:rPr lang="en-US" altLang="zh-CN" sz="2400" dirty="0">
                <a:solidFill>
                  <a:schemeClr val="tx1"/>
                </a:solidFill>
                <a:latin typeface="+mn-lt"/>
                <a:ea typeface="+mn-ea"/>
              </a:rPr>
              <a:t>I/O</a:t>
            </a:r>
            <a:r>
              <a:rPr lang="zh-CN" altLang="en-US" sz="2400" dirty="0">
                <a:solidFill>
                  <a:schemeClr val="tx1"/>
                </a:solidFill>
                <a:latin typeface="+mn-lt"/>
                <a:ea typeface="+mn-ea"/>
              </a:rPr>
              <a:t>设备。</a:t>
            </a:r>
            <a:endParaRPr lang="zh-CN" altLang="en-US" sz="2400" dirty="0">
              <a:solidFill>
                <a:schemeClr val="tx1"/>
              </a:solidFill>
              <a:latin typeface="+mn-lt"/>
              <a:ea typeface="+mn-ea"/>
            </a:endParaRPr>
          </a:p>
          <a:p>
            <a:pPr marL="342900" indent="-342900">
              <a:lnSpc>
                <a:spcPct val="125000"/>
              </a:lnSpc>
              <a:defRPr/>
            </a:pPr>
            <a:r>
              <a:rPr lang="en-US" altLang="zh-CN" sz="2400" dirty="0">
                <a:solidFill>
                  <a:schemeClr val="tx1"/>
                </a:solidFill>
                <a:latin typeface="+mn-lt"/>
                <a:ea typeface="+mn-ea"/>
              </a:rPr>
              <a:t>② </a:t>
            </a:r>
            <a:r>
              <a:rPr lang="zh-CN" altLang="en-US" sz="2400" dirty="0">
                <a:solidFill>
                  <a:schemeClr val="tx1"/>
                </a:solidFill>
                <a:latin typeface="+mn-lt"/>
                <a:ea typeface="+mn-ea"/>
              </a:rPr>
              <a:t>优先级固定：离“总线控制部件”最近的优先级最高，最远的优先级最低。故优先级通过物理上的排队电路来实现的。</a:t>
            </a:r>
            <a:endParaRPr lang="en-US" altLang="zh-CN" sz="2400" dirty="0">
              <a:solidFill>
                <a:schemeClr val="tx1"/>
              </a:solidFill>
              <a:latin typeface="+mn-lt"/>
              <a:ea typeface="+mn-ea"/>
            </a:endParaRPr>
          </a:p>
          <a:p>
            <a:pPr marL="342900" indent="-342900">
              <a:lnSpc>
                <a:spcPct val="125000"/>
              </a:lnSpc>
              <a:defRPr/>
            </a:pPr>
            <a:r>
              <a:rPr lang="zh-CN" altLang="zh-CN" sz="2400" dirty="0">
                <a:solidFill>
                  <a:schemeClr val="tx1"/>
                </a:solidFill>
                <a:latin typeface="+mn-lt"/>
                <a:ea typeface="+mn-ea"/>
              </a:rPr>
              <a:t>③</a:t>
            </a:r>
            <a:r>
              <a:rPr lang="en-US" altLang="zh-CN" sz="2400" dirty="0">
                <a:solidFill>
                  <a:schemeClr val="tx1"/>
                </a:solidFill>
                <a:latin typeface="+mn-lt"/>
                <a:ea typeface="+mn-ea"/>
              </a:rPr>
              <a:t> </a:t>
            </a:r>
            <a:r>
              <a:rPr lang="zh-CN" altLang="en-US" sz="2400" dirty="0">
                <a:solidFill>
                  <a:schemeClr val="tx1"/>
                </a:solidFill>
                <a:latin typeface="+mn-lt"/>
                <a:ea typeface="+mn-ea"/>
              </a:rPr>
              <a:t>设计简单：采用很少的几根线，就可按一定的优先级实现总线仲裁。易于扩充设备。</a:t>
            </a:r>
            <a:endParaRPr lang="en-US" altLang="zh-CN" sz="2400" dirty="0">
              <a:solidFill>
                <a:schemeClr val="tx1"/>
              </a:solidFill>
              <a:latin typeface="+mn-lt"/>
              <a:ea typeface="+mn-ea"/>
            </a:endParaRPr>
          </a:p>
          <a:p>
            <a:pPr marL="342900" indent="-342900">
              <a:lnSpc>
                <a:spcPct val="125000"/>
              </a:lnSpc>
              <a:defRPr/>
            </a:pPr>
            <a:r>
              <a:rPr lang="en-US" altLang="zh-CN" sz="2400" dirty="0">
                <a:solidFill>
                  <a:schemeClr val="tx1"/>
                </a:solidFill>
                <a:latin typeface="+mn-lt"/>
                <a:ea typeface="+mn-ea"/>
              </a:rPr>
              <a:t>④ </a:t>
            </a:r>
            <a:r>
              <a:rPr lang="zh-CN" altLang="en-US" sz="2400" dirty="0">
                <a:solidFill>
                  <a:schemeClr val="tx1"/>
                </a:solidFill>
                <a:latin typeface="+mn-lt"/>
                <a:ea typeface="+mn-ea"/>
              </a:rPr>
              <a:t>若第</a:t>
            </a:r>
            <a:r>
              <a:rPr lang="en-US" altLang="zh-CN" sz="2400" dirty="0">
                <a:solidFill>
                  <a:schemeClr val="tx1"/>
                </a:solidFill>
                <a:latin typeface="+mn-lt"/>
                <a:ea typeface="+mn-ea"/>
              </a:rPr>
              <a:t>J</a:t>
            </a:r>
            <a:r>
              <a:rPr lang="zh-CN" altLang="en-US" sz="2400" dirty="0">
                <a:solidFill>
                  <a:schemeClr val="tx1"/>
                </a:solidFill>
                <a:latin typeface="+mn-lt"/>
                <a:ea typeface="+mn-ea"/>
              </a:rPr>
              <a:t>个设备中的接口电路出现故障，则第</a:t>
            </a:r>
            <a:r>
              <a:rPr lang="en-US" altLang="zh-CN" sz="2400" dirty="0">
                <a:solidFill>
                  <a:schemeClr val="tx1"/>
                </a:solidFill>
                <a:latin typeface="+mn-lt"/>
                <a:ea typeface="+mn-ea"/>
              </a:rPr>
              <a:t>J</a:t>
            </a:r>
            <a:r>
              <a:rPr lang="zh-CN" altLang="en-US" sz="2400" dirty="0">
                <a:solidFill>
                  <a:schemeClr val="tx1"/>
                </a:solidFill>
                <a:latin typeface="+mn-lt"/>
                <a:ea typeface="+mn-ea"/>
              </a:rPr>
              <a:t>个之后的都无法正常工作。即对电路故障很敏感。</a:t>
            </a:r>
            <a:endParaRPr lang="en-US" altLang="zh-CN" sz="2400" dirty="0">
              <a:solidFill>
                <a:schemeClr val="tx1"/>
              </a:solidFill>
              <a:latin typeface="+mn-lt"/>
              <a:ea typeface="+mn-ea"/>
            </a:endParaRPr>
          </a:p>
          <a:p>
            <a:pPr marL="342900" indent="-342900">
              <a:lnSpc>
                <a:spcPct val="125000"/>
              </a:lnSpc>
              <a:defRPr/>
            </a:pPr>
            <a:r>
              <a:rPr lang="en-US" altLang="zh-CN" sz="2400" dirty="0">
                <a:solidFill>
                  <a:schemeClr val="tx1"/>
                </a:solidFill>
                <a:latin typeface="+mn-lt"/>
                <a:ea typeface="+mn-ea"/>
              </a:rPr>
              <a:t>⑤ </a:t>
            </a:r>
            <a:r>
              <a:rPr lang="zh-CN" altLang="en-US" sz="2400" dirty="0">
                <a:solidFill>
                  <a:schemeClr val="tx1"/>
                </a:solidFill>
                <a:latin typeface="+mn-lt"/>
                <a:ea typeface="+mn-ea"/>
              </a:rPr>
              <a:t>若优先级高的设备频繁发出请求，则优先级低的设备可能很长时间都无法得到总线控制权。</a:t>
            </a:r>
            <a:endParaRPr lang="zh-CN" altLang="en-US" sz="2400" dirty="0">
              <a:solidFill>
                <a:schemeClr val="tx1"/>
              </a:solidFill>
              <a:latin typeface="+mn-lt"/>
              <a:ea typeface="+mn-ea"/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 idx="1"/>
            <p:custDataLst>
              <p:tags r:id="rId1"/>
            </p:custDataLst>
          </p:nvPr>
        </p:nvSpPr>
        <p:spPr>
          <a:noFill/>
        </p:spPr>
        <p:txBody>
          <a:bodyPr vert="horz" wrap="square" lIns="0" tIns="0" rIns="0" bIns="0" rtlCol="0" anchor="b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3600" b="0" i="0" u="none" strike="noStrike" kern="1200" cap="none" spc="300" normalizeH="0" baseline="0" noProof="1" dirty="0" smtClean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+mj-lt"/>
                <a:ea typeface="+mj-lt"/>
                <a:cs typeface="MiSans Normal" panose="00000500000000000000" charset="-122"/>
                <a:sym typeface="+mn-ea"/>
              </a:defRPr>
            </a:lvl1pPr>
          </a:lstStyle>
          <a:p>
            <a:pPr lvl="0" algn="l"/>
            <a:r>
              <a:rPr>
                <a:sym typeface="+mn-ea"/>
              </a:rPr>
              <a:t>（</a:t>
            </a:r>
            <a:r>
              <a:rPr>
                <a:sym typeface="+mn-ea"/>
              </a:rPr>
              <a:t>2</a:t>
            </a:r>
            <a:r>
              <a:rPr>
                <a:sym typeface="+mn-ea"/>
              </a:rPr>
              <a:t>）集中式判优控制方式二 计数器定时查询</a:t>
            </a:r>
            <a:endParaRPr>
              <a:sym typeface="+mn-ea"/>
            </a:endParaRPr>
          </a:p>
        </p:txBody>
      </p:sp>
      <p:sp>
        <p:nvSpPr>
          <p:cNvPr id="7" name="文本框 6"/>
          <p:cNvSpPr txBox="1"/>
          <p:nvPr>
            <p:custDataLst>
              <p:tags r:id="rId2"/>
            </p:custDataLst>
          </p:nvPr>
        </p:nvSpPr>
        <p:spPr>
          <a:xfrm>
            <a:off x="762635" y="1412875"/>
            <a:ext cx="10733405" cy="4344035"/>
          </a:xfrm>
          <a:prstGeom prst="rect">
            <a:avLst/>
          </a:prstGeom>
          <a:noFill/>
        </p:spPr>
        <p:txBody>
          <a:bodyPr wrap="square">
            <a:normAutofit lnSpcReduction="10000"/>
          </a:bodyPr>
          <a:lstStyle/>
          <a:p>
            <a:pPr marL="342900" indent="-342900">
              <a:lnSpc>
                <a:spcPct val="125000"/>
              </a:lnSpc>
              <a:defRPr/>
            </a:pPr>
            <a:r>
              <a:rPr lang="en-US" altLang="zh-CN" sz="2400" dirty="0">
                <a:solidFill>
                  <a:schemeClr val="tx1"/>
                </a:solidFill>
                <a:latin typeface="+mn-lt"/>
                <a:ea typeface="+mn-ea"/>
              </a:rPr>
              <a:t>① </a:t>
            </a:r>
            <a:r>
              <a:rPr lang="zh-CN" altLang="en-US" sz="2400" dirty="0">
                <a:solidFill>
                  <a:schemeClr val="tx1"/>
                </a:solidFill>
                <a:latin typeface="+mn-lt"/>
                <a:ea typeface="+mn-ea"/>
              </a:rPr>
              <a:t>仲裁器接收到请求信号以后，在</a:t>
            </a:r>
            <a:r>
              <a:rPr lang="en-US" altLang="zh-CN" sz="2400" dirty="0">
                <a:solidFill>
                  <a:schemeClr val="tx1"/>
                </a:solidFill>
                <a:latin typeface="+mn-lt"/>
                <a:ea typeface="+mn-ea"/>
              </a:rPr>
              <a:t>BS</a:t>
            </a:r>
            <a:r>
              <a:rPr lang="zh-CN" altLang="en-US" sz="2400" dirty="0">
                <a:solidFill>
                  <a:schemeClr val="tx1"/>
                </a:solidFill>
                <a:latin typeface="+mn-lt"/>
                <a:ea typeface="+mn-ea"/>
              </a:rPr>
              <a:t>线为“</a:t>
            </a:r>
            <a:r>
              <a:rPr lang="en-US" altLang="zh-CN" sz="2400" dirty="0">
                <a:solidFill>
                  <a:schemeClr val="tx1"/>
                </a:solidFill>
                <a:latin typeface="+mn-lt"/>
                <a:ea typeface="+mn-ea"/>
              </a:rPr>
              <a:t>0”</a:t>
            </a:r>
            <a:r>
              <a:rPr lang="zh-CN" altLang="en-US" sz="2400" dirty="0">
                <a:solidFill>
                  <a:schemeClr val="tx1"/>
                </a:solidFill>
                <a:latin typeface="+mn-lt"/>
                <a:ea typeface="+mn-ea"/>
              </a:rPr>
              <a:t>的情况下，让计数器开始计数，计数值通过一组地址线发向各个设备。</a:t>
            </a:r>
            <a:endParaRPr lang="en-US" altLang="zh-CN" sz="2400" dirty="0">
              <a:solidFill>
                <a:schemeClr val="tx1"/>
              </a:solidFill>
              <a:latin typeface="+mn-lt"/>
              <a:ea typeface="+mn-ea"/>
            </a:endParaRPr>
          </a:p>
          <a:p>
            <a:pPr marL="342900" indent="-342900">
              <a:lnSpc>
                <a:spcPct val="125000"/>
              </a:lnSpc>
              <a:defRPr/>
            </a:pPr>
            <a:r>
              <a:rPr lang="en-US" altLang="zh-CN" sz="2400" dirty="0">
                <a:solidFill>
                  <a:schemeClr val="tx1"/>
                </a:solidFill>
                <a:latin typeface="+mn-lt"/>
                <a:ea typeface="+mn-ea"/>
              </a:rPr>
              <a:t>② </a:t>
            </a:r>
            <a:r>
              <a:rPr lang="zh-CN" altLang="en-US" sz="2400" dirty="0">
                <a:solidFill>
                  <a:schemeClr val="tx1"/>
                </a:solidFill>
                <a:latin typeface="+mn-lt"/>
                <a:ea typeface="+mn-ea"/>
              </a:rPr>
              <a:t>每个设备接口都有一个“设备地址判别电路”，当地址线上的计数值与请求总线的设备地址相一致时，该设备将</a:t>
            </a:r>
            <a:r>
              <a:rPr lang="en-US" altLang="zh-CN" sz="2400" dirty="0">
                <a:solidFill>
                  <a:schemeClr val="tx1"/>
                </a:solidFill>
                <a:latin typeface="+mn-lt"/>
                <a:ea typeface="+mn-ea"/>
              </a:rPr>
              <a:t>BS</a:t>
            </a:r>
            <a:r>
              <a:rPr lang="zh-CN" altLang="en-US" sz="2400" dirty="0">
                <a:solidFill>
                  <a:schemeClr val="tx1"/>
                </a:solidFill>
                <a:latin typeface="+mn-lt"/>
                <a:ea typeface="+mn-ea"/>
              </a:rPr>
              <a:t>线置为</a:t>
            </a:r>
            <a:r>
              <a:rPr lang="en-US" altLang="zh-CN" sz="2400" dirty="0">
                <a:solidFill>
                  <a:schemeClr val="tx1"/>
                </a:solidFill>
                <a:latin typeface="+mn-lt"/>
                <a:ea typeface="+mn-ea"/>
              </a:rPr>
              <a:t>1</a:t>
            </a:r>
            <a:r>
              <a:rPr lang="zh-CN" altLang="en-US" sz="2400" dirty="0">
                <a:solidFill>
                  <a:schemeClr val="tx1"/>
                </a:solidFill>
                <a:latin typeface="+mn-lt"/>
                <a:ea typeface="+mn-ea"/>
              </a:rPr>
              <a:t>，获得了总线的使用权，此时中止计数查询。</a:t>
            </a:r>
            <a:endParaRPr lang="en-US" altLang="zh-CN" sz="2400" dirty="0">
              <a:solidFill>
                <a:schemeClr val="tx1"/>
              </a:solidFill>
              <a:latin typeface="+mn-lt"/>
              <a:ea typeface="+mn-ea"/>
            </a:endParaRPr>
          </a:p>
          <a:p>
            <a:pPr marL="342900" indent="-342900">
              <a:lnSpc>
                <a:spcPct val="125000"/>
              </a:lnSpc>
              <a:defRPr/>
            </a:pPr>
            <a:r>
              <a:rPr lang="en-US" altLang="zh-CN" sz="2400" dirty="0">
                <a:solidFill>
                  <a:schemeClr val="tx1"/>
                </a:solidFill>
                <a:latin typeface="+mn-lt"/>
                <a:ea typeface="+mn-ea"/>
              </a:rPr>
              <a:t>③ </a:t>
            </a:r>
            <a:r>
              <a:rPr lang="zh-CN" altLang="en-US" sz="2400" dirty="0">
                <a:solidFill>
                  <a:schemeClr val="tx1"/>
                </a:solidFill>
                <a:latin typeface="+mn-lt"/>
                <a:ea typeface="+mn-ea"/>
              </a:rPr>
              <a:t>若从</a:t>
            </a:r>
            <a:r>
              <a:rPr lang="en-US" altLang="zh-CN" sz="2400" dirty="0">
                <a:solidFill>
                  <a:schemeClr val="tx1"/>
                </a:solidFill>
                <a:latin typeface="+mn-lt"/>
                <a:ea typeface="+mn-ea"/>
              </a:rPr>
              <a:t>0</a:t>
            </a:r>
            <a:r>
              <a:rPr lang="zh-CN" altLang="en-US" sz="2400" dirty="0">
                <a:solidFill>
                  <a:schemeClr val="tx1"/>
                </a:solidFill>
                <a:latin typeface="+mn-lt"/>
                <a:ea typeface="+mn-ea"/>
              </a:rPr>
              <a:t>开始，各个设备的优先级次序同“链式查询法”相同，此时优先级的顺序是固定的。（谁的地址小，谁的优先级就最高）</a:t>
            </a:r>
            <a:endParaRPr lang="en-US" altLang="zh-CN" sz="2400" dirty="0">
              <a:solidFill>
                <a:schemeClr val="tx1"/>
              </a:solidFill>
              <a:latin typeface="+mn-lt"/>
              <a:ea typeface="+mn-ea"/>
            </a:endParaRPr>
          </a:p>
          <a:p>
            <a:pPr marL="342900" indent="-342900">
              <a:lnSpc>
                <a:spcPct val="125000"/>
              </a:lnSpc>
              <a:defRPr/>
            </a:pPr>
            <a:r>
              <a:rPr lang="zh-CN" altLang="zh-CN" sz="2400" dirty="0">
                <a:solidFill>
                  <a:schemeClr val="tx1"/>
                </a:solidFill>
                <a:latin typeface="+mn-lt"/>
                <a:ea typeface="+mn-ea"/>
              </a:rPr>
              <a:t>④</a:t>
            </a:r>
            <a:r>
              <a:rPr lang="en-US" altLang="zh-CN" sz="2400" dirty="0">
                <a:solidFill>
                  <a:schemeClr val="tx1"/>
                </a:solidFill>
                <a:latin typeface="+mn-lt"/>
                <a:ea typeface="+mn-ea"/>
              </a:rPr>
              <a:t> </a:t>
            </a:r>
            <a:r>
              <a:rPr lang="zh-CN" altLang="en-US" sz="2400" dirty="0">
                <a:solidFill>
                  <a:schemeClr val="tx1"/>
                </a:solidFill>
                <a:latin typeface="+mn-lt"/>
                <a:ea typeface="+mn-ea"/>
              </a:rPr>
              <a:t>若从中止点开始，则每个设备的优先级相等。</a:t>
            </a:r>
            <a:endParaRPr lang="en-US" altLang="zh-CN" sz="2400" dirty="0">
              <a:solidFill>
                <a:schemeClr val="tx1"/>
              </a:solidFill>
              <a:latin typeface="+mn-lt"/>
              <a:ea typeface="+mn-ea"/>
            </a:endParaRPr>
          </a:p>
          <a:p>
            <a:pPr marL="342900" indent="-342900">
              <a:lnSpc>
                <a:spcPct val="125000"/>
              </a:lnSpc>
              <a:defRPr/>
            </a:pPr>
            <a:r>
              <a:rPr lang="en-US" altLang="zh-CN" sz="2400" dirty="0">
                <a:solidFill>
                  <a:schemeClr val="tx1"/>
                </a:solidFill>
                <a:latin typeface="+mn-lt"/>
                <a:ea typeface="+mn-ea"/>
              </a:rPr>
              <a:t>⑤ </a:t>
            </a:r>
            <a:r>
              <a:rPr lang="zh-CN" altLang="en-US" sz="2400" dirty="0">
                <a:solidFill>
                  <a:schemeClr val="tx1"/>
                </a:solidFill>
                <a:latin typeface="+mn-lt"/>
                <a:ea typeface="+mn-ea"/>
              </a:rPr>
              <a:t>可通过程序来设置计数器初值，动态来改变其优先级。即可编程。</a:t>
            </a:r>
            <a:endParaRPr lang="zh-CN" altLang="en-US" sz="2400" dirty="0">
              <a:solidFill>
                <a:schemeClr val="tx1"/>
              </a:solidFill>
              <a:latin typeface="+mn-lt"/>
              <a:ea typeface="+mn-ea"/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 idx="1"/>
            <p:custDataLst>
              <p:tags r:id="rId1"/>
            </p:custDataLst>
          </p:nvPr>
        </p:nvSpPr>
        <p:spPr>
          <a:noFill/>
        </p:spPr>
        <p:txBody>
          <a:bodyPr vert="horz" wrap="square" lIns="0" tIns="0" rIns="0" bIns="0" rtlCol="0" anchor="b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3600" b="0" i="0" u="none" strike="noStrike" kern="1200" cap="none" spc="300" normalizeH="0" baseline="0" noProof="1" dirty="0" smtClean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+mj-lt"/>
                <a:ea typeface="+mj-lt"/>
                <a:cs typeface="MiSans Normal" panose="00000500000000000000" charset="-122"/>
                <a:sym typeface="+mn-ea"/>
              </a:defRPr>
            </a:lvl1pPr>
          </a:lstStyle>
          <a:p>
            <a:pPr lvl="0" algn="l"/>
            <a:r>
              <a:rPr>
                <a:sym typeface="+mn-ea"/>
              </a:rPr>
              <a:t>（</a:t>
            </a:r>
            <a:r>
              <a:rPr>
                <a:sym typeface="+mn-ea"/>
              </a:rPr>
              <a:t>3</a:t>
            </a:r>
            <a:r>
              <a:rPr>
                <a:sym typeface="+mn-ea"/>
              </a:rPr>
              <a:t>）集中式判优控制方式三 独立请求</a:t>
            </a:r>
            <a:endParaRPr>
              <a:sym typeface="+mn-ea"/>
            </a:endParaRPr>
          </a:p>
        </p:txBody>
      </p:sp>
      <p:sp>
        <p:nvSpPr>
          <p:cNvPr id="7" name="文本框 6"/>
          <p:cNvSpPr txBox="1"/>
          <p:nvPr>
            <p:custDataLst>
              <p:tags r:id="rId2"/>
            </p:custDataLst>
          </p:nvPr>
        </p:nvSpPr>
        <p:spPr>
          <a:xfrm>
            <a:off x="861060" y="1417955"/>
            <a:ext cx="10709275" cy="4222115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  <a:defRPr/>
            </a:pPr>
            <a:r>
              <a:rPr lang="zh-CN" altLang="zh-CN" sz="2800" dirty="0">
                <a:solidFill>
                  <a:schemeClr val="tx1"/>
                </a:solidFill>
                <a:latin typeface="+mn-lt"/>
                <a:ea typeface="+mn-ea"/>
              </a:rPr>
              <a:t>①</a:t>
            </a:r>
            <a:r>
              <a:rPr lang="en-US" altLang="zh-CN" sz="2800" dirty="0">
                <a:solidFill>
                  <a:schemeClr val="tx1"/>
                </a:solidFill>
                <a:latin typeface="+mn-lt"/>
                <a:ea typeface="+mn-ea"/>
              </a:rPr>
              <a:t> </a:t>
            </a:r>
            <a:r>
              <a:rPr lang="zh-CN" altLang="en-US" sz="2800" dirty="0">
                <a:solidFill>
                  <a:schemeClr val="tx1"/>
                </a:solidFill>
                <a:latin typeface="+mn-lt"/>
                <a:ea typeface="+mn-ea"/>
              </a:rPr>
              <a:t>每个设备均有一对独立的总线请求线</a:t>
            </a:r>
            <a:r>
              <a:rPr lang="en-US" altLang="zh-CN" sz="2800" dirty="0" err="1">
                <a:solidFill>
                  <a:schemeClr val="tx1"/>
                </a:solidFill>
                <a:latin typeface="+mn-lt"/>
                <a:ea typeface="+mn-ea"/>
              </a:rPr>
              <a:t>BRi</a:t>
            </a:r>
            <a:r>
              <a:rPr lang="zh-CN" altLang="en-US" sz="2800" dirty="0">
                <a:solidFill>
                  <a:schemeClr val="tx1"/>
                </a:solidFill>
                <a:latin typeface="+mn-lt"/>
                <a:ea typeface="+mn-ea"/>
              </a:rPr>
              <a:t>，和总线同意线</a:t>
            </a:r>
            <a:r>
              <a:rPr lang="en-US" altLang="zh-CN" sz="2800" dirty="0" err="1">
                <a:solidFill>
                  <a:schemeClr val="tx1"/>
                </a:solidFill>
                <a:latin typeface="+mn-lt"/>
                <a:ea typeface="+mn-ea"/>
              </a:rPr>
              <a:t>BGi</a:t>
            </a:r>
            <a:r>
              <a:rPr lang="zh-CN" altLang="en-US" sz="2800" dirty="0">
                <a:solidFill>
                  <a:schemeClr val="tx1"/>
                </a:solidFill>
                <a:latin typeface="+mn-lt"/>
                <a:ea typeface="+mn-ea"/>
              </a:rPr>
              <a:t>。</a:t>
            </a:r>
            <a:endParaRPr lang="en-US" altLang="zh-CN" sz="2800" dirty="0">
              <a:solidFill>
                <a:schemeClr val="tx1"/>
              </a:solidFill>
              <a:latin typeface="+mn-lt"/>
              <a:ea typeface="+mn-ea"/>
            </a:endParaRPr>
          </a:p>
          <a:p>
            <a:pPr marL="342900" indent="-342900">
              <a:lnSpc>
                <a:spcPct val="150000"/>
              </a:lnSpc>
              <a:defRPr/>
            </a:pPr>
            <a:r>
              <a:rPr lang="en-US" altLang="zh-CN" sz="2800" dirty="0">
                <a:solidFill>
                  <a:schemeClr val="tx1"/>
                </a:solidFill>
                <a:latin typeface="+mn-lt"/>
                <a:ea typeface="+mn-ea"/>
              </a:rPr>
              <a:t>② </a:t>
            </a:r>
            <a:r>
              <a:rPr lang="zh-CN" altLang="en-US" sz="2800" dirty="0">
                <a:solidFill>
                  <a:schemeClr val="tx1"/>
                </a:solidFill>
                <a:latin typeface="+mn-lt"/>
                <a:ea typeface="+mn-ea"/>
              </a:rPr>
              <a:t>仲裁器内设置排队电路。根据一定的优先级原则进行仲裁，以决定响应哪个设备。可编程。</a:t>
            </a:r>
            <a:endParaRPr lang="zh-CN" altLang="en-US" sz="2800" dirty="0">
              <a:solidFill>
                <a:schemeClr val="tx1"/>
              </a:solidFill>
              <a:latin typeface="+mn-lt"/>
              <a:ea typeface="+mn-ea"/>
            </a:endParaRPr>
          </a:p>
          <a:p>
            <a:pPr marL="342900" indent="-342900">
              <a:lnSpc>
                <a:spcPct val="150000"/>
              </a:lnSpc>
              <a:defRPr/>
            </a:pPr>
            <a:r>
              <a:rPr lang="zh-CN" altLang="en-US" sz="2800" dirty="0">
                <a:solidFill>
                  <a:schemeClr val="tx1"/>
                </a:solidFill>
                <a:latin typeface="+mn-lt"/>
                <a:ea typeface="+mn-ea"/>
              </a:rPr>
              <a:t>③</a:t>
            </a:r>
            <a:r>
              <a:rPr lang="en-US" altLang="zh-CN" sz="2800" dirty="0">
                <a:solidFill>
                  <a:schemeClr val="tx1"/>
                </a:solidFill>
                <a:latin typeface="+mn-lt"/>
                <a:ea typeface="+mn-ea"/>
              </a:rPr>
              <a:t> </a:t>
            </a:r>
            <a:r>
              <a:rPr lang="zh-CN" altLang="en-US" sz="2800" dirty="0">
                <a:solidFill>
                  <a:schemeClr val="tx1"/>
                </a:solidFill>
                <a:latin typeface="+mn-lt"/>
                <a:ea typeface="+mn-ea"/>
              </a:rPr>
              <a:t>独立请求方式的响应速度最快。</a:t>
            </a:r>
            <a:endParaRPr lang="zh-CN" altLang="en-US" sz="2800" dirty="0">
              <a:solidFill>
                <a:schemeClr val="tx1"/>
              </a:solidFill>
              <a:latin typeface="+mn-lt"/>
              <a:ea typeface="+mn-ea"/>
            </a:endParaRPr>
          </a:p>
          <a:p>
            <a:pPr>
              <a:defRPr/>
            </a:pPr>
            <a:endParaRPr lang="zh-CN" altLang="en-US" sz="2800" dirty="0">
              <a:solidFill>
                <a:schemeClr val="tx1"/>
              </a:solidFill>
              <a:latin typeface="+mn-lt"/>
              <a:ea typeface="+mn-ea"/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618" name="Text Box 2"/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1127760" y="2420303"/>
            <a:ext cx="7924800" cy="60769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normAutofit/>
          </a:bodyPr>
          <a:lstStyle/>
          <a:p>
            <a:pPr>
              <a:lnSpc>
                <a:spcPct val="120000"/>
              </a:lnSpc>
              <a:spcBef>
                <a:spcPct val="0"/>
              </a:spcBef>
            </a:pPr>
            <a:r>
              <a:rPr lang="en-US" altLang="zh-CN" sz="2800">
                <a:solidFill>
                  <a:schemeClr val="tx1"/>
                </a:solidFill>
                <a:latin typeface="+mn-lt"/>
                <a:ea typeface="+mn-ea"/>
              </a:rPr>
              <a:t>1.</a:t>
            </a:r>
            <a:r>
              <a:rPr lang="zh-CN" altLang="en-US" sz="2800">
                <a:solidFill>
                  <a:schemeClr val="tx1"/>
                </a:solidFill>
                <a:latin typeface="+mn-lt"/>
                <a:ea typeface="+mn-ea"/>
              </a:rPr>
              <a:t>主机与 </a:t>
            </a:r>
            <a:r>
              <a:rPr lang="en-US" altLang="zh-CN" sz="2800">
                <a:solidFill>
                  <a:schemeClr val="tx1"/>
                </a:solidFill>
                <a:latin typeface="+mn-lt"/>
                <a:ea typeface="+mn-ea"/>
              </a:rPr>
              <a:t>I/O </a:t>
            </a:r>
            <a:r>
              <a:rPr lang="zh-CN" altLang="en-US" sz="2800">
                <a:solidFill>
                  <a:schemeClr val="tx1"/>
                </a:solidFill>
                <a:latin typeface="+mn-lt"/>
                <a:ea typeface="+mn-ea"/>
              </a:rPr>
              <a:t>交换信息的三种控制方式</a:t>
            </a:r>
            <a:endParaRPr lang="zh-CN" altLang="en-US" sz="2800">
              <a:solidFill>
                <a:schemeClr val="tx1"/>
              </a:solidFill>
              <a:latin typeface="+mn-lt"/>
              <a:ea typeface="+mn-ea"/>
            </a:endParaRPr>
          </a:p>
        </p:txBody>
      </p:sp>
      <p:sp>
        <p:nvSpPr>
          <p:cNvPr id="239619" name="Text Box 3"/>
          <p:cNvSpPr txBox="1"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695643" y="1556385"/>
            <a:ext cx="6062662" cy="64516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normAutofit fontScale="90000"/>
          </a:bodyPr>
          <a:lstStyle/>
          <a:p>
            <a:pPr>
              <a:spcBef>
                <a:spcPct val="0"/>
              </a:spcBef>
            </a:pPr>
            <a:r>
              <a:rPr lang="zh-CN" altLang="en-US" sz="3600">
                <a:solidFill>
                  <a:schemeClr val="folHlink"/>
                </a:solidFill>
                <a:latin typeface="+mn-lt"/>
                <a:ea typeface="+mn-ea"/>
              </a:rPr>
              <a:t>重点</a:t>
            </a:r>
            <a:endParaRPr lang="zh-CN" altLang="en-US" sz="3600">
              <a:solidFill>
                <a:schemeClr val="folHlink"/>
              </a:solidFill>
              <a:latin typeface="+mn-lt"/>
              <a:ea typeface="+mn-ea"/>
            </a:endParaRPr>
          </a:p>
        </p:txBody>
      </p:sp>
      <p:sp>
        <p:nvSpPr>
          <p:cNvPr id="3" name="标题 2"/>
          <p:cNvSpPr>
            <a:spLocks noGrp="1"/>
          </p:cNvSpPr>
          <p:nvPr>
            <p:ph type="title" idx="1"/>
            <p:custDataLst>
              <p:tags r:id="rId3"/>
            </p:custDataLst>
          </p:nvPr>
        </p:nvSpPr>
        <p:spPr>
          <a:noFill/>
        </p:spPr>
        <p:txBody>
          <a:bodyPr vert="horz" wrap="square" lIns="0" tIns="0" rIns="0" bIns="0" rtlCol="0" anchor="b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3600" b="0" i="0" u="none" strike="noStrike" kern="1200" cap="none" spc="300" normalizeH="0" baseline="0" noProof="1" dirty="0" smtClean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+mj-lt"/>
                <a:ea typeface="+mj-lt"/>
                <a:cs typeface="MiSans Normal" panose="00000500000000000000" charset="-122"/>
                <a:sym typeface="+mn-ea"/>
              </a:defRPr>
            </a:lvl1pPr>
          </a:lstStyle>
          <a:p>
            <a:pPr lvl="0" algn="l"/>
            <a:r>
              <a:rPr>
                <a:sym typeface="+mn-ea"/>
              </a:rPr>
              <a:t>第</a:t>
            </a:r>
            <a:r>
              <a:rPr lang="en-US" altLang="zh-CN">
                <a:sym typeface="+mn-ea"/>
              </a:rPr>
              <a:t>9</a:t>
            </a:r>
            <a:r>
              <a:rPr>
                <a:sym typeface="+mn-ea"/>
              </a:rPr>
              <a:t>章</a:t>
            </a:r>
            <a:r>
              <a:rPr>
                <a:sym typeface="+mn-ea"/>
              </a:rPr>
              <a:t>  </a:t>
            </a:r>
            <a:r>
              <a:rPr>
                <a:sym typeface="+mn-ea"/>
              </a:rPr>
              <a:t>输入输出系统</a:t>
            </a:r>
            <a:endParaRPr>
              <a:sym typeface="+mn-ea"/>
            </a:endParaRPr>
          </a:p>
        </p:txBody>
      </p:sp>
      <p:sp>
        <p:nvSpPr>
          <p:cNvPr id="148482" name="Text Box 2"/>
          <p:cNvSpPr txBox="1"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767398" y="3650298"/>
            <a:ext cx="5954712" cy="64516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normAutofit fontScale="90000"/>
          </a:bodyPr>
          <a:lstStyle/>
          <a:p>
            <a:pPr>
              <a:buClr>
                <a:schemeClr val="accent2"/>
              </a:buClr>
              <a:buSzPct val="80000"/>
              <a:buFont typeface="Wingdings" panose="05000000000000000000" pitchFamily="2" charset="2"/>
              <a:buNone/>
            </a:pPr>
            <a:r>
              <a:rPr lang="zh-CN" altLang="en-US" sz="3600">
                <a:solidFill>
                  <a:schemeClr val="folHlink"/>
                </a:solidFill>
                <a:latin typeface="+mn-lt"/>
                <a:ea typeface="+mn-ea"/>
              </a:rPr>
              <a:t>难点</a:t>
            </a:r>
            <a:endParaRPr lang="zh-CN" altLang="en-US" sz="3600">
              <a:solidFill>
                <a:schemeClr val="folHlink"/>
              </a:solidFill>
              <a:latin typeface="+mn-lt"/>
              <a:ea typeface="+mn-ea"/>
            </a:endParaRPr>
          </a:p>
        </p:txBody>
      </p:sp>
      <p:sp>
        <p:nvSpPr>
          <p:cNvPr id="148483" name="Text Box 3"/>
          <p:cNvSpPr txBox="1"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1199515" y="4725035"/>
            <a:ext cx="6396990" cy="52197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normAutofit fontScale="90000"/>
          </a:bodyPr>
          <a:lstStyle/>
          <a:p>
            <a:pPr>
              <a:buClr>
                <a:schemeClr val="accent2"/>
              </a:buClr>
              <a:buSzPct val="80000"/>
              <a:buFont typeface="Wingdings" panose="05000000000000000000" pitchFamily="2" charset="2"/>
              <a:buNone/>
            </a:pPr>
            <a:r>
              <a:rPr lang="en-US" altLang="zh-CN" sz="2800">
                <a:solidFill>
                  <a:schemeClr val="tx1"/>
                </a:solidFill>
                <a:latin typeface="+mn-lt"/>
                <a:ea typeface="+mn-ea"/>
              </a:rPr>
              <a:t>1.</a:t>
            </a:r>
            <a:r>
              <a:rPr lang="zh-CN" sz="2800">
                <a:solidFill>
                  <a:schemeClr val="tx1"/>
                </a:solidFill>
                <a:latin typeface="+mn-lt"/>
                <a:ea typeface="+mn-ea"/>
              </a:rPr>
              <a:t>中断屏蔽技术的应用</a:t>
            </a:r>
            <a:endParaRPr lang="zh-CN" sz="2800">
              <a:solidFill>
                <a:schemeClr val="tx1"/>
              </a:solidFill>
              <a:latin typeface="+mn-lt"/>
              <a:ea typeface="+mn-ea"/>
            </a:endParaRPr>
          </a:p>
        </p:txBody>
      </p:sp>
      <p:sp>
        <p:nvSpPr>
          <p:cNvPr id="148484" name="Text Box 4"/>
          <p:cNvSpPr txBox="1"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1199515" y="5660390"/>
            <a:ext cx="4143375" cy="52197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normAutofit fontScale="90000"/>
          </a:bodyPr>
          <a:lstStyle/>
          <a:p>
            <a:pPr>
              <a:buClr>
                <a:schemeClr val="accent2"/>
              </a:buClr>
              <a:buSzPct val="80000"/>
              <a:buFont typeface="Wingdings" panose="05000000000000000000" pitchFamily="2" charset="2"/>
              <a:buNone/>
            </a:pPr>
            <a:r>
              <a:rPr lang="en-US" altLang="zh-CN" sz="2800" dirty="0">
                <a:solidFill>
                  <a:schemeClr val="tx1"/>
                </a:solidFill>
                <a:latin typeface="+mn-lt"/>
                <a:ea typeface="+mn-ea"/>
              </a:rPr>
              <a:t>2.</a:t>
            </a:r>
            <a:r>
              <a:rPr lang="zh-CN" altLang="en-US" sz="2800" dirty="0">
                <a:solidFill>
                  <a:schemeClr val="tx1"/>
                </a:solidFill>
                <a:latin typeface="+mn-lt"/>
                <a:ea typeface="+mn-ea"/>
              </a:rPr>
              <a:t>中断系统的概念及流程</a:t>
            </a:r>
            <a:r>
              <a:rPr lang="zh-CN" altLang="en-US" dirty="0">
                <a:solidFill>
                  <a:schemeClr val="tx1"/>
                </a:solidFill>
                <a:latin typeface="+mn-lt"/>
                <a:ea typeface="+mn-ea"/>
              </a:rPr>
              <a:t> </a:t>
            </a:r>
            <a:endParaRPr lang="zh-CN" altLang="en-US" dirty="0">
              <a:solidFill>
                <a:schemeClr val="tx1"/>
              </a:solidFill>
              <a:latin typeface="+mn-lt"/>
              <a:ea typeface="+mn-ea"/>
            </a:endParaRPr>
          </a:p>
        </p:txBody>
      </p:sp>
    </p:spTree>
    <p:custDataLst>
      <p:tags r:id="rId7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6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396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6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396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4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484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4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484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4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484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9618" grpId="0" autoUpdateAnimBg="0"/>
      <p:bldP spid="239619" grpId="0"/>
      <p:bldP spid="148482" grpId="0"/>
      <p:bldP spid="148483" grpId="0"/>
      <p:bldP spid="148484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Text Box 3"/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767800" y="1556539"/>
            <a:ext cx="6062663" cy="64516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normAutofit fontScale="90000"/>
          </a:bodyPr>
          <a:lstStyle/>
          <a:p>
            <a:pPr>
              <a:spcBef>
                <a:spcPct val="0"/>
              </a:spcBef>
            </a:pPr>
            <a:r>
              <a:rPr lang="zh-CN" altLang="en-US" sz="3600" dirty="0">
                <a:solidFill>
                  <a:schemeClr val="folHlink"/>
                </a:solidFill>
                <a:latin typeface="+mn-lt"/>
                <a:ea typeface="+mn-ea"/>
              </a:rPr>
              <a:t>重难点</a:t>
            </a:r>
            <a:endParaRPr lang="zh-CN" altLang="en-US" sz="3600" dirty="0">
              <a:solidFill>
                <a:schemeClr val="folHlink"/>
              </a:solidFill>
              <a:latin typeface="+mn-lt"/>
              <a:ea typeface="+mn-ea"/>
            </a:endParaRPr>
          </a:p>
        </p:txBody>
      </p:sp>
      <p:sp>
        <p:nvSpPr>
          <p:cNvPr id="273412" name="Text Box 4"/>
          <p:cNvSpPr txBox="1"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1127760" y="3188335"/>
            <a:ext cx="8314055" cy="62992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normAutofit/>
          </a:bodyPr>
          <a:lstStyle/>
          <a:p>
            <a:pPr>
              <a:lnSpc>
                <a:spcPct val="125000"/>
              </a:lnSpc>
              <a:spcBef>
                <a:spcPct val="0"/>
              </a:spcBef>
            </a:pPr>
            <a:r>
              <a:rPr lang="en-US" altLang="zh-CN" sz="2800" dirty="0">
                <a:solidFill>
                  <a:schemeClr val="tx1"/>
                </a:solidFill>
                <a:latin typeface="+mn-lt"/>
                <a:ea typeface="+mn-ea"/>
              </a:rPr>
              <a:t>2. </a:t>
            </a:r>
            <a:r>
              <a:rPr lang="zh-CN" altLang="en-US" sz="2800" dirty="0">
                <a:solidFill>
                  <a:schemeClr val="tx1"/>
                </a:solidFill>
                <a:latin typeface="+mn-lt"/>
                <a:ea typeface="+mn-ea"/>
              </a:rPr>
              <a:t>响应优先级和处理优先级的区别</a:t>
            </a:r>
            <a:endParaRPr lang="zh-CN" altLang="en-US" sz="2800" dirty="0">
              <a:solidFill>
                <a:schemeClr val="tx1"/>
              </a:solidFill>
              <a:latin typeface="+mn-lt"/>
              <a:ea typeface="+mn-ea"/>
            </a:endParaRPr>
          </a:p>
        </p:txBody>
      </p:sp>
      <p:sp>
        <p:nvSpPr>
          <p:cNvPr id="273418" name="Text Box 10"/>
          <p:cNvSpPr txBox="1"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1127760" y="2419985"/>
            <a:ext cx="8472805" cy="60769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normAutofit/>
          </a:bodyPr>
          <a:lstStyle/>
          <a:p>
            <a:pPr>
              <a:lnSpc>
                <a:spcPct val="120000"/>
              </a:lnSpc>
              <a:spcBef>
                <a:spcPct val="0"/>
              </a:spcBef>
            </a:pPr>
            <a:r>
              <a:rPr lang="en-US" altLang="zh-CN" sz="2800" dirty="0">
                <a:solidFill>
                  <a:schemeClr val="tx1"/>
                </a:solidFill>
                <a:latin typeface="+mn-lt"/>
                <a:ea typeface="+mn-ea"/>
              </a:rPr>
              <a:t>1. </a:t>
            </a:r>
            <a:r>
              <a:rPr lang="en-US" altLang="en-US" sz="2800" dirty="0">
                <a:solidFill>
                  <a:schemeClr val="tx1"/>
                </a:solidFill>
                <a:latin typeface="+mn-lt"/>
                <a:ea typeface="+mn-ea"/>
              </a:rPr>
              <a:t>掌握各种中断技术</a:t>
            </a:r>
            <a:r>
              <a:rPr lang="en-US" altLang="zh-CN" sz="2800" dirty="0">
                <a:solidFill>
                  <a:schemeClr val="tx1"/>
                </a:solidFill>
                <a:latin typeface="+mn-lt"/>
                <a:ea typeface="+mn-ea"/>
              </a:rPr>
              <a:t>，</a:t>
            </a:r>
            <a:r>
              <a:rPr lang="zh-CN" altLang="en-US" sz="2800" dirty="0">
                <a:solidFill>
                  <a:schemeClr val="tx1"/>
                </a:solidFill>
                <a:latin typeface="+mn-lt"/>
                <a:ea typeface="+mn-ea"/>
              </a:rPr>
              <a:t>实现多重中断需配置哪些硬件</a:t>
            </a:r>
            <a:endParaRPr lang="zh-CN" altLang="en-US" sz="2800" dirty="0">
              <a:solidFill>
                <a:schemeClr val="tx1"/>
              </a:solidFill>
              <a:latin typeface="+mn-lt"/>
              <a:ea typeface="+mn-ea"/>
            </a:endParaRPr>
          </a:p>
        </p:txBody>
      </p:sp>
      <p:sp>
        <p:nvSpPr>
          <p:cNvPr id="3" name="标题 2"/>
          <p:cNvSpPr>
            <a:spLocks noGrp="1"/>
          </p:cNvSpPr>
          <p:nvPr>
            <p:ph type="title" idx="1"/>
            <p:custDataLst>
              <p:tags r:id="rId4"/>
            </p:custDataLst>
          </p:nvPr>
        </p:nvSpPr>
        <p:spPr>
          <a:noFill/>
        </p:spPr>
        <p:txBody>
          <a:bodyPr vert="horz" wrap="square" lIns="0" tIns="0" rIns="0" bIns="0" rtlCol="0" anchor="b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3600" b="0" i="0" u="none" strike="noStrike" kern="1200" cap="none" spc="300" normalizeH="0" baseline="0" noProof="1" dirty="0" smtClean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+mj-lt"/>
                <a:ea typeface="+mj-lt"/>
                <a:cs typeface="MiSans Normal" panose="00000500000000000000" charset="-122"/>
                <a:sym typeface="+mn-ea"/>
              </a:defRPr>
            </a:lvl1pPr>
          </a:lstStyle>
          <a:p>
            <a:pPr lvl="0" algn="l"/>
            <a:r>
              <a:rPr>
                <a:sym typeface="+mn-ea"/>
              </a:rPr>
              <a:t>第</a:t>
            </a:r>
            <a:r>
              <a:rPr lang="en-US" altLang="zh-CN">
                <a:sym typeface="+mn-ea"/>
              </a:rPr>
              <a:t>9</a:t>
            </a:r>
            <a:r>
              <a:rPr>
                <a:sym typeface="+mn-ea"/>
              </a:rPr>
              <a:t>章</a:t>
            </a:r>
            <a:r>
              <a:rPr>
                <a:sym typeface="+mn-ea"/>
              </a:rPr>
              <a:t>  输入输出系统</a:t>
            </a:r>
            <a:endParaRPr>
              <a:sym typeface="+mn-ea"/>
            </a:endParaRPr>
          </a:p>
        </p:txBody>
      </p:sp>
    </p:spTree>
    <p:custDataLst>
      <p:tags r:id="rId5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34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734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34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734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3412" grpId="0"/>
      <p:bldP spid="273418" grpId="0"/>
    </p:bldLst>
  </p:timing>
</p:sld>
</file>

<file path=ppt/tags/tag1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1*i*1"/>
  <p:tag name="KSO_WM_UNIT_LAYERLEVEL" val="1"/>
  <p:tag name="KSO_WM_TAG_VERSION" val="3.0"/>
</p:tagLst>
</file>

<file path=ppt/tags/tag2.xml><?xml version="1.0" encoding="utf-8"?>
<p:tagLst xmlns:p="http://schemas.openxmlformats.org/presentationml/2006/main">
  <p:tag name="KSO_WM_UNIT_FILL_FORE_SCHEMECOLOR_INDEX_BRIGHTNESS" val="0"/>
  <p:tag name="KSO_WM_UNIT_FILL_FORE_SCHEMECOLOR_INDEX" val="14"/>
  <p:tag name="KSO_WM_UNIT_FILL_TYPE" val="1"/>
  <p:tag name="KSO_WM_UNIT_SHADOW_SCHEMECOLOR_INDEX_BRIGHTNESS" val="-0.5"/>
  <p:tag name="KSO_WM_UNIT_SHADOW_SCHEMECOLOR_INDEX" val="14"/>
  <p:tag name="KSO_WM_UNIT_TEXT_FILL_FORE_SCHEMECOLOR_INDEX_BRIGHTNESS" val="0"/>
  <p:tag name="KSO_WM_UNIT_TEXT_FILL_FORE_SCHEMECOLOR_INDEX" val="2"/>
  <p:tag name="KSO_WM_UNIT_TEXT_FILL_TYPE" val="1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1*i*2"/>
  <p:tag name="KSO_WM_UNIT_LAYERLEVEL" val="1"/>
  <p:tag name="KSO_WM_TAG_VERSION" val="3.0"/>
</p:tagLst>
</file>

<file path=ppt/tags/tag3.xml><?xml version="1.0" encoding="utf-8"?>
<p:tagLst xmlns:p="http://schemas.openxmlformats.org/presentationml/2006/main">
  <p:tag name="KSO_WM_UNIT_FILL_FORE_SCHEMECOLOR_INDEX_BRIGHTNESS" val="0"/>
  <p:tag name="KSO_WM_UNIT_FILL_FORE_SCHEMECOLOR_INDEX" val="14"/>
  <p:tag name="KSO_WM_UNIT_FILL_TYPE" val="1"/>
  <p:tag name="KSO_WM_UNIT_SHADOW_SCHEMECOLOR_INDEX_BRIGHTNESS" val="-0.5"/>
  <p:tag name="KSO_WM_UNIT_SHADOW_SCHEMECOLOR_INDEX" val="14"/>
  <p:tag name="KSO_WM_UNIT_TEXT_FILL_FORE_SCHEMECOLOR_INDEX_BRIGHTNESS" val="0"/>
  <p:tag name="KSO_WM_UNIT_TEXT_FILL_FORE_SCHEMECOLOR_INDEX" val="2"/>
  <p:tag name="KSO_WM_UNIT_TEXT_FILL_TYPE" val="1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1*i*3"/>
  <p:tag name="KSO_WM_UNIT_LAYERLEVEL" val="1"/>
  <p:tag name="KSO_WM_TAG_VERSION" val="3.0"/>
</p:tagLst>
</file>

<file path=ppt/tags/tag4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CONTENT_GROUP_TYPE" val="contentchip"/>
  <p:tag name="KSO_WM_UNIT_TYPE" val="i"/>
  <p:tag name="KSO_WM_UNIT_INDEX" val="4"/>
  <p:tag name="KSO_WM_UNIT_ID" val="_1*i*4"/>
  <p:tag name="KSO_WM_UNIT_LAYERLEVEL" val="1"/>
  <p:tag name="KSO_WM_TAG_VERSION" val="3.0"/>
</p:tagLst>
</file>

<file path=ppt/tags/tag5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5"/>
  <p:tag name="KSO_WM_UNIT_ID" val="_1*i*5"/>
  <p:tag name="KSO_WM_UNIT_LAYERLEVEL" val="1"/>
  <p:tag name="KSO_WM_TAG_VERSION" val="3.0"/>
</p:tagLst>
</file>

<file path=ppt/tags/tag6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6"/>
  <p:tag name="KSO_WM_UNIT_ID" val="_1*i*6"/>
  <p:tag name="KSO_WM_UNIT_LAYERLEVEL" val="1"/>
  <p:tag name="KSO_WM_TAG_VERSION" val="3.0"/>
</p:tagLst>
</file>

<file path=ppt/tags/tag7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7"/>
  <p:tag name="KSO_WM_UNIT_ID" val="_1*i*7"/>
  <p:tag name="KSO_WM_UNIT_LAYERLEVEL" val="1"/>
  <p:tag name="KSO_WM_TAG_VERSION" val="3.0"/>
</p:tagLst>
</file>

<file path=ppt/tags/tag8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CONTENT_GROUP_TYPE" val="contentchip"/>
  <p:tag name="KSO_WM_UNIT_TYPE" val="i"/>
  <p:tag name="KSO_WM_UNIT_INDEX" val="8"/>
  <p:tag name="KSO_WM_UNIT_ID" val="_1*i*8"/>
  <p:tag name="KSO_WM_UNIT_LAYERLEVEL" val="1"/>
  <p:tag name="KSO_WM_TAG_VERSION" val="3.0"/>
</p:tagLst>
</file>

<file path=ppt/tags/tag9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CONTENT_GROUP_TYPE" val="contentchip"/>
  <p:tag name="KSO_WM_UNIT_TYPE" val="i"/>
  <p:tag name="KSO_WM_UNIT_INDEX" val="9"/>
  <p:tag name="KSO_WM_UNIT_ID" val="_1*i*9"/>
  <p:tag name="KSO_WM_UNIT_LAYERLEVEL" val="1"/>
  <p:tag name="KSO_WM_TAG_VERSION" val="3.0"/>
</p:tagLst>
</file>

<file path=ppt/tags/tag10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CONTENT_GROUP_TYPE" val="contentchip"/>
  <p:tag name="KSO_WM_UNIT_TYPE" val="i"/>
  <p:tag name="KSO_WM_UNIT_INDEX" val="10"/>
  <p:tag name="KSO_WM_UNIT_ID" val="_1*i*10"/>
  <p:tag name="KSO_WM_UNIT_LAYERLEVEL" val="1"/>
  <p:tag name="KSO_WM_TAG_VERSION" val="3.0"/>
</p:tagLst>
</file>

<file path=ppt/tags/tag11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1"/>
  <p:tag name="KSO_WM_UNIT_ID" val="_1*i*11"/>
  <p:tag name="KSO_WM_UNIT_LAYERLEVEL" val="1"/>
  <p:tag name="KSO_WM_TAG_VERSION" val="3.0"/>
</p:tagLst>
</file>

<file path=ppt/tags/tag12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添加文档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1*a*1"/>
  <p:tag name="KSO_WM_UNIT_LAYERLEVEL" val="1"/>
  <p:tag name="KSO_WM_TAG_VERSION" val="3.0"/>
  <p:tag name="KSO_WM_BEAUTIFY_FLAG" val="#wm#"/>
  <p:tag name="KSO_WM_UNIT_CONTENT_GROUP_TYPE" val="contentchip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f*4"/>
  <p:tag name="KSO_WM_UNIT_LAYERLEVEL" val="1"/>
  <p:tag name="KSO_WM_TAG_VERSION" val="3.0"/>
  <p:tag name="KSO_WM_BEAUTIFY_FLAG" val="#wm#"/>
  <p:tag name="KSO_WM_UNIT_SUBTYPE" val="b"/>
  <p:tag name="KSO_WM_UNIT_PRESET_TEXT" val="署名占位符"/>
  <p:tag name="KSO_WM_UNIT_NOCLEAR" val="0"/>
  <p:tag name="KSO_WM_UNIT_VALUE" val="8"/>
  <p:tag name="KSO_WM_UNIT_TYPE" val="f"/>
  <p:tag name="KSO_WM_UNIT_INDEX" val="4"/>
</p:tagLst>
</file>

<file path=ppt/tags/tag17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2*f*1"/>
  <p:tag name="KSO_WM_UNIT_LAYERLEVEL" val="1"/>
  <p:tag name="KSO_WM_TAG_VERSION" val="3.0"/>
  <p:tag name="KSO_WM_BEAUTIFY_FLAG" val="#wm#"/>
  <p:tag name="KSO_WM_UNIT_PRESET_TEXT" val="单击此处编辑母版文本样式&#10;第二级&#10;第三级&#10;第四级&#10;第五级"/>
</p:tagLst>
</file>

<file path=ppt/tags/tag18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2*i*1"/>
  <p:tag name="KSO_WM_UNIT_LAYERLEVEL" val="1"/>
  <p:tag name="KSO_WM_TAG_VERSION" val="3.0"/>
  <p:tag name="KSO_WM_UNIT_TYPE" val="i"/>
  <p:tag name="KSO_WM_UNIT_INDEX" val="1"/>
  <p:tag name="KSO_WM_UNIT_CONTENT_GROUP_TYPE" val="titlestyle"/>
</p:tagLst>
</file>

<file path=ppt/tags/tag19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添加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2*a*1"/>
  <p:tag name="KSO_WM_UNIT_LAYERLEVEL" val="1"/>
  <p:tag name="KSO_WM_TAG_VERSION" val="3.0"/>
  <p:tag name="KSO_WM_BEAUTIFY_FLAG" val="#wm#"/>
  <p:tag name="KSO_WM_UNIT_CONTENT_GROUP_TYPE" val="titlestyle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23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3*i*1"/>
  <p:tag name="KSO_WM_UNIT_LAYERLEVEL" val="1"/>
  <p:tag name="KSO_WM_TAG_VERSION" val="3.0"/>
  <p:tag name="KSO_WM_UNIT_TYPE" val="i"/>
  <p:tag name="KSO_WM_UNIT_INDEX" val="1"/>
</p:tagLst>
</file>

<file path=ppt/tags/tag24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3*i*3"/>
  <p:tag name="KSO_WM_UNIT_LAYERLEVEL" val="1"/>
  <p:tag name="KSO_WM_TAG_VERSION" val="3.0"/>
  <p:tag name="KSO_WM_UNIT_TYPE" val="i"/>
  <p:tag name="KSO_WM_UNIT_INDEX" val="3"/>
</p:tagLst>
</file>

<file path=ppt/tags/tag25.xml><?xml version="1.0" encoding="utf-8"?>
<p:tagLst xmlns:p="http://schemas.openxmlformats.org/presentationml/2006/main">
  <p:tag name="KSO_WM_UNIT_ISCONTENTSTITLE" val="1"/>
  <p:tag name="KSO_WM_UNIT_ISNUMDGMTITLE" val="0"/>
  <p:tag name="KSO_WM_UNIT_PRESET_TEXT" val="目录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3*a*1"/>
  <p:tag name="KSO_WM_UNIT_LAYERLEVEL" val="1"/>
  <p:tag name="KSO_WM_TAG_VERSION" val="3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29.xml><?xml version="1.0" encoding="utf-8"?>
<p:tagLst xmlns:p="http://schemas.openxmlformats.org/presentationml/2006/main">
  <p:tag name="KSO_WM_UNIT_FILL_FORE_SCHEMECOLOR_INDEX_BRIGHTNESS" val="0"/>
  <p:tag name="KSO_WM_UNIT_FILL_FORE_SCHEMECOLOR_INDEX" val="14"/>
  <p:tag name="KSO_WM_UNIT_FILL_TYPE" val="1"/>
  <p:tag name="KSO_WM_UNIT_SHADOW_SCHEMECOLOR_INDEX_BRIGHTNESS" val="-0.5"/>
  <p:tag name="KSO_WM_UNIT_SHADOW_SCHEMECOLOR_INDEX" val="14"/>
  <p:tag name="KSO_WM_UNIT_TEXT_FILL_FORE_SCHEMECOLOR_INDEX_BRIGHTNESS" val="0"/>
  <p:tag name="KSO_WM_UNIT_TEXT_FILL_FORE_SCHEMECOLOR_INDEX" val="2"/>
  <p:tag name="KSO_WM_UNIT_TEXT_FILL_TYPE" val="1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4*i*1"/>
  <p:tag name="KSO_WM_UNIT_LAYERLEVEL" val="1"/>
  <p:tag name="KSO_WM_TAG_VERSION" val="3.0"/>
  <p:tag name="KSO_WM_UNIT_TYPE" val="i"/>
  <p:tag name="KSO_WM_UNIT_INDEX" val="1"/>
</p:tagLst>
</file>

<file path=ppt/tags/tag30.xml><?xml version="1.0" encoding="utf-8"?>
<p:tagLst xmlns:p="http://schemas.openxmlformats.org/presentationml/2006/main">
  <p:tag name="KSO_WM_UNIT_FILL_FORE_SCHEMECOLOR_INDEX_BRIGHTNESS" val="0"/>
  <p:tag name="KSO_WM_UNIT_FILL_FORE_SCHEMECOLOR_INDEX" val="14"/>
  <p:tag name="KSO_WM_UNIT_FILL_TYPE" val="1"/>
  <p:tag name="KSO_WM_UNIT_SHADOW_SCHEMECOLOR_INDEX_BRIGHTNESS" val="-0.5"/>
  <p:tag name="KSO_WM_UNIT_SHADOW_SCHEMECOLOR_INDEX" val="14"/>
  <p:tag name="KSO_WM_UNIT_TEXT_FILL_FORE_SCHEMECOLOR_INDEX_BRIGHTNESS" val="0"/>
  <p:tag name="KSO_WM_UNIT_TEXT_FILL_FORE_SCHEMECOLOR_INDEX" val="2"/>
  <p:tag name="KSO_WM_UNIT_TEXT_FILL_TYPE" val="1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4*i*2"/>
  <p:tag name="KSO_WM_UNIT_LAYERLEVEL" val="1"/>
  <p:tag name="KSO_WM_TAG_VERSION" val="3.0"/>
  <p:tag name="KSO_WM_UNIT_TYPE" val="i"/>
  <p:tag name="KSO_WM_UNIT_INDEX" val="2"/>
</p:tagLst>
</file>

<file path=ppt/tags/tag31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4*i*3"/>
  <p:tag name="KSO_WM_UNIT_LAYERLEVEL" val="1"/>
  <p:tag name="KSO_WM_TAG_VERSION" val="3.0"/>
  <p:tag name="KSO_WM_UNIT_TYPE" val="i"/>
  <p:tag name="KSO_WM_UNIT_INDEX" val="3"/>
</p:tagLst>
</file>

<file path=ppt/tags/tag32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4*i*4"/>
  <p:tag name="KSO_WM_UNIT_LAYERLEVEL" val="1"/>
  <p:tag name="KSO_WM_TAG_VERSION" val="3.0"/>
  <p:tag name="KSO_WM_UNIT_CONTENT_GROUP_TYPE" val="contentchip"/>
  <p:tag name="KSO_WM_UNIT_TYPE" val="i"/>
  <p:tag name="KSO_WM_UNIT_INDEX" val="4"/>
</p:tagLst>
</file>

<file path=ppt/tags/tag33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4*i*5"/>
  <p:tag name="KSO_WM_UNIT_LAYERLEVEL" val="1"/>
  <p:tag name="KSO_WM_TAG_VERSION" val="3.0"/>
  <p:tag name="KSO_WM_UNIT_TYPE" val="i"/>
  <p:tag name="KSO_WM_UNIT_INDEX" val="5"/>
</p:tagLst>
</file>

<file path=ppt/tags/tag34.xml><?xml version="1.0" encoding="utf-8"?>
<p:tagLst xmlns:p="http://schemas.openxmlformats.org/presentationml/2006/main">
  <p:tag name="KSO_WM_UNIT_PRESET_TEXT" val="01"/>
  <p:tag name="KSO_WM_UNIT_NOCLEAR" val="0"/>
  <p:tag name="KSO_WM_UNIT_VALUE" val="6"/>
  <p:tag name="KSO_WM_UNIT_HIGHLIGHT" val="0"/>
  <p:tag name="KSO_WM_UNIT_COMPATIBLE" val="1"/>
  <p:tag name="KSO_WM_UNIT_DIAGRAM_ISNUMVISUAL" val="0"/>
  <p:tag name="KSO_WM_UNIT_DIAGRAM_ISREFERUNIT" val="0"/>
  <p:tag name="KSO_WM_UNIT_TYPE" val="e"/>
  <p:tag name="KSO_WM_UNIT_INDEX" val="1"/>
  <p:tag name="KSO_WM_UNIT_ID" val="_4*e*1"/>
  <p:tag name="KSO_WM_UNIT_LAYERLEVEL" val="1"/>
  <p:tag name="KSO_WM_TAG_VERSION" val="3.0"/>
  <p:tag name="KSO_WM_BEAUTIFY_FLAG" val="#wm#"/>
</p:tagLst>
</file>

<file path=ppt/tags/tag35.xml><?xml version="1.0" encoding="utf-8"?>
<p:tagLst xmlns:p="http://schemas.openxmlformats.org/presentationml/2006/main">
  <p:tag name="KSO_WM_UNIT_ISCONTENTSTITLE" val="0"/>
  <p:tag name="KSO_WM_UNIT_ISNUMDGMTITLE" val="0"/>
  <p:tag name="KSO_WM_UNIT_PRESET_TEXT" val="添加章节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4*a*1"/>
  <p:tag name="KSO_WM_UNIT_LAYERLEVEL" val="1"/>
  <p:tag name="KSO_WM_TAG_VERSION" val="3.0"/>
  <p:tag name="KSO_WM_BEAUTIFY_FLAG" val="#wm#"/>
  <p:tag name="KSO_WM_UNIT_CONTENT_GROUP_TYPE" val="contentchip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39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5*f*1"/>
  <p:tag name="KSO_WM_UNIT_LAYERLEVEL" val="1"/>
  <p:tag name="KSO_WM_TAG_VERSION" val="3.0"/>
  <p:tag name="KSO_WM_BEAUTIFY_FLAG" val="#wm#"/>
  <p:tag name="KSO_WM_UNIT_PRESET_TEXT" val="单击此处编辑母版文本样式&#10;第二级&#10;第三级&#10;第四级&#10;第五级"/>
</p:tagLst>
</file>

<file path=ppt/tags/tag40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2"/>
  <p:tag name="KSO_WM_UNIT_ID" val="_5*f*2"/>
  <p:tag name="KSO_WM_UNIT_LAYERLEVEL" val="1"/>
  <p:tag name="KSO_WM_TAG_VERSION" val="3.0"/>
  <p:tag name="KSO_WM_BEAUTIFY_FLAG" val="#wm#"/>
  <p:tag name="KSO_WM_UNIT_PRESET_TEXT" val="单击此处编辑母版文本样式&#10;第二级&#10;第三级&#10;第四级&#10;第五级"/>
</p:tagLst>
</file>

<file path=ppt/tags/tag41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5*i*1"/>
  <p:tag name="KSO_WM_UNIT_LAYERLEVEL" val="1"/>
  <p:tag name="KSO_WM_TAG_VERSION" val="3.0"/>
  <p:tag name="KSO_WM_UNIT_TYPE" val="i"/>
  <p:tag name="KSO_WM_UNIT_INDEX" val="1"/>
  <p:tag name="KSO_WM_UNIT_CONTENT_GROUP_TYPE" val="titlestyle"/>
</p:tagLst>
</file>

<file path=ppt/tags/tag42.xml><?xml version="1.0" encoding="utf-8"?>
<p:tagLst xmlns:p="http://schemas.openxmlformats.org/presentationml/2006/main">
  <p:tag name="KSO_WM_UNIT_ISCONTENTSTITLE" val="0"/>
  <p:tag name="KSO_WM_UNIT_ISNUMDGMTITLE" val="0"/>
  <p:tag name="KSO_WM_UNIT_PRESET_TEXT" val="正文页-预设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5*a*1"/>
  <p:tag name="KSO_WM_UNIT_LAYERLEVEL" val="1"/>
  <p:tag name="KSO_WM_TAG_VERSION" val="3.0"/>
  <p:tag name="KSO_WM_BEAUTIFY_FLAG" val="#wm#"/>
  <p:tag name="KSO_WM_UNIT_CONTENT_GROUP_TYPE" val="titlestyle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46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h_f"/>
  <p:tag name="KSO_WM_UNIT_INDEX" val="2_1"/>
  <p:tag name="KSO_WM_UNIT_ID" val="_6*h_f*2_1"/>
  <p:tag name="KSO_WM_UNIT_LAYERLEVEL" val="1_1"/>
  <p:tag name="KSO_WM_TAG_VERSION" val="3.0"/>
  <p:tag name="KSO_WM_BEAUTIFY_FLAG" val="#wm#"/>
  <p:tag name="KSO_WM_UNIT_PRESET_TEXT" val="单击此处编辑母版文本样式&#10;第二级&#10;第三级&#10;第四级&#10;第五级"/>
</p:tagLst>
</file>

<file path=ppt/tags/tag47.xml><?xml version="1.0" encoding="utf-8"?>
<p:tagLst xmlns:p="http://schemas.openxmlformats.org/presentationml/2006/main">
  <p:tag name="KSO_WM_UNIT_ISCONTENTSTITLE" val="0"/>
  <p:tag name="KSO_WM_UNIT_ISNUMDGMTITLE" val="0"/>
  <p:tag name="KSO_WM_UNIT_PRESET_TEXT" val="添加小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h_a"/>
  <p:tag name="KSO_WM_UNIT_INDEX" val="2_1"/>
  <p:tag name="KSO_WM_UNIT_ID" val="_6*h_a*2_1"/>
  <p:tag name="KSO_WM_UNIT_LAYERLEVEL" val="1_1"/>
  <p:tag name="KSO_WM_TAG_VERSION" val="3.0"/>
  <p:tag name="KSO_WM_BEAUTIFY_FLAG" val="#wm#"/>
</p:tagLst>
</file>

<file path=ppt/tags/tag48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h_f"/>
  <p:tag name="KSO_WM_UNIT_INDEX" val="1_1"/>
  <p:tag name="KSO_WM_UNIT_ID" val="_6*h_f*1_1"/>
  <p:tag name="KSO_WM_UNIT_LAYERLEVEL" val="1_1"/>
  <p:tag name="KSO_WM_TAG_VERSION" val="3.0"/>
  <p:tag name="KSO_WM_BEAUTIFY_FLAG" val="#wm#"/>
  <p:tag name="KSO_WM_UNIT_PRESET_TEXT" val="单击此处编辑母版文本样式&#10;第二级&#10;第三级&#10;第四级&#10;第五级"/>
</p:tagLst>
</file>

<file path=ppt/tags/tag49.xml><?xml version="1.0" encoding="utf-8"?>
<p:tagLst xmlns:p="http://schemas.openxmlformats.org/presentationml/2006/main">
  <p:tag name="KSO_WM_UNIT_ISCONTENTSTITLE" val="0"/>
  <p:tag name="KSO_WM_UNIT_ISNUMDGMTITLE" val="0"/>
  <p:tag name="KSO_WM_UNIT_PRESET_TEXT" val="添加小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h_a"/>
  <p:tag name="KSO_WM_UNIT_INDEX" val="1_1"/>
  <p:tag name="KSO_WM_UNIT_ID" val="_6*h_a*1_1"/>
  <p:tag name="KSO_WM_UNIT_LAYERLEVEL" val="1_1"/>
  <p:tag name="KSO_WM_TAG_VERSION" val="3.0"/>
  <p:tag name="KSO_WM_BEAUTIFY_FLAG" val="#wm#"/>
</p:tagLst>
</file>

<file path=ppt/tags/tag50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6*i*1"/>
  <p:tag name="KSO_WM_UNIT_LAYERLEVEL" val="1"/>
  <p:tag name="KSO_WM_TAG_VERSION" val="3.0"/>
  <p:tag name="KSO_WM_UNIT_TYPE" val="i"/>
  <p:tag name="KSO_WM_UNIT_INDEX" val="1"/>
  <p:tag name="KSO_WM_UNIT_CONTENT_GROUP_TYPE" val="titlestyle"/>
</p:tagLst>
</file>

<file path=ppt/tags/tag51.xml><?xml version="1.0" encoding="utf-8"?>
<p:tagLst xmlns:p="http://schemas.openxmlformats.org/presentationml/2006/main">
  <p:tag name="KSO_WM_UNIT_ISCONTENTSTITLE" val="0"/>
  <p:tag name="KSO_WM_UNIT_ISNUMDGMTITLE" val="0"/>
  <p:tag name="KSO_WM_UNIT_PRESET_TEXT" val="正文页-预设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6*a*1"/>
  <p:tag name="KSO_WM_UNIT_LAYERLEVEL" val="1"/>
  <p:tag name="KSO_WM_TAG_VERSION" val="3.0"/>
  <p:tag name="KSO_WM_BEAUTIFY_FLAG" val="#wm#"/>
  <p:tag name="KSO_WM_UNIT_CONTENT_GROUP_TYPE" val="titlestyle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55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7*i*1"/>
  <p:tag name="KSO_WM_UNIT_LAYERLEVEL" val="1"/>
  <p:tag name="KSO_WM_TAG_VERSION" val="3.0"/>
  <p:tag name="KSO_WM_UNIT_TYPE" val="i"/>
  <p:tag name="KSO_WM_UNIT_INDEX" val="1"/>
  <p:tag name="KSO_WM_UNIT_CONTENT_GROUP_TYPE" val="titlestyle"/>
</p:tagLst>
</file>

<file path=ppt/tags/tag56.xml><?xml version="1.0" encoding="utf-8"?>
<p:tagLst xmlns:p="http://schemas.openxmlformats.org/presentationml/2006/main">
  <p:tag name="KSO_WM_UNIT_ISCONTENTSTITLE" val="0"/>
  <p:tag name="KSO_WM_UNIT_ISNUMDGMTITLE" val="0"/>
  <p:tag name="KSO_WM_UNIT_PRESET_TEXT" val="正文页-预设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7*a*1"/>
  <p:tag name="KSO_WM_UNIT_LAYERLEVEL" val="1"/>
  <p:tag name="KSO_WM_TAG_VERSION" val="3.0"/>
  <p:tag name="KSO_WM_BEAUTIFY_FLAG" val="#wm#"/>
  <p:tag name="KSO_WM_UNIT_CONTENT_GROUP_TYPE" val="titlestyle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60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8*i*1"/>
  <p:tag name="KSO_WM_UNIT_LAYERLEVEL" val="1"/>
  <p:tag name="KSO_WM_TAG_VERSION" val="3.0"/>
  <p:tag name="KSO_WM_UNIT_TYPE" val="i"/>
  <p:tag name="KSO_WM_UNIT_INDEX" val="1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64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9*f*1"/>
  <p:tag name="KSO_WM_UNIT_LAYERLEVEL" val="1"/>
  <p:tag name="KSO_WM_TAG_VERSION" val="3.0"/>
  <p:tag name="KSO_WM_BEAUTIFY_FLAG" val="#wm#"/>
  <p:tag name="KSO_WM_UNIT_PRESET_TEXT" val="单击此处编辑母版文本样式&#10;第二级&#10;第三级&#10;第四级&#10;第五级"/>
</p:tagLst>
</file>

<file path=ppt/tags/tag65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9*i*1"/>
  <p:tag name="KSO_WM_UNIT_LAYERLEVEL" val="1"/>
  <p:tag name="KSO_WM_TAG_VERSION" val="3.0"/>
  <p:tag name="KSO_WM_UNIT_TYPE" val="i"/>
  <p:tag name="KSO_WM_UNIT_INDEX" val="1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69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0*i*1"/>
  <p:tag name="KSO_WM_UNIT_LAYERLEVEL" val="1"/>
  <p:tag name="KSO_WM_TAG_VERSION" val="3.0"/>
  <p:tag name="KSO_WM_UNIT_CONTENT_GROUP_TYPE" val="titlestyle"/>
  <p:tag name="KSO_WM_UNIT_TYPE" val="i"/>
  <p:tag name="KSO_WM_UNIT_INDEX" val="1"/>
</p:tagLst>
</file>

<file path=ppt/tags/tag70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选择预设副标题"/>
  <p:tag name="KSO_WM_UNIT_NOCLEAR" val="0"/>
  <p:tag name="KSO_WM_UNIT_VALUE" val="17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_10*b*1"/>
  <p:tag name="KSO_WM_UNIT_LAYERLEVEL" val="1"/>
  <p:tag name="KSO_WM_TAG_VERSION" val="3.0"/>
  <p:tag name="KSO_WM_BEAUTIFY_FLAG" val="#wm#"/>
  <p:tag name="KSO_WM_UNIT_CONTENT_GROUP_TYPE" val="titlestyle"/>
</p:tagLst>
</file>

<file path=ppt/tags/tag71.xml><?xml version="1.0" encoding="utf-8"?>
<p:tagLst xmlns:p="http://schemas.openxmlformats.org/presentationml/2006/main">
  <p:tag name="KSO_WM_UNIT_ISCONTENTSTITLE" val="0"/>
  <p:tag name="KSO_WM_UNIT_ISNUMDGMTITLE" val="0"/>
  <p:tag name="KSO_WM_UNIT_PRESET_TEXT" val="正文页-预设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10*a*1"/>
  <p:tag name="KSO_WM_UNIT_LAYERLEVEL" val="1"/>
  <p:tag name="KSO_WM_TAG_VERSION" val="3.0"/>
  <p:tag name="KSO_WM_BEAUTIFY_FLAG" val="#wm#"/>
  <p:tag name="KSO_WM_UNIT_CONTENT_GROUP_TYPE" val="titlestyle"/>
</p:tagLst>
</file>

<file path=ppt/tags/tag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75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1*i*1"/>
  <p:tag name="KSO_WM_UNIT_LAYERLEVEL" val="1"/>
  <p:tag name="KSO_WM_TAG_VERSION" val="3.0"/>
  <p:tag name="KSO_WM_UNIT_TYPE" val="i"/>
  <p:tag name="KSO_WM_UNIT_INDEX" val="1"/>
</p:tagLst>
</file>

<file path=ppt/tags/tag76.xml><?xml version="1.0" encoding="utf-8"?>
<p:tagLst xmlns:p="http://schemas.openxmlformats.org/presentationml/2006/main">
  <p:tag name="KSO_WM_UNIT_FILL_FORE_SCHEMECOLOR_INDEX_BRIGHTNESS" val="0"/>
  <p:tag name="KSO_WM_UNIT_FILL_FORE_SCHEMECOLOR_INDEX" val="14"/>
  <p:tag name="KSO_WM_UNIT_FILL_TYPE" val="1"/>
  <p:tag name="KSO_WM_UNIT_SHADOW_SCHEMECOLOR_INDEX_BRIGHTNESS" val="-0.5"/>
  <p:tag name="KSO_WM_UNIT_SHADOW_SCHEMECOLOR_INDEX" val="14"/>
  <p:tag name="KSO_WM_UNIT_TEXT_FILL_FORE_SCHEMECOLOR_INDEX_BRIGHTNESS" val="0"/>
  <p:tag name="KSO_WM_UNIT_TEXT_FILL_FORE_SCHEMECOLOR_INDEX" val="2"/>
  <p:tag name="KSO_WM_UNIT_TEXT_FILL_TYPE" val="1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1*i*2"/>
  <p:tag name="KSO_WM_UNIT_LAYERLEVEL" val="1"/>
  <p:tag name="KSO_WM_TAG_VERSION" val="3.0"/>
  <p:tag name="KSO_WM_UNIT_TYPE" val="i"/>
  <p:tag name="KSO_WM_UNIT_INDEX" val="2"/>
</p:tagLst>
</file>

<file path=ppt/tags/tag77.xml><?xml version="1.0" encoding="utf-8"?>
<p:tagLst xmlns:p="http://schemas.openxmlformats.org/presentationml/2006/main">
  <p:tag name="KSO_WM_UNIT_FILL_FORE_SCHEMECOLOR_INDEX_BRIGHTNESS" val="0"/>
  <p:tag name="KSO_WM_UNIT_FILL_FORE_SCHEMECOLOR_INDEX" val="14"/>
  <p:tag name="KSO_WM_UNIT_FILL_TYPE" val="1"/>
  <p:tag name="KSO_WM_UNIT_SHADOW_SCHEMECOLOR_INDEX_BRIGHTNESS" val="-0.5"/>
  <p:tag name="KSO_WM_UNIT_SHADOW_SCHEMECOLOR_INDEX" val="14"/>
  <p:tag name="KSO_WM_UNIT_TEXT_FILL_FORE_SCHEMECOLOR_INDEX_BRIGHTNESS" val="0"/>
  <p:tag name="KSO_WM_UNIT_TEXT_FILL_FORE_SCHEMECOLOR_INDEX" val="2"/>
  <p:tag name="KSO_WM_UNIT_TEXT_FILL_TYPE" val="1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1*i*3"/>
  <p:tag name="KSO_WM_UNIT_LAYERLEVEL" val="1"/>
  <p:tag name="KSO_WM_TAG_VERSION" val="3.0"/>
  <p:tag name="KSO_WM_UNIT_TYPE" val="i"/>
  <p:tag name="KSO_WM_UNIT_INDEX" val="3"/>
</p:tagLst>
</file>

<file path=ppt/tags/tag78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1*i*4"/>
  <p:tag name="KSO_WM_UNIT_LAYERLEVEL" val="1"/>
  <p:tag name="KSO_WM_TAG_VERSION" val="3.0"/>
  <p:tag name="KSO_WM_UNIT_CONTENT_GROUP_TYPE" val="contentchip"/>
  <p:tag name="KSO_WM_UNIT_TYPE" val="i"/>
  <p:tag name="KSO_WM_UNIT_INDEX" val="4"/>
</p:tagLst>
</file>

<file path=ppt/tags/tag79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1*i*5"/>
  <p:tag name="KSO_WM_UNIT_LAYERLEVEL" val="1"/>
  <p:tag name="KSO_WM_TAG_VERSION" val="3.0"/>
  <p:tag name="KSO_WM_UNIT_TYPE" val="i"/>
  <p:tag name="KSO_WM_UNIT_INDEX" val="5"/>
</p:tagLst>
</file>

<file path=ppt/tags/tag80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1*i*6"/>
  <p:tag name="KSO_WM_UNIT_LAYERLEVEL" val="1"/>
  <p:tag name="KSO_WM_TAG_VERSION" val="3.0"/>
  <p:tag name="KSO_WM_UNIT_TYPE" val="i"/>
  <p:tag name="KSO_WM_UNIT_INDEX" val="6"/>
</p:tagLst>
</file>

<file path=ppt/tags/tag81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1*i*7"/>
  <p:tag name="KSO_WM_UNIT_LAYERLEVEL" val="1"/>
  <p:tag name="KSO_WM_TAG_VERSION" val="3.0"/>
  <p:tag name="KSO_WM_UNIT_TYPE" val="i"/>
  <p:tag name="KSO_WM_UNIT_INDEX" val="7"/>
</p:tagLst>
</file>

<file path=ppt/tags/tag82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1*i*8"/>
  <p:tag name="KSO_WM_UNIT_LAYERLEVEL" val="1"/>
  <p:tag name="KSO_WM_TAG_VERSION" val="3.0"/>
  <p:tag name="KSO_WM_UNIT_CONTENT_GROUP_TYPE" val="contentchip"/>
  <p:tag name="KSO_WM_UNIT_TYPE" val="i"/>
  <p:tag name="KSO_WM_UNIT_INDEX" val="8"/>
</p:tagLst>
</file>

<file path=ppt/tags/tag83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1*i*9"/>
  <p:tag name="KSO_WM_UNIT_LAYERLEVEL" val="1"/>
  <p:tag name="KSO_WM_TAG_VERSION" val="3.0"/>
  <p:tag name="KSO_WM_UNIT_CONTENT_GROUP_TYPE" val="contentchip"/>
  <p:tag name="KSO_WM_UNIT_TYPE" val="i"/>
  <p:tag name="KSO_WM_UNIT_INDEX" val="9"/>
</p:tagLst>
</file>

<file path=ppt/tags/tag84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1*i*10"/>
  <p:tag name="KSO_WM_UNIT_LAYERLEVEL" val="1"/>
  <p:tag name="KSO_WM_TAG_VERSION" val="3.0"/>
  <p:tag name="KSO_WM_UNIT_CONTENT_GROUP_TYPE" val="contentchip"/>
  <p:tag name="KSO_WM_UNIT_TYPE" val="i"/>
  <p:tag name="KSO_WM_UNIT_INDEX" val="10"/>
</p:tagLst>
</file>

<file path=ppt/tags/tag85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1*i*11"/>
  <p:tag name="KSO_WM_UNIT_LAYERLEVEL" val="1"/>
  <p:tag name="KSO_WM_TAG_VERSION" val="3.0"/>
  <p:tag name="KSO_WM_UNIT_TYPE" val="i"/>
  <p:tag name="KSO_WM_UNIT_INDEX" val="11"/>
</p:tagLst>
</file>

<file path=ppt/tags/tag86.xml><?xml version="1.0" encoding="utf-8"?>
<p:tagLst xmlns:p="http://schemas.openxmlformats.org/presentationml/2006/main">
  <p:tag name="KSO_WM_UNIT_ISCONTENTSTITLE" val="0"/>
  <p:tag name="KSO_WM_UNIT_ISNUMDGMTITLE" val="0"/>
  <p:tag name="KSO_WM_UNIT_PRESET_TEXT" val="THANK  YOU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11*a*1"/>
  <p:tag name="KSO_WM_UNIT_LAYERLEVEL" val="1"/>
  <p:tag name="KSO_WM_TAG_VERSION" val="3.0"/>
  <p:tag name="KSO_WM_BEAUTIFY_FLAG" val="#wm#"/>
</p:tagLst>
</file>

<file path=ppt/tags/tag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f*4"/>
  <p:tag name="KSO_WM_UNIT_LAYERLEVEL" val="1"/>
  <p:tag name="KSO_WM_TAG_VERSION" val="3.0"/>
  <p:tag name="KSO_WM_BEAUTIFY_FLAG" val="#wm#"/>
  <p:tag name="KSO_WM_UNIT_SUBTYPE" val="b"/>
  <p:tag name="KSO_WM_UNIT_PRESET_TEXT" val="署名占位符"/>
  <p:tag name="KSO_WM_UNIT_NOCLEAR" val="0"/>
  <p:tag name="KSO_WM_UNIT_VALUE" val="8"/>
  <p:tag name="KSO_WM_UNIT_TYPE" val="f"/>
  <p:tag name="KSO_WM_UNIT_INDEX" val="4"/>
</p:tagLst>
</file>

<file path=ppt/tags/tag91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0*i*1"/>
  <p:tag name="KSO_WM_UNIT_LAYERLEVEL" val="1"/>
  <p:tag name="KSO_WM_TAG_VERSION" val="3.0"/>
  <p:tag name="KSO_WM_UNIT_TYPE" val="i"/>
  <p:tag name="KSO_WM_UNIT_INDEX" val="1"/>
  <p:tag name="KSO_WM_UNIT_CONTENT_GROUP_TYPE" val="titlestyle"/>
</p:tagLst>
</file>

<file path=ppt/tags/tag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a*1"/>
  <p:tag name="KSO_WM_UNIT_LAYERLEVEL" val="1"/>
  <p:tag name="KSO_WM_TAG_VERSION" val="1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TYPE" val="a"/>
  <p:tag name="KSO_WM_UNIT_INDEX" val="1"/>
  <p:tag name="KSO_WM_TEMPLATE_CATEGORY" val="custom"/>
  <p:tag name="KSO_WM_TEMPLATE_INDEX" val="20230314"/>
</p:tagLst>
</file>

<file path=ppt/tags/tag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f*1"/>
  <p:tag name="KSO_WM_UNIT_LAYERLEVEL" val="1"/>
  <p:tag name="KSO_WM_TAG_VERSION" val="3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TYPE" val="f"/>
  <p:tag name="KSO_WM_UNIT_INDEX" val="1"/>
  <p:tag name="KSO_WM_TEMPLATE_CATEGORY" val="custom"/>
  <p:tag name="KSO_WM_TEMPLATE_INDEX" val="20230314"/>
</p:tagLst>
</file>

<file path=ppt/tags/tag97.xml><?xml version="1.0" encoding="utf-8"?>
<p:tagLst xmlns:p="http://schemas.openxmlformats.org/presentationml/2006/main">
  <p:tag name="KSO_WM_TEMPLATE_SUBCATEGORY" val="29"/>
  <p:tag name="KSO_WM_TEMPLATE_MASTER_TYPE" val="0"/>
  <p:tag name="KSO_WM_TEMPLATE_COLOR_TYPE" val="0"/>
  <p:tag name="KSO_WM_TAG_VERSION" val="3.0"/>
  <p:tag name="KSO_WM_BEAUTIFY_FLAG" val="#wm#"/>
  <p:tag name="KSO_WM_TEMPLATE_CATEGORY" val="custom"/>
  <p:tag name="KSO_WM_TEMPLATE_INDEX" val="20230314"/>
  <p:tag name="KSO_WM_SPECIAL_SOURCE" val="bdnull"/>
  <p:tag name="KSO_WM_TEMPLATE_THUMBS_INDEX" val="1、9"/>
</p:tagLst>
</file>

<file path=ppt/tags/tag98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99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30314_1*a*1"/>
  <p:tag name="KSO_WM_TEMPLATE_CATEGORY" val="custom"/>
  <p:tag name="KSO_WM_TEMPLATE_INDEX" val="20230314"/>
  <p:tag name="KSO_WM_UNIT_LAYERLEVEL" val="1"/>
  <p:tag name="KSO_WM_TAG_VERSION" val="3.0"/>
  <p:tag name="KSO_WM_BEAUTIFY_FLAG" val="#wm#"/>
  <p:tag name="KSO_WM_UNIT_CONTENT_GROUP_TYPE" val="contentchip"/>
  <p:tag name="KSO_WM_UNIT_PRESET_TEXT" val="单击添加文档标题"/>
  <p:tag name="KSO_WM_UNIT_TEXT_TYPE" val="1"/>
</p:tagLst>
</file>

<file path=ppt/tags/tag100.xml><?xml version="1.0" encoding="utf-8"?>
<p:tagLst xmlns:p="http://schemas.openxmlformats.org/presentationml/2006/main">
  <p:tag name="KSO_WM_SLIDE_ID" val="custom20230314_1"/>
  <p:tag name="KSO_WM_TEMPLATE_SUBCATEGORY" val="29"/>
  <p:tag name="KSO_WM_TEMPLATE_MASTER_TYPE" val="0"/>
  <p:tag name="KSO_WM_TEMPLATE_COLOR_TYPE" val="0"/>
  <p:tag name="KSO_WM_SLIDE_ITEM_CNT" val="0"/>
  <p:tag name="KSO_WM_SLIDE_INDEX" val="1"/>
  <p:tag name="KSO_WM_TAG_VERSION" val="3.0"/>
  <p:tag name="KSO_WM_BEAUTIFY_FLAG" val="#wm#"/>
  <p:tag name="KSO_WM_TEMPLATE_CATEGORY" val="custom"/>
  <p:tag name="KSO_WM_TEMPLATE_INDEX" val="20230314"/>
  <p:tag name="KSO_WM_SLIDE_TYPE" val="title"/>
  <p:tag name="KSO_WM_SLIDE_SUBTYPE" val="pureTxt"/>
  <p:tag name="KSO_WM_SLIDE_LAYOUT" val="a_f"/>
  <p:tag name="KSO_WM_SLIDE_LAYOUT_CNT" val="1_1"/>
  <p:tag name="KSO_WM_SPECIAL_SOURCE" val="bdnull"/>
  <p:tag name="KSO_WM_TEMPLATE_THUMBS_INDEX" val="1、9"/>
  <p:tag name="KSO_WM_SLIDE_CONTENT_AREA" val="{&quot;left&quot;:&quot;173.7&quot;,&quot;top&quot;:&quot;78.5&quot;,&quot;width&quot;:&quot;702.55&quot;,&quot;height&quot;:&quot;350.15&quot;}"/>
  <p:tag name="KSO_WM_SLIDE_THEME_ID" val="3303413"/>
  <p:tag name="KSO_WM_SLIDE_THEME_NAME" val="蓝色几何极简风主题"/>
</p:tagLst>
</file>

<file path=ppt/tags/tag101.xml><?xml version="1.0" encoding="utf-8"?>
<p:tagLst xmlns:p="http://schemas.openxmlformats.org/presentationml/2006/main">
  <p:tag name="KSO_WM_UNIT_INDEX" val="1"/>
  <p:tag name="KSO_WM_UNIT_TYPE" val="a"/>
  <p:tag name="KSO_WM_BEAUTIFY_FLAG" val="#wm#"/>
  <p:tag name="KSO_WM_UNIT_ISCONTENTSTITLE" val="0"/>
  <p:tag name="KSO_WM_UNIT_ISNUMDGMTITLE" val="0"/>
  <p:tag name="KSO_WM_UNIT_PRESET_TEXT" val="单击此处添加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ID" val="_2*a*1"/>
  <p:tag name="KSO_WM_UNIT_LAYERLEVEL" val="1"/>
  <p:tag name="KSO_WM_TAG_VERSION" val="3.0"/>
  <p:tag name="KSO_WM_UNIT_CONTENT_GROUP_TYPE" val="titlestyle"/>
</p:tagLst>
</file>

<file path=ppt/tags/tag102.xml><?xml version="1.0" encoding="utf-8"?>
<p:tagLst xmlns:p="http://schemas.openxmlformats.org/presentationml/2006/main">
  <p:tag name="KSO_WM_UNIT_INDEX" val="9"/>
  <p:tag name="KSO_WM_UNIT_TYPE" val="f"/>
  <p:tag name="KSO_WM_UNIT_SUBTYPE" val="a"/>
  <p:tag name="KSO_WM_BEAUTIFY_FLAG" val="#wm#"/>
</p:tagLst>
</file>

<file path=ppt/tags/tag103.xml><?xml version="1.0" encoding="utf-8"?>
<p:tagLst xmlns:p="http://schemas.openxmlformats.org/presentationml/2006/main">
  <p:tag name="KSO_WM_SLIDE_TYPE" val="text"/>
  <p:tag name="KSO_WM_BEAUTIFY_FLAG" val="#wm#"/>
  <p:tag name="KSO_WM_SLIDE_ID" val="custom20230314_8"/>
  <p:tag name="KSO_WM_TEMPLATE_SUBCATEGORY" val="29"/>
  <p:tag name="KSO_WM_TEMPLATE_MASTER_TYPE" val="0"/>
  <p:tag name="KSO_WM_TEMPLATE_COLOR_TYPE" val="0"/>
  <p:tag name="KSO_WM_SLIDE_ITEM_CNT" val="0"/>
  <p:tag name="KSO_WM_SLIDE_INDEX" val="8"/>
  <p:tag name="KSO_WM_TAG_VERSION" val="3.0"/>
  <p:tag name="KSO_WM_TEMPLATE_CATEGORY" val="custom"/>
  <p:tag name="KSO_WM_TEMPLATE_INDEX" val="20230314"/>
  <p:tag name="KSO_WM_SLIDE_SUBTYPE" val="pureTxt"/>
  <p:tag name="KSO_WM_SLIDE_SIZE" val="850*458"/>
  <p:tag name="KSO_WM_SLIDE_POSITION" val="54*28"/>
  <p:tag name="KSO_WM_SLIDE_LAYOUT" val="a_f"/>
  <p:tag name="KSO_WM_SLIDE_LAYOUT_CNT" val="1_1"/>
  <p:tag name="KSO_WM_SPECIAL_SOURCE" val="bdnull"/>
  <p:tag name="KSO_WM_SLIDE_LAYOUT_NAME" val="标题和内容"/>
</p:tagLst>
</file>

<file path=ppt/tags/tag104.xml><?xml version="1.0" encoding="utf-8"?>
<p:tagLst xmlns:p="http://schemas.openxmlformats.org/presentationml/2006/main">
  <p:tag name="KSO_WM_UNIT_INDEX" val="2"/>
  <p:tag name="KSO_WM_UNIT_TYPE" val="f"/>
  <p:tag name="KSO_WM_UNIT_SUBTYPE" val="a"/>
  <p:tag name="KSO_WM_BEAUTIFY_FLAG" val="#wm#"/>
</p:tagLst>
</file>

<file path=ppt/tags/tag105.xml><?xml version="1.0" encoding="utf-8"?>
<p:tagLst xmlns:p="http://schemas.openxmlformats.org/presentationml/2006/main">
  <p:tag name="KSO_WM_UNIT_INDEX" val="3"/>
  <p:tag name="KSO_WM_UNIT_TYPE" val="f"/>
  <p:tag name="KSO_WM_UNIT_SUBTYPE" val="a"/>
  <p:tag name="KSO_WM_BEAUTIFY_FLAG" val="#wm#"/>
</p:tagLst>
</file>

<file path=ppt/tags/tag106.xml><?xml version="1.0" encoding="utf-8"?>
<p:tagLst xmlns:p="http://schemas.openxmlformats.org/presentationml/2006/main">
  <p:tag name="KSO_WM_UNIT_INDEX" val="4"/>
  <p:tag name="KSO_WM_UNIT_TYPE" val="f"/>
  <p:tag name="KSO_WM_UNIT_SUBTYPE" val="a"/>
  <p:tag name="KSO_WM_BEAUTIFY_FLAG" val="#wm#"/>
</p:tagLst>
</file>

<file path=ppt/tags/tag107.xml><?xml version="1.0" encoding="utf-8"?>
<p:tagLst xmlns:p="http://schemas.openxmlformats.org/presentationml/2006/main">
  <p:tag name="KSO_WM_UNIT_INDEX" val="5"/>
  <p:tag name="KSO_WM_UNIT_TYPE" val="f"/>
  <p:tag name="KSO_WM_UNIT_SUBTYPE" val="a"/>
  <p:tag name="KSO_WM_BEAUTIFY_FLAG" val="#wm#"/>
</p:tagLst>
</file>

<file path=ppt/tags/tag108.xml><?xml version="1.0" encoding="utf-8"?>
<p:tagLst xmlns:p="http://schemas.openxmlformats.org/presentationml/2006/main">
  <p:tag name="KSO_WM_UNIT_INDEX" val="6"/>
  <p:tag name="KSO_WM_UNIT_TYPE" val="f"/>
  <p:tag name="KSO_WM_UNIT_SUBTYPE" val="a"/>
  <p:tag name="KSO_WM_BEAUTIFY_FLAG" val="#wm#"/>
</p:tagLst>
</file>

<file path=ppt/tags/tag109.xml><?xml version="1.0" encoding="utf-8"?>
<p:tagLst xmlns:p="http://schemas.openxmlformats.org/presentationml/2006/main">
  <p:tag name="KSO_WM_UNIT_INDEX" val="1"/>
  <p:tag name="KSO_WM_UNIT_TYPE" val="a"/>
  <p:tag name="KSO_WM_BEAUTIFY_FLAG" val="#wm#"/>
  <p:tag name="KSO_WM_UNIT_ISCONTENTSTITLE" val="0"/>
  <p:tag name="KSO_WM_UNIT_ISNUMDGMTITLE" val="0"/>
  <p:tag name="KSO_WM_UNIT_PRESET_TEXT" val="单击此处添加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ID" val="_2*a*1"/>
  <p:tag name="KSO_WM_UNIT_LAYERLEVEL" val="1"/>
  <p:tag name="KSO_WM_TAG_VERSION" val="3.0"/>
  <p:tag name="KSO_WM_UNIT_CONTENT_GROUP_TYPE" val="titlestyle"/>
</p:tagLst>
</file>

<file path=ppt/tags/tag110.xml><?xml version="1.0" encoding="utf-8"?>
<p:tagLst xmlns:p="http://schemas.openxmlformats.org/presentationml/2006/main">
  <p:tag name="KSO_WM_SLIDE_TYPE" val="text"/>
  <p:tag name="KSO_WM_BEAUTIFY_FLAG" val="#wm#"/>
  <p:tag name="KSO_WM_SLIDE_ID" val="custom20230314_8"/>
  <p:tag name="KSO_WM_TEMPLATE_SUBCATEGORY" val="29"/>
  <p:tag name="KSO_WM_TEMPLATE_MASTER_TYPE" val="0"/>
  <p:tag name="KSO_WM_TEMPLATE_COLOR_TYPE" val="0"/>
  <p:tag name="KSO_WM_SLIDE_ITEM_CNT" val="0"/>
  <p:tag name="KSO_WM_SLIDE_INDEX" val="8"/>
  <p:tag name="KSO_WM_TAG_VERSION" val="3.0"/>
  <p:tag name="KSO_WM_TEMPLATE_CATEGORY" val="custom"/>
  <p:tag name="KSO_WM_TEMPLATE_INDEX" val="20230314"/>
  <p:tag name="KSO_WM_SLIDE_SUBTYPE" val="pureTxt"/>
  <p:tag name="KSO_WM_SLIDE_SIZE" val="850*458"/>
  <p:tag name="KSO_WM_SLIDE_POSITION" val="54*28"/>
  <p:tag name="KSO_WM_SLIDE_LAYOUT" val="a_f"/>
  <p:tag name="KSO_WM_SLIDE_LAYOUT_CNT" val="1_1"/>
  <p:tag name="KSO_WM_SPECIAL_SOURCE" val="bdnull"/>
  <p:tag name="KSO_WM_SLIDE_LAYOUT_NAME" val="标题和内容"/>
</p:tagLst>
</file>

<file path=ppt/tags/tag111.xml><?xml version="1.0" encoding="utf-8"?>
<p:tagLst xmlns:p="http://schemas.openxmlformats.org/presentationml/2006/main">
  <p:tag name="KSO_WM_UNIT_INDEX" val="5"/>
  <p:tag name="KSO_WM_UNIT_TYPE" val="f"/>
  <p:tag name="KSO_WM_UNIT_SUBTYPE" val="a"/>
  <p:tag name="KSO_WM_BEAUTIFY_FLAG" val="#wm#"/>
</p:tagLst>
</file>

<file path=ppt/tags/tag112.xml><?xml version="1.0" encoding="utf-8"?>
<p:tagLst xmlns:p="http://schemas.openxmlformats.org/presentationml/2006/main">
  <p:tag name="KSO_WM_UNIT_INDEX" val="6"/>
  <p:tag name="KSO_WM_UNIT_TYPE" val="f"/>
  <p:tag name="KSO_WM_UNIT_SUBTYPE" val="a"/>
  <p:tag name="KSO_WM_BEAUTIFY_FLAG" val="#wm#"/>
</p:tagLst>
</file>

<file path=ppt/tags/tag113.xml><?xml version="1.0" encoding="utf-8"?>
<p:tagLst xmlns:p="http://schemas.openxmlformats.org/presentationml/2006/main">
  <p:tag name="KSO_WM_UNIT_INDEX" val="4"/>
  <p:tag name="KSO_WM_UNIT_TYPE" val="f"/>
  <p:tag name="KSO_WM_UNIT_SUBTYPE" val="a"/>
  <p:tag name="KSO_WM_BEAUTIFY_FLAG" val="#wm#"/>
</p:tagLst>
</file>

<file path=ppt/tags/tag114.xml><?xml version="1.0" encoding="utf-8"?>
<p:tagLst xmlns:p="http://schemas.openxmlformats.org/presentationml/2006/main">
  <p:tag name="KSO_WM_UNIT_INDEX" val="3"/>
  <p:tag name="KSO_WM_UNIT_TYPE" val="f"/>
  <p:tag name="KSO_WM_UNIT_SUBTYPE" val="a"/>
  <p:tag name="KSO_WM_BEAUTIFY_FLAG" val="#wm#"/>
</p:tagLst>
</file>

<file path=ppt/tags/tag115.xml><?xml version="1.0" encoding="utf-8"?>
<p:tagLst xmlns:p="http://schemas.openxmlformats.org/presentationml/2006/main">
  <p:tag name="KSO_WM_UNIT_INDEX" val="2"/>
  <p:tag name="KSO_WM_UNIT_TYPE" val="f"/>
  <p:tag name="KSO_WM_UNIT_SUBTYPE" val="a"/>
  <p:tag name="KSO_WM_BEAUTIFY_FLAG" val="#wm#"/>
</p:tagLst>
</file>

<file path=ppt/tags/tag116.xml><?xml version="1.0" encoding="utf-8"?>
<p:tagLst xmlns:p="http://schemas.openxmlformats.org/presentationml/2006/main">
  <p:tag name="KSO_WM_UNIT_INDEX" val="1"/>
  <p:tag name="KSO_WM_UNIT_TYPE" val="a"/>
  <p:tag name="KSO_WM_BEAUTIFY_FLAG" val="#wm#"/>
  <p:tag name="KSO_WM_UNIT_ISCONTENTSTITLE" val="0"/>
  <p:tag name="KSO_WM_UNIT_ISNUMDGMTITLE" val="0"/>
  <p:tag name="KSO_WM_UNIT_PRESET_TEXT" val="单击此处添加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ID" val="_2*a*1"/>
  <p:tag name="KSO_WM_UNIT_LAYERLEVEL" val="1"/>
  <p:tag name="KSO_WM_TAG_VERSION" val="3.0"/>
  <p:tag name="KSO_WM_UNIT_CONTENT_GROUP_TYPE" val="titlestyle"/>
</p:tagLst>
</file>

<file path=ppt/tags/tag117.xml><?xml version="1.0" encoding="utf-8"?>
<p:tagLst xmlns:p="http://schemas.openxmlformats.org/presentationml/2006/main">
  <p:tag name="KSO_WM_SLIDE_TYPE" val="text"/>
  <p:tag name="KSO_WM_BEAUTIFY_FLAG" val="#wm#"/>
  <p:tag name="KSO_WM_SLIDE_ID" val="custom20230314_8"/>
  <p:tag name="KSO_WM_TEMPLATE_SUBCATEGORY" val="29"/>
  <p:tag name="KSO_WM_TEMPLATE_MASTER_TYPE" val="0"/>
  <p:tag name="KSO_WM_TEMPLATE_COLOR_TYPE" val="0"/>
  <p:tag name="KSO_WM_SLIDE_ITEM_CNT" val="0"/>
  <p:tag name="KSO_WM_SLIDE_INDEX" val="8"/>
  <p:tag name="KSO_WM_TAG_VERSION" val="3.0"/>
  <p:tag name="KSO_WM_TEMPLATE_CATEGORY" val="custom"/>
  <p:tag name="KSO_WM_TEMPLATE_INDEX" val="20230314"/>
  <p:tag name="KSO_WM_SLIDE_SUBTYPE" val="pureTxt"/>
  <p:tag name="KSO_WM_SLIDE_SIZE" val="850*458"/>
  <p:tag name="KSO_WM_SLIDE_POSITION" val="54*28"/>
  <p:tag name="KSO_WM_SLIDE_LAYOUT" val="a_f"/>
  <p:tag name="KSO_WM_SLIDE_LAYOUT_CNT" val="1_1"/>
  <p:tag name="KSO_WM_SPECIAL_SOURCE" val="bdnull"/>
  <p:tag name="KSO_WM_SLIDE_LAYOUT_NAME" val="标题和内容"/>
</p:tagLst>
</file>

<file path=ppt/tags/tag118.xml><?xml version="1.0" encoding="utf-8"?>
<p:tagLst xmlns:p="http://schemas.openxmlformats.org/presentationml/2006/main">
  <p:tag name="KSO_WM_UNIT_INDEX" val="2"/>
  <p:tag name="KSO_WM_UNIT_TYPE" val="f"/>
  <p:tag name="KSO_WM_UNIT_SUBTYPE" val="a"/>
  <p:tag name="KSO_WM_BEAUTIFY_FLAG" val="#wm#"/>
</p:tagLst>
</file>

<file path=ppt/tags/tag119.xml><?xml version="1.0" encoding="utf-8"?>
<p:tagLst xmlns:p="http://schemas.openxmlformats.org/presentationml/2006/main">
  <p:tag name="KSO_WM_UNIT_INDEX" val="3"/>
  <p:tag name="KSO_WM_UNIT_TYPE" val="f"/>
  <p:tag name="KSO_WM_UNIT_SUBTYPE" val="a"/>
  <p:tag name="KSO_WM_BEAUTIFY_FLAG" val="#wm#"/>
</p:tagLst>
</file>

<file path=ppt/tags/tag120.xml><?xml version="1.0" encoding="utf-8"?>
<p:tagLst xmlns:p="http://schemas.openxmlformats.org/presentationml/2006/main">
  <p:tag name="KSO_WM_UNIT_INDEX" val="4"/>
  <p:tag name="KSO_WM_UNIT_TYPE" val="f"/>
  <p:tag name="KSO_WM_UNIT_SUBTYPE" val="a"/>
  <p:tag name="KSO_WM_BEAUTIFY_FLAG" val="#wm#"/>
</p:tagLst>
</file>

<file path=ppt/tags/tag121.xml><?xml version="1.0" encoding="utf-8"?>
<p:tagLst xmlns:p="http://schemas.openxmlformats.org/presentationml/2006/main">
  <p:tag name="KSO_WM_UNIT_INDEX" val="1"/>
  <p:tag name="KSO_WM_UNIT_TYPE" val="a"/>
  <p:tag name="KSO_WM_BEAUTIFY_FLAG" val="#wm#"/>
  <p:tag name="KSO_WM_UNIT_ISCONTENTSTITLE" val="0"/>
  <p:tag name="KSO_WM_UNIT_ISNUMDGMTITLE" val="0"/>
  <p:tag name="KSO_WM_UNIT_PRESET_TEXT" val="单击此处添加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ID" val="_2*a*1"/>
  <p:tag name="KSO_WM_UNIT_LAYERLEVEL" val="1"/>
  <p:tag name="KSO_WM_TAG_VERSION" val="3.0"/>
  <p:tag name="KSO_WM_UNIT_CONTENT_GROUP_TYPE" val="titlestyle"/>
</p:tagLst>
</file>

<file path=ppt/tags/tag122.xml><?xml version="1.0" encoding="utf-8"?>
<p:tagLst xmlns:p="http://schemas.openxmlformats.org/presentationml/2006/main">
  <p:tag name="KSO_WM_SLIDE_TYPE" val="text"/>
  <p:tag name="KSO_WM_BEAUTIFY_FLAG" val="#wm#"/>
  <p:tag name="KSO_WM_SLIDE_ID" val="custom20230314_8"/>
  <p:tag name="KSO_WM_TEMPLATE_SUBCATEGORY" val="29"/>
  <p:tag name="KSO_WM_TEMPLATE_MASTER_TYPE" val="0"/>
  <p:tag name="KSO_WM_TEMPLATE_COLOR_TYPE" val="0"/>
  <p:tag name="KSO_WM_SLIDE_ITEM_CNT" val="0"/>
  <p:tag name="KSO_WM_SLIDE_INDEX" val="8"/>
  <p:tag name="KSO_WM_TAG_VERSION" val="3.0"/>
  <p:tag name="KSO_WM_TEMPLATE_CATEGORY" val="custom"/>
  <p:tag name="KSO_WM_TEMPLATE_INDEX" val="20230314"/>
  <p:tag name="KSO_WM_SLIDE_SUBTYPE" val="pureTxt"/>
  <p:tag name="KSO_WM_SLIDE_SIZE" val="850*458"/>
  <p:tag name="KSO_WM_SLIDE_POSITION" val="54*28"/>
  <p:tag name="KSO_WM_SLIDE_LAYOUT" val="a_f"/>
  <p:tag name="KSO_WM_SLIDE_LAYOUT_CNT" val="1_1"/>
  <p:tag name="KSO_WM_SPECIAL_SOURCE" val="bdnull"/>
  <p:tag name="KSO_WM_SLIDE_LAYOUT_NAME" val="标题和内容"/>
</p:tagLst>
</file>

<file path=ppt/tags/tag123.xml><?xml version="1.0" encoding="utf-8"?>
<p:tagLst xmlns:p="http://schemas.openxmlformats.org/presentationml/2006/main">
  <p:tag name="KSO_WM_UNIT_INDEX" val="4"/>
  <p:tag name="KSO_WM_UNIT_TYPE" val="f"/>
  <p:tag name="KSO_WM_UNIT_SUBTYPE" val="a"/>
  <p:tag name="KSO_WM_BEAUTIFY_FLAG" val="#wm#"/>
</p:tagLst>
</file>

<file path=ppt/tags/tag124.xml><?xml version="1.0" encoding="utf-8"?>
<p:tagLst xmlns:p="http://schemas.openxmlformats.org/presentationml/2006/main">
  <p:tag name="KSO_WM_UNIT_INDEX" val="10"/>
  <p:tag name="KSO_WM_UNIT_TYPE" val="f"/>
  <p:tag name="KSO_WM_UNIT_SUBTYPE" val="a"/>
  <p:tag name="KSO_WM_BEAUTIFY_FLAG" val="#wm#"/>
</p:tagLst>
</file>

<file path=ppt/tags/tag125.xml><?xml version="1.0" encoding="utf-8"?>
<p:tagLst xmlns:p="http://schemas.openxmlformats.org/presentationml/2006/main">
  <p:tag name="KSO_WM_UNIT_INDEX" val="11"/>
  <p:tag name="KSO_WM_UNIT_TYPE" val="f"/>
  <p:tag name="KSO_WM_UNIT_SUBTYPE" val="a"/>
  <p:tag name="KSO_WM_BEAUTIFY_FLAG" val="#wm#"/>
</p:tagLst>
</file>

<file path=ppt/tags/tag126.xml><?xml version="1.0" encoding="utf-8"?>
<p:tagLst xmlns:p="http://schemas.openxmlformats.org/presentationml/2006/main">
  <p:tag name="KSO_WM_UNIT_INDEX" val="6"/>
  <p:tag name="KSO_WM_UNIT_TYPE" val="i"/>
  <p:tag name="KSO_WM_BEAUTIFY_FLAG" val="#wm#"/>
</p:tagLst>
</file>

<file path=ppt/tags/tag127.xml><?xml version="1.0" encoding="utf-8"?>
<p:tagLst xmlns:p="http://schemas.openxmlformats.org/presentationml/2006/main">
  <p:tag name="KSO_WM_UNIT_INDEX" val="8"/>
  <p:tag name="KSO_WM_UNIT_TYPE" val="f"/>
  <p:tag name="KSO_WM_UNIT_SUBTYPE" val="a"/>
  <p:tag name="KSO_WM_BEAUTIFY_FLAG" val="#wm#"/>
</p:tagLst>
</file>

<file path=ppt/tags/tag128.xml><?xml version="1.0" encoding="utf-8"?>
<p:tagLst xmlns:p="http://schemas.openxmlformats.org/presentationml/2006/main">
  <p:tag name="KSO_WM_UNIT_INDEX" val="12"/>
  <p:tag name="KSO_WM_UNIT_TYPE" val="f"/>
  <p:tag name="KSO_WM_UNIT_SUBTYPE" val="a"/>
  <p:tag name="KSO_WM_BEAUTIFY_FLAG" val="#wm#"/>
</p:tagLst>
</file>

<file path=ppt/tags/tag129.xml><?xml version="1.0" encoding="utf-8"?>
<p:tagLst xmlns:p="http://schemas.openxmlformats.org/presentationml/2006/main">
  <p:tag name="KSO_WM_UNIT_INDEX" val="13"/>
  <p:tag name="KSO_WM_UNIT_TYPE" val="f"/>
  <p:tag name="KSO_WM_UNIT_SUBTYPE" val="a"/>
  <p:tag name="KSO_WM_BEAUTIFY_FLAG" val="#wm#"/>
</p:tagLst>
</file>

<file path=ppt/tags/tag130.xml><?xml version="1.0" encoding="utf-8"?>
<p:tagLst xmlns:p="http://schemas.openxmlformats.org/presentationml/2006/main">
  <p:tag name="KSO_WM_UNIT_INDEX" val="7"/>
  <p:tag name="KSO_WM_UNIT_TYPE" val="f"/>
  <p:tag name="KSO_WM_UNIT_SUBTYPE" val="a"/>
  <p:tag name="KSO_WM_BEAUTIFY_FLAG" val="#wm#"/>
</p:tagLst>
</file>

<file path=ppt/tags/tag131.xml><?xml version="1.0" encoding="utf-8"?>
<p:tagLst xmlns:p="http://schemas.openxmlformats.org/presentationml/2006/main">
  <p:tag name="KSO_WM_UNIT_INDEX" val="5"/>
  <p:tag name="KSO_WM_UNIT_TYPE" val="i"/>
  <p:tag name="KSO_WM_BEAUTIFY_FLAG" val="#wm#"/>
</p:tagLst>
</file>

<file path=ppt/tags/tag132.xml><?xml version="1.0" encoding="utf-8"?>
<p:tagLst xmlns:p="http://schemas.openxmlformats.org/presentationml/2006/main">
  <p:tag name="KSO_WM_UNIT_INDEX" val="9"/>
  <p:tag name="KSO_WM_UNIT_TYPE" val="f"/>
  <p:tag name="KSO_WM_UNIT_SUBTYPE" val="a"/>
  <p:tag name="KSO_WM_BEAUTIFY_FLAG" val="#wm#"/>
</p:tagLst>
</file>

<file path=ppt/tags/tag133.xml><?xml version="1.0" encoding="utf-8"?>
<p:tagLst xmlns:p="http://schemas.openxmlformats.org/presentationml/2006/main">
  <p:tag name="KSO_WM_UNIT_INDEX" val="2"/>
  <p:tag name="KSO_WM_UNIT_TYPE" val="f"/>
  <p:tag name="KSO_WM_UNIT_SUBTYPE" val="a"/>
  <p:tag name="KSO_WM_BEAUTIFY_FLAG" val="#wm#"/>
</p:tagLst>
</file>

<file path=ppt/tags/tag134.xml><?xml version="1.0" encoding="utf-8"?>
<p:tagLst xmlns:p="http://schemas.openxmlformats.org/presentationml/2006/main">
  <p:tag name="KSO_WM_UNIT_INDEX" val="3"/>
  <p:tag name="KSO_WM_UNIT_TYPE" val="f"/>
  <p:tag name="KSO_WM_UNIT_SUBTYPE" val="a"/>
  <p:tag name="KSO_WM_BEAUTIFY_FLAG" val="#wm#"/>
</p:tagLst>
</file>

<file path=ppt/tags/tag135.xml><?xml version="1.0" encoding="utf-8"?>
<p:tagLst xmlns:p="http://schemas.openxmlformats.org/presentationml/2006/main">
  <p:tag name="KSO_WM_UNIT_INDEX" val="14"/>
  <p:tag name="KSO_WM_UNIT_TYPE" val="f"/>
  <p:tag name="KSO_WM_UNIT_SUBTYPE" val="a"/>
  <p:tag name="KSO_WM_BEAUTIFY_FLAG" val="#wm#"/>
</p:tagLst>
</file>

<file path=ppt/tags/tag136.xml><?xml version="1.0" encoding="utf-8"?>
<p:tagLst xmlns:p="http://schemas.openxmlformats.org/presentationml/2006/main">
  <p:tag name="KSO_WM_UNIT_INDEX" val="15"/>
  <p:tag name="KSO_WM_UNIT_TYPE" val="f"/>
  <p:tag name="KSO_WM_UNIT_SUBTYPE" val="a"/>
  <p:tag name="KSO_WM_BEAUTIFY_FLAG" val="#wm#"/>
</p:tagLst>
</file>

<file path=ppt/tags/tag137.xml><?xml version="1.0" encoding="utf-8"?>
<p:tagLst xmlns:p="http://schemas.openxmlformats.org/presentationml/2006/main">
  <p:tag name="KSO_WM_UNIT_INDEX" val="1"/>
  <p:tag name="KSO_WM_UNIT_TYPE" val="a"/>
  <p:tag name="KSO_WM_BEAUTIFY_FLAG" val="#wm#"/>
  <p:tag name="KSO_WM_UNIT_ISCONTENTSTITLE" val="0"/>
  <p:tag name="KSO_WM_UNIT_ISNUMDGMTITLE" val="0"/>
  <p:tag name="KSO_WM_UNIT_PRESET_TEXT" val="单击此处添加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ID" val="_2*a*1"/>
  <p:tag name="KSO_WM_UNIT_LAYERLEVEL" val="1"/>
  <p:tag name="KSO_WM_TAG_VERSION" val="3.0"/>
  <p:tag name="KSO_WM_UNIT_CONTENT_GROUP_TYPE" val="titlestyle"/>
</p:tagLst>
</file>

<file path=ppt/tags/tag138.xml><?xml version="1.0" encoding="utf-8"?>
<p:tagLst xmlns:p="http://schemas.openxmlformats.org/presentationml/2006/main">
  <p:tag name="KSO_WM_SLIDE_TYPE" val="text"/>
  <p:tag name="KSO_WM_BEAUTIFY_FLAG" val="#wm#"/>
  <p:tag name="KSO_WM_SLIDE_ID" val="custom20230314_8"/>
  <p:tag name="KSO_WM_TEMPLATE_SUBCATEGORY" val="29"/>
  <p:tag name="KSO_WM_TEMPLATE_MASTER_TYPE" val="0"/>
  <p:tag name="KSO_WM_TEMPLATE_COLOR_TYPE" val="0"/>
  <p:tag name="KSO_WM_SLIDE_ITEM_CNT" val="0"/>
  <p:tag name="KSO_WM_SLIDE_INDEX" val="8"/>
  <p:tag name="KSO_WM_TAG_VERSION" val="3.0"/>
  <p:tag name="KSO_WM_TEMPLATE_CATEGORY" val="custom"/>
  <p:tag name="KSO_WM_TEMPLATE_INDEX" val="20230314"/>
  <p:tag name="KSO_WM_SLIDE_SUBTYPE" val="pureTxt"/>
  <p:tag name="KSO_WM_SLIDE_SIZE" val="850*458"/>
  <p:tag name="KSO_WM_SLIDE_POSITION" val="54*28"/>
  <p:tag name="KSO_WM_SLIDE_LAYOUT" val="a_f"/>
  <p:tag name="KSO_WM_SLIDE_LAYOUT_CNT" val="1_1"/>
  <p:tag name="KSO_WM_SPECIAL_SOURCE" val="bdnull"/>
  <p:tag name="KSO_WM_SLIDE_LAYOUT_NAME" val="标题和内容"/>
</p:tagLst>
</file>

<file path=ppt/tags/tag139.xml><?xml version="1.0" encoding="utf-8"?>
<p:tagLst xmlns:p="http://schemas.openxmlformats.org/presentationml/2006/main">
  <p:tag name="KSO_WM_UNIT_INDEX" val="3"/>
  <p:tag name="KSO_WM_UNIT_TYPE" val="f"/>
  <p:tag name="KSO_WM_UNIT_SUBTYPE" val="a"/>
  <p:tag name="KSO_WM_BEAUTIFY_FLAG" val="#wm#"/>
</p:tagLst>
</file>

<file path=ppt/tags/tag140.xml><?xml version="1.0" encoding="utf-8"?>
<p:tagLst xmlns:p="http://schemas.openxmlformats.org/presentationml/2006/main">
  <p:tag name="KSO_WM_UNIT_INDEX" val="2"/>
  <p:tag name="KSO_WM_UNIT_TYPE" val="f"/>
  <p:tag name="KSO_WM_UNIT_SUBTYPE" val="a"/>
  <p:tag name="KSO_WM_BEAUTIFY_FLAG" val="#wm#"/>
</p:tagLst>
</file>

<file path=ppt/tags/tag141.xml><?xml version="1.0" encoding="utf-8"?>
<p:tagLst xmlns:p="http://schemas.openxmlformats.org/presentationml/2006/main">
  <p:tag name="KSO_WM_UNIT_INDEX" val="4"/>
  <p:tag name="KSO_WM_UNIT_TYPE" val="f"/>
  <p:tag name="KSO_WM_UNIT_SUBTYPE" val="a"/>
  <p:tag name="KSO_WM_BEAUTIFY_FLAG" val="#wm#"/>
</p:tagLst>
</file>

<file path=ppt/tags/tag142.xml><?xml version="1.0" encoding="utf-8"?>
<p:tagLst xmlns:p="http://schemas.openxmlformats.org/presentationml/2006/main">
  <p:tag name="KSO_WM_UNIT_INDEX" val="5"/>
  <p:tag name="KSO_WM_UNIT_TYPE" val="f"/>
  <p:tag name="KSO_WM_UNIT_SUBTYPE" val="a"/>
  <p:tag name="KSO_WM_BEAUTIFY_FLAG" val="#wm#"/>
</p:tagLst>
</file>

<file path=ppt/tags/tag143.xml><?xml version="1.0" encoding="utf-8"?>
<p:tagLst xmlns:p="http://schemas.openxmlformats.org/presentationml/2006/main">
  <p:tag name="KSO_WM_UNIT_INDEX" val="1"/>
  <p:tag name="KSO_WM_UNIT_TYPE" val="a"/>
  <p:tag name="KSO_WM_BEAUTIFY_FLAG" val="#wm#"/>
  <p:tag name="KSO_WM_UNIT_ISCONTENTSTITLE" val="0"/>
  <p:tag name="KSO_WM_UNIT_ISNUMDGMTITLE" val="0"/>
  <p:tag name="KSO_WM_UNIT_PRESET_TEXT" val="单击此处添加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ID" val="_2*a*1"/>
  <p:tag name="KSO_WM_UNIT_LAYERLEVEL" val="1"/>
  <p:tag name="KSO_WM_TAG_VERSION" val="3.0"/>
  <p:tag name="KSO_WM_UNIT_CONTENT_GROUP_TYPE" val="titlestyle"/>
</p:tagLst>
</file>

<file path=ppt/tags/tag144.xml><?xml version="1.0" encoding="utf-8"?>
<p:tagLst xmlns:p="http://schemas.openxmlformats.org/presentationml/2006/main">
  <p:tag name="KSO_WM_SLIDE_TYPE" val="text"/>
  <p:tag name="KSO_WM_BEAUTIFY_FLAG" val="#wm#"/>
  <p:tag name="KSO_WM_SLIDE_ID" val="custom20230314_8"/>
  <p:tag name="KSO_WM_TEMPLATE_SUBCATEGORY" val="29"/>
  <p:tag name="KSO_WM_TEMPLATE_MASTER_TYPE" val="0"/>
  <p:tag name="KSO_WM_TEMPLATE_COLOR_TYPE" val="0"/>
  <p:tag name="KSO_WM_SLIDE_ITEM_CNT" val="0"/>
  <p:tag name="KSO_WM_SLIDE_INDEX" val="8"/>
  <p:tag name="KSO_WM_TAG_VERSION" val="3.0"/>
  <p:tag name="KSO_WM_TEMPLATE_CATEGORY" val="custom"/>
  <p:tag name="KSO_WM_TEMPLATE_INDEX" val="20230314"/>
  <p:tag name="KSO_WM_SLIDE_SUBTYPE" val="pureTxt"/>
  <p:tag name="KSO_WM_SLIDE_SIZE" val="850*458"/>
  <p:tag name="KSO_WM_SLIDE_POSITION" val="54*28"/>
  <p:tag name="KSO_WM_SLIDE_LAYOUT" val="a_f"/>
  <p:tag name="KSO_WM_SLIDE_LAYOUT_CNT" val="1_1"/>
  <p:tag name="KSO_WM_SPECIAL_SOURCE" val="bdnull"/>
  <p:tag name="KSO_WM_SLIDE_LAYOUT_NAME" val="标题和内容"/>
</p:tagLst>
</file>

<file path=ppt/tags/tag145.xml><?xml version="1.0" encoding="utf-8"?>
<p:tagLst xmlns:p="http://schemas.openxmlformats.org/presentationml/2006/main">
  <p:tag name="KSO_WM_UNIT_INDEX" val="5"/>
  <p:tag name="KSO_WM_UNIT_TYPE" val="f"/>
  <p:tag name="KSO_WM_UNIT_SUBTYPE" val="a"/>
  <p:tag name="KSO_WM_BEAUTIFY_FLAG" val="#wm#"/>
</p:tagLst>
</file>

<file path=ppt/tags/tag146.xml><?xml version="1.0" encoding="utf-8"?>
<p:tagLst xmlns:p="http://schemas.openxmlformats.org/presentationml/2006/main">
  <p:tag name="KSO_WM_BEAUTIFY_FLAG" val="#wm#"/>
  <p:tag name="KSO_WM_UNIT_TYPE" val="l_h_f"/>
  <p:tag name="KSO_WM_UNIT_INDEX" val="1_1_1"/>
  <p:tag name="KSO_WM_TEMPLATE_INDEX" val="19882022"/>
  <p:tag name="KSO_WM_TAG_VERSION" val="2.0"/>
  <p:tag name="KSO_WM_DIAGRAM_GROUP_CODE" val="l1-1"/>
</p:tagLst>
</file>

<file path=ppt/tags/tag147.xml><?xml version="1.0" encoding="utf-8"?>
<p:tagLst xmlns:p="http://schemas.openxmlformats.org/presentationml/2006/main">
  <p:tag name="KSO_WM_BEAUTIFY_FLAG" val="#wm#"/>
  <p:tag name="KSO_WM_UNIT_TYPE" val="l_h_f"/>
  <p:tag name="KSO_WM_UNIT_INDEX" val="1_2_1"/>
  <p:tag name="KSO_WM_TEMPLATE_INDEX" val="19882022"/>
  <p:tag name="KSO_WM_TAG_VERSION" val="2.0"/>
  <p:tag name="KSO_WM_DIAGRAM_GROUP_CODE" val="l1-1"/>
</p:tagLst>
</file>

<file path=ppt/tags/tag148.xml><?xml version="1.0" encoding="utf-8"?>
<p:tagLst xmlns:p="http://schemas.openxmlformats.org/presentationml/2006/main">
  <p:tag name="KSO_WM_UNIT_INDEX" val="7"/>
  <p:tag name="KSO_WM_UNIT_TYPE" val="f"/>
  <p:tag name="KSO_WM_UNIT_SUBTYPE" val="a"/>
  <p:tag name="KSO_WM_BEAUTIFY_FLAG" val="#wm#"/>
</p:tagLst>
</file>

<file path=ppt/tags/tag149.xml><?xml version="1.0" encoding="utf-8"?>
<p:tagLst xmlns:p="http://schemas.openxmlformats.org/presentationml/2006/main">
  <p:tag name="KSO_WM_UNIT_INDEX" val="8"/>
  <p:tag name="KSO_WM_UNIT_TYPE" val="f"/>
  <p:tag name="KSO_WM_UNIT_SUBTYPE" val="a"/>
  <p:tag name="KSO_WM_BEAUTIFY_FLAG" val="#wm#"/>
</p:tagLst>
</file>

<file path=ppt/tags/tag150.xml><?xml version="1.0" encoding="utf-8"?>
<p:tagLst xmlns:p="http://schemas.openxmlformats.org/presentationml/2006/main">
  <p:tag name="KSO_WM_BEAUTIFY_FLAG" val="#wm#"/>
  <p:tag name="KSO_WM_UNIT_TYPE" val="l_h_i"/>
  <p:tag name="KSO_WM_UNIT_INDEX" val="1_1_1"/>
  <p:tag name="KSO_WM_TEMPLATE_INDEX" val="19882022"/>
  <p:tag name="KSO_WM_TAG_VERSION" val="2.0"/>
  <p:tag name="KSO_WM_DIAGRAM_GROUP_CODE" val="l1-1"/>
</p:tagLst>
</file>

<file path=ppt/tags/tag151.xml><?xml version="1.0" encoding="utf-8"?>
<p:tagLst xmlns:p="http://schemas.openxmlformats.org/presentationml/2006/main">
  <p:tag name="KSO_WM_BEAUTIFY_FLAG" val="#wm#"/>
  <p:tag name="KSO_WM_UNIT_TYPE" val="l_h_i"/>
  <p:tag name="KSO_WM_UNIT_INDEX" val="1_2_1"/>
  <p:tag name="KSO_WM_TEMPLATE_INDEX" val="19882022"/>
  <p:tag name="KSO_WM_TAG_VERSION" val="2.0"/>
  <p:tag name="KSO_WM_DIAGRAM_GROUP_CODE" val="l1-1"/>
</p:tagLst>
</file>

<file path=ppt/tags/tag152.xml><?xml version="1.0" encoding="utf-8"?>
<p:tagLst xmlns:p="http://schemas.openxmlformats.org/presentationml/2006/main">
  <p:tag name="KSO_WM_UNIT_INDEX" val="6"/>
  <p:tag name="KSO_WM_UNIT_TYPE" val="j"/>
  <p:tag name="KSO_WM_BEAUTIFY_FLAG" val="#wm#"/>
</p:tagLst>
</file>

<file path=ppt/tags/tag153.xml><?xml version="1.0" encoding="utf-8"?>
<p:tagLst xmlns:p="http://schemas.openxmlformats.org/presentationml/2006/main">
  <p:tag name="KSO_WM_UNIT_INDEX" val="1"/>
  <p:tag name="KSO_WM_UNIT_TYPE" val="a"/>
  <p:tag name="KSO_WM_BEAUTIFY_FLAG" val="#wm#"/>
  <p:tag name="KSO_WM_UNIT_ISCONTENTSTITLE" val="0"/>
  <p:tag name="KSO_WM_UNIT_ISNUMDGMTITLE" val="0"/>
  <p:tag name="KSO_WM_UNIT_PRESET_TEXT" val="单击此处添加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ID" val="_2*a*1"/>
  <p:tag name="KSO_WM_UNIT_LAYERLEVEL" val="1"/>
  <p:tag name="KSO_WM_TAG_VERSION" val="3.0"/>
  <p:tag name="KSO_WM_UNIT_CONTENT_GROUP_TYPE" val="titlestyle"/>
</p:tagLst>
</file>

<file path=ppt/tags/tag154.xml><?xml version="1.0" encoding="utf-8"?>
<p:tagLst xmlns:p="http://schemas.openxmlformats.org/presentationml/2006/main">
  <p:tag name="KSO_WM_SLIDE_TYPE" val="text"/>
  <p:tag name="KSO_WM_BEAUTIFY_FLAG" val="#wm#"/>
  <p:tag name="KSO_WM_SLIDE_ID" val="custom20230314_8"/>
  <p:tag name="KSO_WM_TEMPLATE_SUBCATEGORY" val="29"/>
  <p:tag name="KSO_WM_TEMPLATE_MASTER_TYPE" val="0"/>
  <p:tag name="KSO_WM_TEMPLATE_COLOR_TYPE" val="0"/>
  <p:tag name="KSO_WM_SLIDE_ITEM_CNT" val="0"/>
  <p:tag name="KSO_WM_SLIDE_INDEX" val="8"/>
  <p:tag name="KSO_WM_TAG_VERSION" val="3.0"/>
  <p:tag name="KSO_WM_TEMPLATE_CATEGORY" val="custom"/>
  <p:tag name="KSO_WM_TEMPLATE_INDEX" val="20230314"/>
  <p:tag name="KSO_WM_SLIDE_SUBTYPE" val="pureTxt"/>
  <p:tag name="KSO_WM_SLIDE_SIZE" val="850*458"/>
  <p:tag name="KSO_WM_SLIDE_POSITION" val="54*28"/>
  <p:tag name="KSO_WM_SLIDE_LAYOUT" val="a_f"/>
  <p:tag name="KSO_WM_SLIDE_LAYOUT_CNT" val="1_1"/>
  <p:tag name="KSO_WM_SPECIAL_SOURCE" val="bdnull"/>
  <p:tag name="KSO_WM_SLIDE_LAYOUT_NAME" val="标题和内容"/>
</p:tagLst>
</file>

<file path=ppt/tags/tag155.xml><?xml version="1.0" encoding="utf-8"?>
<p:tagLst xmlns:p="http://schemas.openxmlformats.org/presentationml/2006/main">
  <p:tag name="KSO_WM_UNIT_INDEX" val="3"/>
  <p:tag name="KSO_WM_UNIT_TYPE" val="f"/>
  <p:tag name="KSO_WM_UNIT_SUBTYPE" val="a"/>
  <p:tag name="KSO_WM_BEAUTIFY_FLAG" val="#wm#"/>
</p:tagLst>
</file>

<file path=ppt/tags/tag156.xml><?xml version="1.0" encoding="utf-8"?>
<p:tagLst xmlns:p="http://schemas.openxmlformats.org/presentationml/2006/main">
  <p:tag name="KSO_WM_UNIT_INDEX" val="2"/>
  <p:tag name="KSO_WM_UNIT_TYPE" val="f"/>
  <p:tag name="KSO_WM_UNIT_SUBTYPE" val="a"/>
  <p:tag name="KSO_WM_BEAUTIFY_FLAG" val="#wm#"/>
</p:tagLst>
</file>

<file path=ppt/tags/tag157.xml><?xml version="1.0" encoding="utf-8"?>
<p:tagLst xmlns:p="http://schemas.openxmlformats.org/presentationml/2006/main">
  <p:tag name="KSO_WM_UNIT_INDEX" val="4"/>
  <p:tag name="KSO_WM_UNIT_TYPE" val="f"/>
  <p:tag name="KSO_WM_UNIT_SUBTYPE" val="a"/>
  <p:tag name="KSO_WM_BEAUTIFY_FLAG" val="#wm#"/>
</p:tagLst>
</file>

<file path=ppt/tags/tag158.xml><?xml version="1.0" encoding="utf-8"?>
<p:tagLst xmlns:p="http://schemas.openxmlformats.org/presentationml/2006/main">
  <p:tag name="KSO_WM_UNIT_INDEX" val="1"/>
  <p:tag name="KSO_WM_UNIT_TYPE" val="a"/>
  <p:tag name="KSO_WM_BEAUTIFY_FLAG" val="#wm#"/>
  <p:tag name="KSO_WM_UNIT_ISCONTENTSTITLE" val="0"/>
  <p:tag name="KSO_WM_UNIT_ISNUMDGMTITLE" val="0"/>
  <p:tag name="KSO_WM_UNIT_PRESET_TEXT" val="单击此处添加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ID" val="_2*a*1"/>
  <p:tag name="KSO_WM_UNIT_LAYERLEVEL" val="1"/>
  <p:tag name="KSO_WM_TAG_VERSION" val="3.0"/>
  <p:tag name="KSO_WM_UNIT_CONTENT_GROUP_TYPE" val="titlestyle"/>
</p:tagLst>
</file>

<file path=ppt/tags/tag159.xml><?xml version="1.0" encoding="utf-8"?>
<p:tagLst xmlns:p="http://schemas.openxmlformats.org/presentationml/2006/main">
  <p:tag name="KSO_WM_SLIDE_TYPE" val="text"/>
  <p:tag name="KSO_WM_BEAUTIFY_FLAG" val="#wm#"/>
  <p:tag name="KSO_WM_SLIDE_ID" val="custom20230314_8"/>
  <p:tag name="KSO_WM_TEMPLATE_SUBCATEGORY" val="29"/>
  <p:tag name="KSO_WM_TEMPLATE_MASTER_TYPE" val="0"/>
  <p:tag name="KSO_WM_TEMPLATE_COLOR_TYPE" val="0"/>
  <p:tag name="KSO_WM_SLIDE_ITEM_CNT" val="0"/>
  <p:tag name="KSO_WM_SLIDE_INDEX" val="8"/>
  <p:tag name="KSO_WM_TAG_VERSION" val="3.0"/>
  <p:tag name="KSO_WM_TEMPLATE_CATEGORY" val="custom"/>
  <p:tag name="KSO_WM_TEMPLATE_INDEX" val="20230314"/>
  <p:tag name="KSO_WM_SLIDE_SUBTYPE" val="pureTxt"/>
  <p:tag name="KSO_WM_SLIDE_SIZE" val="850*458"/>
  <p:tag name="KSO_WM_SLIDE_POSITION" val="54*28"/>
  <p:tag name="KSO_WM_SLIDE_LAYOUT" val="a_f"/>
  <p:tag name="KSO_WM_SLIDE_LAYOUT_CNT" val="1_1"/>
  <p:tag name="KSO_WM_SPECIAL_SOURCE" val="bdnull"/>
  <p:tag name="KSO_WM_SLIDE_LAYOUT_NAME" val="标题和内容"/>
</p:tagLst>
</file>

<file path=ppt/tags/tag160.xml><?xml version="1.0" encoding="utf-8"?>
<p:tagLst xmlns:p="http://schemas.openxmlformats.org/presentationml/2006/main">
  <p:tag name="KSO_WM_UNIT_INDEX" val="3"/>
  <p:tag name="KSO_WM_UNIT_TYPE" val="f"/>
  <p:tag name="KSO_WM_UNIT_SUBTYPE" val="a"/>
  <p:tag name="KSO_WM_BEAUTIFY_FLAG" val="#wm#"/>
</p:tagLst>
</file>

<file path=ppt/tags/tag161.xml><?xml version="1.0" encoding="utf-8"?>
<p:tagLst xmlns:p="http://schemas.openxmlformats.org/presentationml/2006/main">
  <p:tag name="KSO_WM_UNIT_INDEX" val="2"/>
  <p:tag name="KSO_WM_UNIT_TYPE" val="f"/>
  <p:tag name="KSO_WM_UNIT_SUBTYPE" val="a"/>
  <p:tag name="KSO_WM_BEAUTIFY_FLAG" val="#wm#"/>
</p:tagLst>
</file>

<file path=ppt/tags/tag162.xml><?xml version="1.0" encoding="utf-8"?>
<p:tagLst xmlns:p="http://schemas.openxmlformats.org/presentationml/2006/main">
  <p:tag name="KSO_WM_UNIT_INDEX" val="4"/>
  <p:tag name="KSO_WM_UNIT_TYPE" val="f"/>
  <p:tag name="KSO_WM_UNIT_SUBTYPE" val="a"/>
  <p:tag name="KSO_WM_BEAUTIFY_FLAG" val="#wm#"/>
</p:tagLst>
</file>

<file path=ppt/tags/tag163.xml><?xml version="1.0" encoding="utf-8"?>
<p:tagLst xmlns:p="http://schemas.openxmlformats.org/presentationml/2006/main">
  <p:tag name="KSO_WM_UNIT_INDEX" val="5"/>
  <p:tag name="KSO_WM_UNIT_TYPE" val="f"/>
  <p:tag name="KSO_WM_UNIT_SUBTYPE" val="a"/>
  <p:tag name="KSO_WM_BEAUTIFY_FLAG" val="#wm#"/>
</p:tagLst>
</file>

<file path=ppt/tags/tag164.xml><?xml version="1.0" encoding="utf-8"?>
<p:tagLst xmlns:p="http://schemas.openxmlformats.org/presentationml/2006/main">
  <p:tag name="KSO_WM_UNIT_INDEX" val="1"/>
  <p:tag name="KSO_WM_UNIT_TYPE" val="a"/>
  <p:tag name="KSO_WM_BEAUTIFY_FLAG" val="#wm#"/>
  <p:tag name="KSO_WM_UNIT_ISCONTENTSTITLE" val="0"/>
  <p:tag name="KSO_WM_UNIT_ISNUMDGMTITLE" val="0"/>
  <p:tag name="KSO_WM_UNIT_PRESET_TEXT" val="单击此处添加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ID" val="_2*a*1"/>
  <p:tag name="KSO_WM_UNIT_LAYERLEVEL" val="1"/>
  <p:tag name="KSO_WM_TAG_VERSION" val="3.0"/>
  <p:tag name="KSO_WM_UNIT_CONTENT_GROUP_TYPE" val="titlestyle"/>
</p:tagLst>
</file>

<file path=ppt/tags/tag165.xml><?xml version="1.0" encoding="utf-8"?>
<p:tagLst xmlns:p="http://schemas.openxmlformats.org/presentationml/2006/main">
  <p:tag name="KSO_WM_SLIDE_TYPE" val="text"/>
  <p:tag name="KSO_WM_BEAUTIFY_FLAG" val="#wm#"/>
  <p:tag name="KSO_WM_SLIDE_ID" val="custom20230314_8"/>
  <p:tag name="KSO_WM_TEMPLATE_SUBCATEGORY" val="29"/>
  <p:tag name="KSO_WM_TEMPLATE_MASTER_TYPE" val="0"/>
  <p:tag name="KSO_WM_TEMPLATE_COLOR_TYPE" val="0"/>
  <p:tag name="KSO_WM_SLIDE_ITEM_CNT" val="0"/>
  <p:tag name="KSO_WM_SLIDE_INDEX" val="8"/>
  <p:tag name="KSO_WM_TAG_VERSION" val="3.0"/>
  <p:tag name="KSO_WM_TEMPLATE_CATEGORY" val="custom"/>
  <p:tag name="KSO_WM_TEMPLATE_INDEX" val="20230314"/>
  <p:tag name="KSO_WM_SLIDE_SUBTYPE" val="pureTxt"/>
  <p:tag name="KSO_WM_SLIDE_SIZE" val="850*458"/>
  <p:tag name="KSO_WM_SLIDE_POSITION" val="54*28"/>
  <p:tag name="KSO_WM_SLIDE_LAYOUT" val="a_f"/>
  <p:tag name="KSO_WM_SLIDE_LAYOUT_CNT" val="1_1"/>
  <p:tag name="KSO_WM_SPECIAL_SOURCE" val="bdnull"/>
  <p:tag name="KSO_WM_SLIDE_LAYOUT_NAME" val="标题和内容"/>
</p:tagLst>
</file>

<file path=ppt/tags/tag166.xml><?xml version="1.0" encoding="utf-8"?>
<p:tagLst xmlns:p="http://schemas.openxmlformats.org/presentationml/2006/main">
  <p:tag name="KSO_WM_UNIT_INDEX" val="2"/>
  <p:tag name="KSO_WM_UNIT_TYPE" val="f"/>
  <p:tag name="KSO_WM_UNIT_SUBTYPE" val="a"/>
  <p:tag name="KSO_WM_BEAUTIFY_FLAG" val="#wm#"/>
</p:tagLst>
</file>

<file path=ppt/tags/tag167.xml><?xml version="1.0" encoding="utf-8"?>
<p:tagLst xmlns:p="http://schemas.openxmlformats.org/presentationml/2006/main">
  <p:tag name="KSO_WM_UNIT_INDEX" val="1"/>
  <p:tag name="KSO_WM_UNIT_TYPE" val="a"/>
  <p:tag name="KSO_WM_BEAUTIFY_FLAG" val="#wm#"/>
  <p:tag name="KSO_WM_UNIT_ISCONTENTSTITLE" val="0"/>
  <p:tag name="KSO_WM_UNIT_ISNUMDGMTITLE" val="0"/>
  <p:tag name="KSO_WM_UNIT_PRESET_TEXT" val="单击此处添加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ID" val="_2*a*1"/>
  <p:tag name="KSO_WM_UNIT_LAYERLEVEL" val="1"/>
  <p:tag name="KSO_WM_TAG_VERSION" val="3.0"/>
  <p:tag name="KSO_WM_UNIT_CONTENT_GROUP_TYPE" val="titlestyle"/>
</p:tagLst>
</file>

<file path=ppt/tags/tag168.xml><?xml version="1.0" encoding="utf-8"?>
<p:tagLst xmlns:p="http://schemas.openxmlformats.org/presentationml/2006/main">
  <p:tag name="KSO_WM_UNIT_INDEX" val="4"/>
  <p:tag name="KSO_WM_UNIT_TYPE" val="f"/>
  <p:tag name="KSO_WM_UNIT_SUBTYPE" val="a"/>
  <p:tag name="KSO_WM_BEAUTIFY_FLAG" val="#wm#"/>
</p:tagLst>
</file>

<file path=ppt/tags/tag169.xml><?xml version="1.0" encoding="utf-8"?>
<p:tagLst xmlns:p="http://schemas.openxmlformats.org/presentationml/2006/main">
  <p:tag name="KSO_WM_UNIT_INDEX" val="5"/>
  <p:tag name="KSO_WM_UNIT_TYPE" val="f"/>
  <p:tag name="KSO_WM_UNIT_SUBTYPE" val="a"/>
  <p:tag name="KSO_WM_BEAUTIFY_FLAG" val="#wm#"/>
</p:tagLst>
</file>

<file path=ppt/tags/tag170.xml><?xml version="1.0" encoding="utf-8"?>
<p:tagLst xmlns:p="http://schemas.openxmlformats.org/presentationml/2006/main">
  <p:tag name="KSO_WM_UNIT_INDEX" val="6"/>
  <p:tag name="KSO_WM_UNIT_TYPE" val="f"/>
  <p:tag name="KSO_WM_UNIT_SUBTYPE" val="a"/>
  <p:tag name="KSO_WM_BEAUTIFY_FLAG" val="#wm#"/>
</p:tagLst>
</file>

<file path=ppt/tags/tag171.xml><?xml version="1.0" encoding="utf-8"?>
<p:tagLst xmlns:p="http://schemas.openxmlformats.org/presentationml/2006/main">
  <p:tag name="KSO_WM_SLIDE_TYPE" val="text"/>
  <p:tag name="KSO_WM_BEAUTIFY_FLAG" val="#wm#"/>
  <p:tag name="KSO_WM_SLIDE_ID" val="custom20230314_8"/>
  <p:tag name="KSO_WM_TEMPLATE_SUBCATEGORY" val="29"/>
  <p:tag name="KSO_WM_TEMPLATE_MASTER_TYPE" val="0"/>
  <p:tag name="KSO_WM_TEMPLATE_COLOR_TYPE" val="0"/>
  <p:tag name="KSO_WM_SLIDE_ITEM_CNT" val="0"/>
  <p:tag name="KSO_WM_SLIDE_INDEX" val="8"/>
  <p:tag name="KSO_WM_TAG_VERSION" val="3.0"/>
  <p:tag name="KSO_WM_TEMPLATE_CATEGORY" val="custom"/>
  <p:tag name="KSO_WM_TEMPLATE_INDEX" val="20230314"/>
  <p:tag name="KSO_WM_SLIDE_SUBTYPE" val="pureTxt"/>
  <p:tag name="KSO_WM_SLIDE_SIZE" val="850*458"/>
  <p:tag name="KSO_WM_SLIDE_POSITION" val="54*28"/>
  <p:tag name="KSO_WM_SLIDE_LAYOUT" val="a_f"/>
  <p:tag name="KSO_WM_SLIDE_LAYOUT_CNT" val="1_1"/>
  <p:tag name="KSO_WM_SPECIAL_SOURCE" val="bdnull"/>
  <p:tag name="KSO_WM_SLIDE_LAYOUT_NAME" val="标题和内容"/>
</p:tagLst>
</file>

<file path=ppt/tags/tag172.xml><?xml version="1.0" encoding="utf-8"?>
<p:tagLst xmlns:p="http://schemas.openxmlformats.org/presentationml/2006/main">
  <p:tag name="KSO_WM_UNIT_INDEX" val="5"/>
  <p:tag name="KSO_WM_UNIT_TYPE" val="f"/>
  <p:tag name="KSO_WM_UNIT_SUBTYPE" val="a"/>
  <p:tag name="KSO_WM_BEAUTIFY_FLAG" val="#wm#"/>
</p:tagLst>
</file>

<file path=ppt/tags/tag173.xml><?xml version="1.0" encoding="utf-8"?>
<p:tagLst xmlns:p="http://schemas.openxmlformats.org/presentationml/2006/main">
  <p:tag name="KSO_WM_UNIT_INDEX" val="2"/>
  <p:tag name="KSO_WM_UNIT_TYPE" val="f"/>
  <p:tag name="KSO_WM_UNIT_SUBTYPE" val="a"/>
  <p:tag name="KSO_WM_BEAUTIFY_FLAG" val="#wm#"/>
</p:tagLst>
</file>

<file path=ppt/tags/tag174.xml><?xml version="1.0" encoding="utf-8"?>
<p:tagLst xmlns:p="http://schemas.openxmlformats.org/presentationml/2006/main">
  <p:tag name="KSO_WM_UNIT_INDEX" val="1"/>
  <p:tag name="KSO_WM_UNIT_TYPE" val="a"/>
  <p:tag name="KSO_WM_BEAUTIFY_FLAG" val="#wm#"/>
  <p:tag name="KSO_WM_UNIT_ISCONTENTSTITLE" val="0"/>
  <p:tag name="KSO_WM_UNIT_ISNUMDGMTITLE" val="0"/>
  <p:tag name="KSO_WM_UNIT_PRESET_TEXT" val="单击此处添加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ID" val="_2*a*1"/>
  <p:tag name="KSO_WM_UNIT_LAYERLEVEL" val="1"/>
  <p:tag name="KSO_WM_TAG_VERSION" val="3.0"/>
  <p:tag name="KSO_WM_UNIT_CONTENT_GROUP_TYPE" val="titlestyle"/>
</p:tagLst>
</file>

<file path=ppt/tags/tag175.xml><?xml version="1.0" encoding="utf-8"?>
<p:tagLst xmlns:p="http://schemas.openxmlformats.org/presentationml/2006/main">
  <p:tag name="KSO_WM_UNIT_INDEX" val="13"/>
  <p:tag name="KSO_WM_UNIT_TYPE" val="f"/>
  <p:tag name="KSO_WM_UNIT_SUBTYPE" val="a"/>
  <p:tag name="KSO_WM_BEAUTIFY_FLAG" val="#wm#"/>
</p:tagLst>
</file>

<file path=ppt/tags/tag176.xml><?xml version="1.0" encoding="utf-8"?>
<p:tagLst xmlns:p="http://schemas.openxmlformats.org/presentationml/2006/main">
  <p:tag name="KSO_WM_UNIT_INDEX" val="9"/>
  <p:tag name="KSO_WM_UNIT_TYPE" val="i"/>
  <p:tag name="KSO_WM_BEAUTIFY_FLAG" val="#wm#"/>
</p:tagLst>
</file>

<file path=ppt/tags/tag177.xml><?xml version="1.0" encoding="utf-8"?>
<p:tagLst xmlns:p="http://schemas.openxmlformats.org/presentationml/2006/main">
  <p:tag name="KSO_WM_UNIT_INDEX" val="14"/>
  <p:tag name="KSO_WM_UNIT_TYPE" val="f"/>
  <p:tag name="KSO_WM_UNIT_SUBTYPE" val="a"/>
  <p:tag name="KSO_WM_BEAUTIFY_FLAG" val="#wm#"/>
</p:tagLst>
</file>

<file path=ppt/tags/tag178.xml><?xml version="1.0" encoding="utf-8"?>
<p:tagLst xmlns:p="http://schemas.openxmlformats.org/presentationml/2006/main">
  <p:tag name="KSO_WM_UNIT_INDEX" val="10"/>
  <p:tag name="KSO_WM_UNIT_TYPE" val="i"/>
  <p:tag name="KSO_WM_BEAUTIFY_FLAG" val="#wm#"/>
</p:tagLst>
</file>

<file path=ppt/tags/tag179.xml><?xml version="1.0" encoding="utf-8"?>
<p:tagLst xmlns:p="http://schemas.openxmlformats.org/presentationml/2006/main">
  <p:tag name="KSO_WM_UNIT_INDEX" val="15"/>
  <p:tag name="KSO_WM_UNIT_TYPE" val="f"/>
  <p:tag name="KSO_WM_UNIT_SUBTYPE" val="a"/>
  <p:tag name="KSO_WM_BEAUTIFY_FLAG" val="#wm#"/>
</p:tagLst>
</file>

<file path=ppt/tags/tag180.xml><?xml version="1.0" encoding="utf-8"?>
<p:tagLst xmlns:p="http://schemas.openxmlformats.org/presentationml/2006/main">
  <p:tag name="KSO_WM_UNIT_INDEX" val="11"/>
  <p:tag name="KSO_WM_UNIT_TYPE" val="i"/>
  <p:tag name="KSO_WM_BEAUTIFY_FLAG" val="#wm#"/>
</p:tagLst>
</file>

<file path=ppt/tags/tag181.xml><?xml version="1.0" encoding="utf-8"?>
<p:tagLst xmlns:p="http://schemas.openxmlformats.org/presentationml/2006/main">
  <p:tag name="KSO_WM_UNIT_INDEX" val="16"/>
  <p:tag name="KSO_WM_UNIT_TYPE" val="f"/>
  <p:tag name="KSO_WM_UNIT_SUBTYPE" val="a"/>
  <p:tag name="KSO_WM_BEAUTIFY_FLAG" val="#wm#"/>
</p:tagLst>
</file>

<file path=ppt/tags/tag182.xml><?xml version="1.0" encoding="utf-8"?>
<p:tagLst xmlns:p="http://schemas.openxmlformats.org/presentationml/2006/main">
  <p:tag name="KSO_WM_UNIT_INDEX" val="12"/>
  <p:tag name="KSO_WM_UNIT_TYPE" val="i"/>
  <p:tag name="KSO_WM_BEAUTIFY_FLAG" val="#wm#"/>
</p:tagLst>
</file>

<file path=ppt/tags/tag183.xml><?xml version="1.0" encoding="utf-8"?>
<p:tagLst xmlns:p="http://schemas.openxmlformats.org/presentationml/2006/main">
  <p:tag name="KSO_WM_UNIT_INDEX" val="23"/>
  <p:tag name="KSO_WM_UNIT_TYPE" val="i"/>
  <p:tag name="KSO_WM_BEAUTIFY_FLAG" val="#wm#"/>
</p:tagLst>
</file>

<file path=ppt/tags/tag184.xml><?xml version="1.0" encoding="utf-8"?>
<p:tagLst xmlns:p="http://schemas.openxmlformats.org/presentationml/2006/main">
  <p:tag name="KSO_WM_UNIT_INDEX" val="4"/>
  <p:tag name="KSO_WM_UNIT_TYPE" val="i"/>
  <p:tag name="KSO_WM_BEAUTIFY_FLAG" val="#wm#"/>
</p:tagLst>
</file>

<file path=ppt/tags/tag185.xml><?xml version="1.0" encoding="utf-8"?>
<p:tagLst xmlns:p="http://schemas.openxmlformats.org/presentationml/2006/main">
  <p:tag name="KSO_WM_UNIT_INDEX" val="17"/>
  <p:tag name="KSO_WM_UNIT_TYPE" val="i"/>
  <p:tag name="KSO_WM_BEAUTIFY_FLAG" val="#wm#"/>
</p:tagLst>
</file>

<file path=ppt/tags/tag186.xml><?xml version="1.0" encoding="utf-8"?>
<p:tagLst xmlns:p="http://schemas.openxmlformats.org/presentationml/2006/main">
  <p:tag name="KSO_WM_UNIT_INDEX" val="18"/>
  <p:tag name="KSO_WM_UNIT_TYPE" val="i"/>
  <p:tag name="KSO_WM_BEAUTIFY_FLAG" val="#wm#"/>
</p:tagLst>
</file>

<file path=ppt/tags/tag187.xml><?xml version="1.0" encoding="utf-8"?>
<p:tagLst xmlns:p="http://schemas.openxmlformats.org/presentationml/2006/main">
  <p:tag name="KSO_WM_UNIT_INDEX" val="19"/>
  <p:tag name="KSO_WM_UNIT_TYPE" val="i"/>
  <p:tag name="KSO_WM_BEAUTIFY_FLAG" val="#wm#"/>
</p:tagLst>
</file>

<file path=ppt/tags/tag188.xml><?xml version="1.0" encoding="utf-8"?>
<p:tagLst xmlns:p="http://schemas.openxmlformats.org/presentationml/2006/main">
  <p:tag name="KSO_WM_UNIT_INDEX" val="20"/>
  <p:tag name="KSO_WM_UNIT_TYPE" val="i"/>
  <p:tag name="KSO_WM_BEAUTIFY_FLAG" val="#wm#"/>
</p:tagLst>
</file>

<file path=ppt/tags/tag189.xml><?xml version="1.0" encoding="utf-8"?>
<p:tagLst xmlns:p="http://schemas.openxmlformats.org/presentationml/2006/main">
  <p:tag name="KSO_WM_UNIT_INDEX" val="21"/>
  <p:tag name="KSO_WM_UNIT_TYPE" val="i"/>
  <p:tag name="KSO_WM_BEAUTIFY_FLAG" val="#wm#"/>
</p:tagLst>
</file>

<file path=ppt/tags/tag190.xml><?xml version="1.0" encoding="utf-8"?>
<p:tagLst xmlns:p="http://schemas.openxmlformats.org/presentationml/2006/main">
  <p:tag name="KSO_WM_UNIT_INDEX" val="22"/>
  <p:tag name="KSO_WM_UNIT_TYPE" val="i"/>
  <p:tag name="KSO_WM_BEAUTIFY_FLAG" val="#wm#"/>
</p:tagLst>
</file>

<file path=ppt/tags/tag191.xml><?xml version="1.0" encoding="utf-8"?>
<p:tagLst xmlns:p="http://schemas.openxmlformats.org/presentationml/2006/main">
  <p:tag name="KSO_WM_UNIT_INDEX" val="5"/>
  <p:tag name="KSO_WM_UNIT_TYPE" val="f"/>
  <p:tag name="KSO_WM_UNIT_SUBTYPE" val="a"/>
  <p:tag name="KSO_WM_BEAUTIFY_FLAG" val="#wm#"/>
</p:tagLst>
</file>

<file path=ppt/tags/tag192.xml><?xml version="1.0" encoding="utf-8"?>
<p:tagLst xmlns:p="http://schemas.openxmlformats.org/presentationml/2006/main">
  <p:tag name="KSO_WM_UNIT_INDEX" val="6"/>
  <p:tag name="KSO_WM_UNIT_TYPE" val="f"/>
  <p:tag name="KSO_WM_UNIT_SUBTYPE" val="a"/>
  <p:tag name="KSO_WM_BEAUTIFY_FLAG" val="#wm#"/>
</p:tagLst>
</file>

<file path=ppt/tags/tag193.xml><?xml version="1.0" encoding="utf-8"?>
<p:tagLst xmlns:p="http://schemas.openxmlformats.org/presentationml/2006/main">
  <p:tag name="KSO_WM_UNIT_INDEX" val="7"/>
  <p:tag name="KSO_WM_UNIT_TYPE" val="f"/>
  <p:tag name="KSO_WM_UNIT_SUBTYPE" val="a"/>
  <p:tag name="KSO_WM_BEAUTIFY_FLAG" val="#wm#"/>
</p:tagLst>
</file>

<file path=ppt/tags/tag194.xml><?xml version="1.0" encoding="utf-8"?>
<p:tagLst xmlns:p="http://schemas.openxmlformats.org/presentationml/2006/main">
  <p:tag name="KSO_WM_UNIT_INDEX" val="8"/>
  <p:tag name="KSO_WM_UNIT_TYPE" val="f"/>
  <p:tag name="KSO_WM_UNIT_SUBTYPE" val="a"/>
  <p:tag name="KSO_WM_BEAUTIFY_FLAG" val="#wm#"/>
</p:tagLst>
</file>

<file path=ppt/tags/tag195.xml><?xml version="1.0" encoding="utf-8"?>
<p:tagLst xmlns:p="http://schemas.openxmlformats.org/presentationml/2006/main">
  <p:tag name="KSO_WM_UNIT_INDEX" val="26"/>
  <p:tag name="KSO_WM_UNIT_TYPE" val="f"/>
  <p:tag name="KSO_WM_UNIT_SUBTYPE" val="a"/>
  <p:tag name="KSO_WM_BEAUTIFY_FLAG" val="#wm#"/>
</p:tagLst>
</file>

<file path=ppt/tags/tag196.xml><?xml version="1.0" encoding="utf-8"?>
<p:tagLst xmlns:p="http://schemas.openxmlformats.org/presentationml/2006/main">
  <p:tag name="KSO_WM_UNIT_INDEX" val="27"/>
  <p:tag name="KSO_WM_UNIT_TYPE" val="f"/>
  <p:tag name="KSO_WM_UNIT_SUBTYPE" val="a"/>
  <p:tag name="KSO_WM_BEAUTIFY_FLAG" val="#wm#"/>
</p:tagLst>
</file>

<file path=ppt/tags/tag197.xml><?xml version="1.0" encoding="utf-8"?>
<p:tagLst xmlns:p="http://schemas.openxmlformats.org/presentationml/2006/main">
  <p:tag name="KSO_WM_UNIT_INDEX" val="30"/>
  <p:tag name="KSO_WM_UNIT_TYPE" val="i"/>
  <p:tag name="KSO_WM_BEAUTIFY_FLAG" val="#wm#"/>
</p:tagLst>
</file>

<file path=ppt/tags/tag198.xml><?xml version="1.0" encoding="utf-8"?>
<p:tagLst xmlns:p="http://schemas.openxmlformats.org/presentationml/2006/main">
  <p:tag name="KSO_WM_UNIT_INDEX" val="28"/>
  <p:tag name="KSO_WM_UNIT_TYPE" val="f"/>
  <p:tag name="KSO_WM_UNIT_SUBTYPE" val="a"/>
  <p:tag name="KSO_WM_BEAUTIFY_FLAG" val="#wm#"/>
</p:tagLst>
</file>

<file path=ppt/tags/tag199.xml><?xml version="1.0" encoding="utf-8"?>
<p:tagLst xmlns:p="http://schemas.openxmlformats.org/presentationml/2006/main">
  <p:tag name="KSO_WM_UNIT_INDEX" val="29"/>
  <p:tag name="KSO_WM_UNIT_TYPE" val="f"/>
  <p:tag name="KSO_WM_UNIT_SUBTYPE" val="a"/>
  <p:tag name="KSO_WM_BEAUTIFY_FLAG" val="#wm#"/>
</p:tagLst>
</file>

<file path=ppt/tags/tag200.xml><?xml version="1.0" encoding="utf-8"?>
<p:tagLst xmlns:p="http://schemas.openxmlformats.org/presentationml/2006/main">
  <p:tag name="KSO_WM_UNIT_INDEX" val="31"/>
  <p:tag name="KSO_WM_UNIT_TYPE" val="i"/>
  <p:tag name="KSO_WM_BEAUTIFY_FLAG" val="#wm#"/>
</p:tagLst>
</file>

<file path=ppt/tags/tag201.xml><?xml version="1.0" encoding="utf-8"?>
<p:tagLst xmlns:p="http://schemas.openxmlformats.org/presentationml/2006/main">
  <p:tag name="KSO_WM_UNIT_INDEX" val="24"/>
  <p:tag name="KSO_WM_UNIT_TYPE" val="f"/>
  <p:tag name="KSO_WM_UNIT_SUBTYPE" val="a"/>
  <p:tag name="KSO_WM_BEAUTIFY_FLAG" val="#wm#"/>
</p:tagLst>
</file>

<file path=ppt/tags/tag202.xml><?xml version="1.0" encoding="utf-8"?>
<p:tagLst xmlns:p="http://schemas.openxmlformats.org/presentationml/2006/main">
  <p:tag name="KSO_WM_UNIT_INDEX" val="25"/>
  <p:tag name="KSO_WM_UNIT_TYPE" val="f"/>
  <p:tag name="KSO_WM_UNIT_SUBTYPE" val="a"/>
  <p:tag name="KSO_WM_BEAUTIFY_FLAG" val="#wm#"/>
</p:tagLst>
</file>

<file path=ppt/tags/tag203.xml><?xml version="1.0" encoding="utf-8"?>
<p:tagLst xmlns:p="http://schemas.openxmlformats.org/presentationml/2006/main">
  <p:tag name="KSO_WM_SLIDE_TYPE" val="text"/>
  <p:tag name="KSO_WM_BEAUTIFY_FLAG" val="#wm#"/>
  <p:tag name="KSO_WM_SLIDE_ID" val="custom20230314_8"/>
  <p:tag name="KSO_WM_TEMPLATE_SUBCATEGORY" val="29"/>
  <p:tag name="KSO_WM_TEMPLATE_MASTER_TYPE" val="0"/>
  <p:tag name="KSO_WM_TEMPLATE_COLOR_TYPE" val="0"/>
  <p:tag name="KSO_WM_SLIDE_ITEM_CNT" val="0"/>
  <p:tag name="KSO_WM_SLIDE_INDEX" val="8"/>
  <p:tag name="KSO_WM_TAG_VERSION" val="3.0"/>
  <p:tag name="KSO_WM_TEMPLATE_CATEGORY" val="custom"/>
  <p:tag name="KSO_WM_TEMPLATE_INDEX" val="20230314"/>
  <p:tag name="KSO_WM_SLIDE_SUBTYPE" val="pureTxt"/>
  <p:tag name="KSO_WM_SLIDE_SIZE" val="850*458"/>
  <p:tag name="KSO_WM_SLIDE_POSITION" val="54*28"/>
  <p:tag name="KSO_WM_SLIDE_LAYOUT" val="a_f"/>
  <p:tag name="KSO_WM_SLIDE_LAYOUT_CNT" val="1_1"/>
  <p:tag name="KSO_WM_SPECIAL_SOURCE" val="bdnull"/>
  <p:tag name="KSO_WM_SLIDE_LAYOUT_NAME" val="标题和内容"/>
</p:tagLst>
</file>

<file path=ppt/tags/tag204.xml><?xml version="1.0" encoding="utf-8"?>
<p:tagLst xmlns:p="http://schemas.openxmlformats.org/presentationml/2006/main">
  <p:tag name="KSO_WM_UNIT_INDEX" val="4"/>
  <p:tag name="KSO_WM_UNIT_TYPE" val="f"/>
  <p:tag name="KSO_WM_UNIT_SUBTYPE" val="a"/>
  <p:tag name="KSO_WM_BEAUTIFY_FLAG" val="#wm#"/>
</p:tagLst>
</file>

<file path=ppt/tags/tag205.xml><?xml version="1.0" encoding="utf-8"?>
<p:tagLst xmlns:p="http://schemas.openxmlformats.org/presentationml/2006/main">
  <p:tag name="KSO_WM_UNIT_INDEX" val="2"/>
  <p:tag name="KSO_WM_UNIT_TYPE" val="f"/>
  <p:tag name="KSO_WM_UNIT_SUBTYPE" val="a"/>
  <p:tag name="KSO_WM_BEAUTIFY_FLAG" val="#wm#"/>
</p:tagLst>
</file>

<file path=ppt/tags/tag206.xml><?xml version="1.0" encoding="utf-8"?>
<p:tagLst xmlns:p="http://schemas.openxmlformats.org/presentationml/2006/main">
  <p:tag name="KSO_WM_UNIT_INDEX" val="5"/>
  <p:tag name="KSO_WM_UNIT_TYPE" val="f"/>
  <p:tag name="KSO_WM_UNIT_SUBTYPE" val="a"/>
  <p:tag name="KSO_WM_BEAUTIFY_FLAG" val="#wm#"/>
</p:tagLst>
</file>

<file path=ppt/tags/tag207.xml><?xml version="1.0" encoding="utf-8"?>
<p:tagLst xmlns:p="http://schemas.openxmlformats.org/presentationml/2006/main">
  <p:tag name="KSO_WM_UNIT_INDEX" val="1"/>
  <p:tag name="KSO_WM_UNIT_TYPE" val="a"/>
  <p:tag name="KSO_WM_BEAUTIFY_FLAG" val="#wm#"/>
  <p:tag name="KSO_WM_UNIT_ISCONTENTSTITLE" val="0"/>
  <p:tag name="KSO_WM_UNIT_ISNUMDGMTITLE" val="0"/>
  <p:tag name="KSO_WM_UNIT_PRESET_TEXT" val="单击此处添加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ID" val="_2*a*1"/>
  <p:tag name="KSO_WM_UNIT_LAYERLEVEL" val="1"/>
  <p:tag name="KSO_WM_TAG_VERSION" val="3.0"/>
  <p:tag name="KSO_WM_UNIT_CONTENT_GROUP_TYPE" val="titlestyle"/>
</p:tagLst>
</file>

<file path=ppt/tags/tag208.xml><?xml version="1.0" encoding="utf-8"?>
<p:tagLst xmlns:p="http://schemas.openxmlformats.org/presentationml/2006/main">
  <p:tag name="KSO_WM_SLIDE_TYPE" val="text"/>
  <p:tag name="KSO_WM_BEAUTIFY_FLAG" val="#wm#"/>
  <p:tag name="KSO_WM_SLIDE_ID" val="custom20230314_8"/>
  <p:tag name="KSO_WM_TEMPLATE_SUBCATEGORY" val="29"/>
  <p:tag name="KSO_WM_TEMPLATE_MASTER_TYPE" val="0"/>
  <p:tag name="KSO_WM_TEMPLATE_COLOR_TYPE" val="0"/>
  <p:tag name="KSO_WM_SLIDE_ITEM_CNT" val="0"/>
  <p:tag name="KSO_WM_SLIDE_INDEX" val="8"/>
  <p:tag name="KSO_WM_TAG_VERSION" val="3.0"/>
  <p:tag name="KSO_WM_TEMPLATE_CATEGORY" val="custom"/>
  <p:tag name="KSO_WM_TEMPLATE_INDEX" val="20230314"/>
  <p:tag name="KSO_WM_SLIDE_SUBTYPE" val="pureTxt"/>
  <p:tag name="KSO_WM_SLIDE_SIZE" val="850*458"/>
  <p:tag name="KSO_WM_SLIDE_POSITION" val="54*28"/>
  <p:tag name="KSO_WM_SLIDE_LAYOUT" val="a_f"/>
  <p:tag name="KSO_WM_SLIDE_LAYOUT_CNT" val="1_1"/>
  <p:tag name="KSO_WM_SPECIAL_SOURCE" val="bdnull"/>
  <p:tag name="KSO_WM_SLIDE_LAYOUT_NAME" val="标题和内容"/>
</p:tagLst>
</file>

<file path=ppt/tags/tag209.xml><?xml version="1.0" encoding="utf-8"?>
<p:tagLst xmlns:p="http://schemas.openxmlformats.org/presentationml/2006/main">
  <p:tag name="KSO_WM_UNIT_INDEX" val="2"/>
  <p:tag name="KSO_WM_UNIT_TYPE" val="f"/>
  <p:tag name="KSO_WM_UNIT_SUBTYPE" val="a"/>
  <p:tag name="KSO_WM_BEAUTIFY_FLAG" val="#wm#"/>
</p:tagLst>
</file>

<file path=ppt/tags/tag210.xml><?xml version="1.0" encoding="utf-8"?>
<p:tagLst xmlns:p="http://schemas.openxmlformats.org/presentationml/2006/main">
  <p:tag name="KSO_WM_UNIT_INDEX" val="3"/>
  <p:tag name="KSO_WM_UNIT_TYPE" val="f"/>
  <p:tag name="KSO_WM_UNIT_SUBTYPE" val="a"/>
  <p:tag name="KSO_WM_BEAUTIFY_FLAG" val="#wm#"/>
</p:tagLst>
</file>

<file path=ppt/tags/tag211.xml><?xml version="1.0" encoding="utf-8"?>
<p:tagLst xmlns:p="http://schemas.openxmlformats.org/presentationml/2006/main">
  <p:tag name="KSO_WM_UNIT_INDEX" val="1"/>
  <p:tag name="KSO_WM_UNIT_TYPE" val="a"/>
  <p:tag name="KSO_WM_BEAUTIFY_FLAG" val="#wm#"/>
  <p:tag name="KSO_WM_UNIT_ISCONTENTSTITLE" val="0"/>
  <p:tag name="KSO_WM_UNIT_ISNUMDGMTITLE" val="0"/>
  <p:tag name="KSO_WM_UNIT_PRESET_TEXT" val="单击此处添加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ID" val="_2*a*1"/>
  <p:tag name="KSO_WM_UNIT_LAYERLEVEL" val="1"/>
  <p:tag name="KSO_WM_TAG_VERSION" val="3.0"/>
  <p:tag name="KSO_WM_UNIT_CONTENT_GROUP_TYPE" val="titlestyle"/>
</p:tagLst>
</file>

<file path=ppt/tags/tag212.xml><?xml version="1.0" encoding="utf-8"?>
<p:tagLst xmlns:p="http://schemas.openxmlformats.org/presentationml/2006/main">
  <p:tag name="KSO_WM_SLIDE_TYPE" val="text"/>
  <p:tag name="KSO_WM_BEAUTIFY_FLAG" val="#wm#"/>
  <p:tag name="KSO_WM_SLIDE_ID" val="custom20230314_8"/>
  <p:tag name="KSO_WM_TEMPLATE_SUBCATEGORY" val="29"/>
  <p:tag name="KSO_WM_TEMPLATE_MASTER_TYPE" val="0"/>
  <p:tag name="KSO_WM_TEMPLATE_COLOR_TYPE" val="0"/>
  <p:tag name="KSO_WM_SLIDE_ITEM_CNT" val="0"/>
  <p:tag name="KSO_WM_SLIDE_INDEX" val="8"/>
  <p:tag name="KSO_WM_TAG_VERSION" val="3.0"/>
  <p:tag name="KSO_WM_TEMPLATE_CATEGORY" val="custom"/>
  <p:tag name="KSO_WM_TEMPLATE_INDEX" val="20230314"/>
  <p:tag name="KSO_WM_SLIDE_SUBTYPE" val="pureTxt"/>
  <p:tag name="KSO_WM_SLIDE_SIZE" val="850*458"/>
  <p:tag name="KSO_WM_SLIDE_POSITION" val="54*28"/>
  <p:tag name="KSO_WM_SLIDE_LAYOUT" val="a_f"/>
  <p:tag name="KSO_WM_SLIDE_LAYOUT_CNT" val="1_1"/>
  <p:tag name="KSO_WM_SPECIAL_SOURCE" val="bdnull"/>
  <p:tag name="KSO_WM_SLIDE_LAYOUT_NAME" val="标题和内容"/>
</p:tagLst>
</file>

<file path=ppt/tags/tag213.xml><?xml version="1.0" encoding="utf-8"?>
<p:tagLst xmlns:p="http://schemas.openxmlformats.org/presentationml/2006/main">
  <p:tag name="KSO_WM_UNIT_INDEX" val="4"/>
  <p:tag name="KSO_WM_UNIT_TYPE" val="f"/>
  <p:tag name="KSO_WM_UNIT_SUBTYPE" val="a"/>
  <p:tag name="KSO_WM_BEAUTIFY_FLAG" val="#wm#"/>
</p:tagLst>
</file>

<file path=ppt/tags/tag214.xml><?xml version="1.0" encoding="utf-8"?>
<p:tagLst xmlns:p="http://schemas.openxmlformats.org/presentationml/2006/main">
  <p:tag name="KSO_WM_UNIT_INDEX" val="2"/>
  <p:tag name="KSO_WM_UNIT_TYPE" val="f"/>
  <p:tag name="KSO_WM_UNIT_SUBTYPE" val="a"/>
  <p:tag name="KSO_WM_BEAUTIFY_FLAG" val="#wm#"/>
</p:tagLst>
</file>

<file path=ppt/tags/tag215.xml><?xml version="1.0" encoding="utf-8"?>
<p:tagLst xmlns:p="http://schemas.openxmlformats.org/presentationml/2006/main">
  <p:tag name="KSO_WM_UNIT_INDEX" val="5"/>
  <p:tag name="KSO_WM_UNIT_TYPE" val="f"/>
  <p:tag name="KSO_WM_UNIT_SUBTYPE" val="a"/>
  <p:tag name="KSO_WM_BEAUTIFY_FLAG" val="#wm#"/>
</p:tagLst>
</file>

<file path=ppt/tags/tag216.xml><?xml version="1.0" encoding="utf-8"?>
<p:tagLst xmlns:p="http://schemas.openxmlformats.org/presentationml/2006/main">
  <p:tag name="KSO_WM_UNIT_INDEX" val="6"/>
  <p:tag name="KSO_WM_UNIT_TYPE" val="f"/>
  <p:tag name="KSO_WM_UNIT_SUBTYPE" val="a"/>
  <p:tag name="KSO_WM_BEAUTIFY_FLAG" val="#wm#"/>
</p:tagLst>
</file>

<file path=ppt/tags/tag217.xml><?xml version="1.0" encoding="utf-8"?>
<p:tagLst xmlns:p="http://schemas.openxmlformats.org/presentationml/2006/main">
  <p:tag name="KSO_WM_UNIT_INDEX" val="1"/>
  <p:tag name="KSO_WM_UNIT_TYPE" val="a"/>
  <p:tag name="KSO_WM_BEAUTIFY_FLAG" val="#wm#"/>
  <p:tag name="KSO_WM_UNIT_ISCONTENTSTITLE" val="0"/>
  <p:tag name="KSO_WM_UNIT_ISNUMDGMTITLE" val="0"/>
  <p:tag name="KSO_WM_UNIT_PRESET_TEXT" val="单击此处添加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ID" val="_2*a*1"/>
  <p:tag name="KSO_WM_UNIT_LAYERLEVEL" val="1"/>
  <p:tag name="KSO_WM_TAG_VERSION" val="3.0"/>
  <p:tag name="KSO_WM_UNIT_CONTENT_GROUP_TYPE" val="titlestyle"/>
</p:tagLst>
</file>

<file path=ppt/tags/tag218.xml><?xml version="1.0" encoding="utf-8"?>
<p:tagLst xmlns:p="http://schemas.openxmlformats.org/presentationml/2006/main">
  <p:tag name="KSO_WM_SLIDE_TYPE" val="text"/>
  <p:tag name="KSO_WM_BEAUTIFY_FLAG" val="#wm#"/>
  <p:tag name="KSO_WM_SLIDE_ID" val="custom20230314_8"/>
  <p:tag name="KSO_WM_TEMPLATE_SUBCATEGORY" val="29"/>
  <p:tag name="KSO_WM_TEMPLATE_MASTER_TYPE" val="0"/>
  <p:tag name="KSO_WM_TEMPLATE_COLOR_TYPE" val="0"/>
  <p:tag name="KSO_WM_SLIDE_ITEM_CNT" val="0"/>
  <p:tag name="KSO_WM_SLIDE_INDEX" val="8"/>
  <p:tag name="KSO_WM_TAG_VERSION" val="3.0"/>
  <p:tag name="KSO_WM_TEMPLATE_CATEGORY" val="custom"/>
  <p:tag name="KSO_WM_TEMPLATE_INDEX" val="20230314"/>
  <p:tag name="KSO_WM_SLIDE_SUBTYPE" val="pureTxt"/>
  <p:tag name="KSO_WM_SLIDE_SIZE" val="850*458"/>
  <p:tag name="KSO_WM_SLIDE_POSITION" val="54*28"/>
  <p:tag name="KSO_WM_SLIDE_LAYOUT" val="a_f"/>
  <p:tag name="KSO_WM_SLIDE_LAYOUT_CNT" val="1_1"/>
  <p:tag name="KSO_WM_SPECIAL_SOURCE" val="bdnull"/>
  <p:tag name="KSO_WM_SLIDE_LAYOUT_NAME" val="标题和内容"/>
</p:tagLst>
</file>

<file path=ppt/tags/tag219.xml><?xml version="1.0" encoding="utf-8"?>
<p:tagLst xmlns:p="http://schemas.openxmlformats.org/presentationml/2006/main">
  <p:tag name="KSO_WM_UNIT_INDEX" val="2"/>
  <p:tag name="KSO_WM_UNIT_TYPE" val="f"/>
  <p:tag name="KSO_WM_UNIT_SUBTYPE" val="a"/>
  <p:tag name="KSO_WM_BEAUTIFY_FLAG" val="#wm#"/>
</p:tagLst>
</file>

<file path=ppt/tags/tag220.xml><?xml version="1.0" encoding="utf-8"?>
<p:tagLst xmlns:p="http://schemas.openxmlformats.org/presentationml/2006/main">
  <p:tag name="KSO_WM_UNIT_INDEX" val="3"/>
  <p:tag name="KSO_WM_UNIT_TYPE" val="f"/>
  <p:tag name="KSO_WM_UNIT_SUBTYPE" val="a"/>
  <p:tag name="KSO_WM_BEAUTIFY_FLAG" val="#wm#"/>
</p:tagLst>
</file>

<file path=ppt/tags/tag221.xml><?xml version="1.0" encoding="utf-8"?>
<p:tagLst xmlns:p="http://schemas.openxmlformats.org/presentationml/2006/main">
  <p:tag name="KSO_WM_UNIT_INDEX" val="4"/>
  <p:tag name="KSO_WM_UNIT_TYPE" val="f"/>
  <p:tag name="KSO_WM_UNIT_SUBTYPE" val="a"/>
  <p:tag name="KSO_WM_BEAUTIFY_FLAG" val="#wm#"/>
</p:tagLst>
</file>

<file path=ppt/tags/tag222.xml><?xml version="1.0" encoding="utf-8"?>
<p:tagLst xmlns:p="http://schemas.openxmlformats.org/presentationml/2006/main">
  <p:tag name="KSO_WM_UNIT_INDEX" val="5"/>
  <p:tag name="KSO_WM_UNIT_TYPE" val="f"/>
  <p:tag name="KSO_WM_UNIT_SUBTYPE" val="a"/>
  <p:tag name="KSO_WM_BEAUTIFY_FLAG" val="#wm#"/>
</p:tagLst>
</file>

<file path=ppt/tags/tag223.xml><?xml version="1.0" encoding="utf-8"?>
<p:tagLst xmlns:p="http://schemas.openxmlformats.org/presentationml/2006/main">
  <p:tag name="KSO_WM_UNIT_INDEX" val="6"/>
  <p:tag name="KSO_WM_UNIT_TYPE" val="f"/>
  <p:tag name="KSO_WM_UNIT_SUBTYPE" val="a"/>
  <p:tag name="KSO_WM_BEAUTIFY_FLAG" val="#wm#"/>
</p:tagLst>
</file>

<file path=ppt/tags/tag224.xml><?xml version="1.0" encoding="utf-8"?>
<p:tagLst xmlns:p="http://schemas.openxmlformats.org/presentationml/2006/main">
  <p:tag name="KSO_WM_UNIT_INDEX" val="7"/>
  <p:tag name="KSO_WM_UNIT_TYPE" val="f"/>
  <p:tag name="KSO_WM_UNIT_SUBTYPE" val="a"/>
  <p:tag name="KSO_WM_BEAUTIFY_FLAG" val="#wm#"/>
</p:tagLst>
</file>

<file path=ppt/tags/tag225.xml><?xml version="1.0" encoding="utf-8"?>
<p:tagLst xmlns:p="http://schemas.openxmlformats.org/presentationml/2006/main">
  <p:tag name="KSO_WM_UNIT_INDEX" val="1"/>
  <p:tag name="KSO_WM_UNIT_TYPE" val="a"/>
  <p:tag name="KSO_WM_BEAUTIFY_FLAG" val="#wm#"/>
  <p:tag name="KSO_WM_UNIT_ISCONTENTSTITLE" val="0"/>
  <p:tag name="KSO_WM_UNIT_ISNUMDGMTITLE" val="0"/>
  <p:tag name="KSO_WM_UNIT_PRESET_TEXT" val="单击此处添加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ID" val="_2*a*1"/>
  <p:tag name="KSO_WM_UNIT_LAYERLEVEL" val="1"/>
  <p:tag name="KSO_WM_TAG_VERSION" val="3.0"/>
  <p:tag name="KSO_WM_UNIT_CONTENT_GROUP_TYPE" val="titlestyle"/>
</p:tagLst>
</file>

<file path=ppt/tags/tag226.xml><?xml version="1.0" encoding="utf-8"?>
<p:tagLst xmlns:p="http://schemas.openxmlformats.org/presentationml/2006/main">
  <p:tag name="KSO_WM_SLIDE_TYPE" val="text"/>
  <p:tag name="KSO_WM_BEAUTIFY_FLAG" val="#wm#"/>
  <p:tag name="KSO_WM_SLIDE_ID" val="custom20230314_8"/>
  <p:tag name="KSO_WM_TEMPLATE_SUBCATEGORY" val="29"/>
  <p:tag name="KSO_WM_TEMPLATE_MASTER_TYPE" val="0"/>
  <p:tag name="KSO_WM_TEMPLATE_COLOR_TYPE" val="0"/>
  <p:tag name="KSO_WM_SLIDE_ITEM_CNT" val="0"/>
  <p:tag name="KSO_WM_SLIDE_INDEX" val="8"/>
  <p:tag name="KSO_WM_TAG_VERSION" val="3.0"/>
  <p:tag name="KSO_WM_TEMPLATE_CATEGORY" val="custom"/>
  <p:tag name="KSO_WM_TEMPLATE_INDEX" val="20230314"/>
  <p:tag name="KSO_WM_SLIDE_SUBTYPE" val="pureTxt"/>
  <p:tag name="KSO_WM_SLIDE_SIZE" val="850*458"/>
  <p:tag name="KSO_WM_SLIDE_POSITION" val="54*28"/>
  <p:tag name="KSO_WM_SLIDE_LAYOUT" val="a_f"/>
  <p:tag name="KSO_WM_SLIDE_LAYOUT_CNT" val="1_1"/>
  <p:tag name="KSO_WM_SPECIAL_SOURCE" val="bdnull"/>
  <p:tag name="KSO_WM_SLIDE_LAYOUT_NAME" val="标题和内容"/>
</p:tagLst>
</file>

<file path=ppt/tags/tag227.xml><?xml version="1.0" encoding="utf-8"?>
<p:tagLst xmlns:p="http://schemas.openxmlformats.org/presentationml/2006/main">
  <p:tag name="KSO_WM_UNIT_INDEX" val="4"/>
  <p:tag name="KSO_WM_UNIT_TYPE" val="i"/>
  <p:tag name="KSO_WM_BEAUTIFY_FLAG" val="#wm#"/>
</p:tagLst>
</file>

<file path=ppt/tags/tag228.xml><?xml version="1.0" encoding="utf-8"?>
<p:tagLst xmlns:p="http://schemas.openxmlformats.org/presentationml/2006/main">
  <p:tag name="KSO_WM_UNIT_INDEX" val="7"/>
  <p:tag name="KSO_WM_UNIT_TYPE" val="i"/>
  <p:tag name="KSO_WM_BEAUTIFY_FLAG" val="#wm#"/>
</p:tagLst>
</file>

<file path=ppt/tags/tag229.xml><?xml version="1.0" encoding="utf-8"?>
<p:tagLst xmlns:p="http://schemas.openxmlformats.org/presentationml/2006/main">
  <p:tag name="KSO_WM_UNIT_INDEX" val="5"/>
  <p:tag name="KSO_WM_UNIT_TYPE" val="i"/>
  <p:tag name="KSO_WM_BEAUTIFY_FLAG" val="#wm#"/>
</p:tagLst>
</file>

<file path=ppt/tags/tag230.xml><?xml version="1.0" encoding="utf-8"?>
<p:tagLst xmlns:p="http://schemas.openxmlformats.org/presentationml/2006/main">
  <p:tag name="KSO_WM_UNIT_INDEX" val="6"/>
  <p:tag name="KSO_WM_UNIT_TYPE" val="i"/>
  <p:tag name="KSO_WM_BEAUTIFY_FLAG" val="#wm#"/>
</p:tagLst>
</file>

<file path=ppt/tags/tag231.xml><?xml version="1.0" encoding="utf-8"?>
<p:tagLst xmlns:p="http://schemas.openxmlformats.org/presentationml/2006/main">
  <p:tag name="KSO_WM_UNIT_INDEX" val="8"/>
  <p:tag name="KSO_WM_UNIT_TYPE" val="i"/>
  <p:tag name="KSO_WM_BEAUTIFY_FLAG" val="#wm#"/>
</p:tagLst>
</file>

<file path=ppt/tags/tag232.xml><?xml version="1.0" encoding="utf-8"?>
<p:tagLst xmlns:p="http://schemas.openxmlformats.org/presentationml/2006/main">
  <p:tag name="KSO_WM_UNIT_INDEX" val="2"/>
  <p:tag name="KSO_WM_UNIT_TYPE" val="i"/>
  <p:tag name="KSO_WM_BEAUTIFY_FLAG" val="#wm#"/>
</p:tagLst>
</file>

<file path=ppt/tags/tag233.xml><?xml version="1.0" encoding="utf-8"?>
<p:tagLst xmlns:p="http://schemas.openxmlformats.org/presentationml/2006/main">
  <p:tag name="KSO_WM_UNIT_INDEX" val="10"/>
  <p:tag name="KSO_WM_UNIT_TYPE" val="f"/>
  <p:tag name="KSO_WM_UNIT_SUBTYPE" val="a"/>
  <p:tag name="KSO_WM_BEAUTIFY_FLAG" val="#wm#"/>
</p:tagLst>
</file>

<file path=ppt/tags/tag234.xml><?xml version="1.0" encoding="utf-8"?>
<p:tagLst xmlns:p="http://schemas.openxmlformats.org/presentationml/2006/main">
  <p:tag name="KSO_WM_UNIT_INDEX" val="3"/>
  <p:tag name="KSO_WM_UNIT_TYPE" val="a"/>
  <p:tag name="KSO_WM_BEAUTIFY_FLAG" val="#wm#"/>
</p:tagLst>
</file>

<file path=ppt/tags/tag235.xml><?xml version="1.0" encoding="utf-8"?>
<p:tagLst xmlns:p="http://schemas.openxmlformats.org/presentationml/2006/main">
  <p:tag name="KSO_WM_UNIT_INDEX" val="9"/>
  <p:tag name="KSO_WM_UNIT_TYPE" val="f"/>
  <p:tag name="KSO_WM_UNIT_SUBTYPE" val="a"/>
  <p:tag name="KSO_WM_BEAUTIFY_FLAG" val="#wm#"/>
</p:tagLst>
</file>

<file path=ppt/tags/tag236.xml><?xml version="1.0" encoding="utf-8"?>
<p:tagLst xmlns:p="http://schemas.openxmlformats.org/presentationml/2006/main">
  <p:tag name="KSO_WM_UNIT_INDEX" val="1"/>
  <p:tag name="KSO_WM_UNIT_TYPE" val="a"/>
  <p:tag name="KSO_WM_BEAUTIFY_FLAG" val="#wm#"/>
  <p:tag name="KSO_WM_UNIT_ISCONTENTSTITLE" val="0"/>
  <p:tag name="KSO_WM_UNIT_ISNUMDGMTITLE" val="0"/>
  <p:tag name="KSO_WM_UNIT_PRESET_TEXT" val="单击此处添加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ID" val="_2*a*1"/>
  <p:tag name="KSO_WM_UNIT_LAYERLEVEL" val="1"/>
  <p:tag name="KSO_WM_TAG_VERSION" val="3.0"/>
  <p:tag name="KSO_WM_UNIT_CONTENT_GROUP_TYPE" val="titlestyle"/>
</p:tagLst>
</file>

<file path=ppt/tags/tag237.xml><?xml version="1.0" encoding="utf-8"?>
<p:tagLst xmlns:p="http://schemas.openxmlformats.org/presentationml/2006/main">
  <p:tag name="KSO_WM_SLIDE_TYPE" val="text"/>
  <p:tag name="KSO_WM_BEAUTIFY_FLAG" val="#wm#"/>
  <p:tag name="KSO_WM_SLIDE_ID" val="custom20230314_8"/>
  <p:tag name="KSO_WM_TEMPLATE_SUBCATEGORY" val="29"/>
  <p:tag name="KSO_WM_TEMPLATE_MASTER_TYPE" val="0"/>
  <p:tag name="KSO_WM_TEMPLATE_COLOR_TYPE" val="0"/>
  <p:tag name="KSO_WM_SLIDE_ITEM_CNT" val="0"/>
  <p:tag name="KSO_WM_SLIDE_INDEX" val="8"/>
  <p:tag name="KSO_WM_TAG_VERSION" val="3.0"/>
  <p:tag name="KSO_WM_TEMPLATE_CATEGORY" val="custom"/>
  <p:tag name="KSO_WM_TEMPLATE_INDEX" val="20230314"/>
  <p:tag name="KSO_WM_SLIDE_SUBTYPE" val="pureTxt"/>
  <p:tag name="KSO_WM_SLIDE_SIZE" val="850*458"/>
  <p:tag name="KSO_WM_SLIDE_POSITION" val="54*28"/>
  <p:tag name="KSO_WM_SLIDE_LAYOUT" val="a_f"/>
  <p:tag name="KSO_WM_SLIDE_LAYOUT_CNT" val="1_1"/>
  <p:tag name="KSO_WM_SPECIAL_SOURCE" val="bdnull"/>
  <p:tag name="KSO_WM_SLIDE_LAYOUT_NAME" val="标题和内容"/>
</p:tagLst>
</file>

<file path=ppt/tags/tag238.xml><?xml version="1.0" encoding="utf-8"?>
<p:tagLst xmlns:p="http://schemas.openxmlformats.org/presentationml/2006/main">
  <p:tag name="KSO_WM_UNIT_INDEX" val="10"/>
  <p:tag name="KSO_WM_UNIT_TYPE" val="i"/>
  <p:tag name="KSO_WM_BEAUTIFY_FLAG" val="#wm#"/>
</p:tagLst>
</file>

<file path=ppt/tags/tag239.xml><?xml version="1.0" encoding="utf-8"?>
<p:tagLst xmlns:p="http://schemas.openxmlformats.org/presentationml/2006/main">
  <p:tag name="KSO_WM_UNIT_INDEX" val="19"/>
  <p:tag name="KSO_WM_UNIT_TYPE" val="i"/>
  <p:tag name="KSO_WM_BEAUTIFY_FLAG" val="#wm#"/>
</p:tagLst>
</file>

<file path=ppt/tags/tag240.xml><?xml version="1.0" encoding="utf-8"?>
<p:tagLst xmlns:p="http://schemas.openxmlformats.org/presentationml/2006/main">
  <p:tag name="KSO_WM_UNIT_INDEX" val="12"/>
  <p:tag name="KSO_WM_UNIT_TYPE" val="i"/>
  <p:tag name="KSO_WM_BEAUTIFY_FLAG" val="#wm#"/>
</p:tagLst>
</file>

<file path=ppt/tags/tag241.xml><?xml version="1.0" encoding="utf-8"?>
<p:tagLst xmlns:p="http://schemas.openxmlformats.org/presentationml/2006/main">
  <p:tag name="KSO_WM_UNIT_INDEX" val="13"/>
  <p:tag name="KSO_WM_UNIT_TYPE" val="i"/>
  <p:tag name="KSO_WM_BEAUTIFY_FLAG" val="#wm#"/>
</p:tagLst>
</file>

<file path=ppt/tags/tag242.xml><?xml version="1.0" encoding="utf-8"?>
<p:tagLst xmlns:p="http://schemas.openxmlformats.org/presentationml/2006/main">
  <p:tag name="KSO_WM_UNIT_INDEX" val="25"/>
  <p:tag name="KSO_WM_UNIT_TYPE" val="i"/>
  <p:tag name="KSO_WM_BEAUTIFY_FLAG" val="#wm#"/>
</p:tagLst>
</file>

<file path=ppt/tags/tag243.xml><?xml version="1.0" encoding="utf-8"?>
<p:tagLst xmlns:p="http://schemas.openxmlformats.org/presentationml/2006/main">
  <p:tag name="KSO_WM_UNIT_INDEX" val="5"/>
  <p:tag name="KSO_WM_UNIT_TYPE" val="i"/>
  <p:tag name="KSO_WM_BEAUTIFY_FLAG" val="#wm#"/>
</p:tagLst>
</file>

<file path=ppt/tags/tag244.xml><?xml version="1.0" encoding="utf-8"?>
<p:tagLst xmlns:p="http://schemas.openxmlformats.org/presentationml/2006/main">
  <p:tag name="KSO_WM_UNIT_INDEX" val="14"/>
  <p:tag name="KSO_WM_UNIT_TYPE" val="i"/>
  <p:tag name="KSO_WM_BEAUTIFY_FLAG" val="#wm#"/>
</p:tagLst>
</file>

<file path=ppt/tags/tag245.xml><?xml version="1.0" encoding="utf-8"?>
<p:tagLst xmlns:p="http://schemas.openxmlformats.org/presentationml/2006/main">
  <p:tag name="KSO_WM_UNIT_INDEX" val="4"/>
  <p:tag name="KSO_WM_UNIT_TYPE" val="i"/>
  <p:tag name="KSO_WM_BEAUTIFY_FLAG" val="#wm#"/>
</p:tagLst>
</file>

<file path=ppt/tags/tag246.xml><?xml version="1.0" encoding="utf-8"?>
<p:tagLst xmlns:p="http://schemas.openxmlformats.org/presentationml/2006/main">
  <p:tag name="KSO_WM_UNIT_INDEX" val="11"/>
  <p:tag name="KSO_WM_UNIT_TYPE" val="i"/>
  <p:tag name="KSO_WM_BEAUTIFY_FLAG" val="#wm#"/>
</p:tagLst>
</file>

<file path=ppt/tags/tag247.xml><?xml version="1.0" encoding="utf-8"?>
<p:tagLst xmlns:p="http://schemas.openxmlformats.org/presentationml/2006/main">
  <p:tag name="KSO_WM_UNIT_INDEX" val="24"/>
  <p:tag name="KSO_WM_UNIT_TYPE" val="i"/>
  <p:tag name="KSO_WM_BEAUTIFY_FLAG" val="#wm#"/>
</p:tagLst>
</file>

<file path=ppt/tags/tag248.xml><?xml version="1.0" encoding="utf-8"?>
<p:tagLst xmlns:p="http://schemas.openxmlformats.org/presentationml/2006/main">
  <p:tag name="KSO_WM_UNIT_INDEX" val="7"/>
  <p:tag name="KSO_WM_UNIT_TYPE" val="f"/>
  <p:tag name="KSO_WM_UNIT_SUBTYPE" val="a"/>
  <p:tag name="KSO_WM_BEAUTIFY_FLAG" val="#wm#"/>
</p:tagLst>
</file>

<file path=ppt/tags/tag249.xml><?xml version="1.0" encoding="utf-8"?>
<p:tagLst xmlns:p="http://schemas.openxmlformats.org/presentationml/2006/main">
  <p:tag name="KSO_WM_UNIT_INDEX" val="15"/>
  <p:tag name="KSO_WM_UNIT_TYPE" val="f"/>
  <p:tag name="KSO_WM_UNIT_SUBTYPE" val="a"/>
  <p:tag name="KSO_WM_BEAUTIFY_FLAG" val="#wm#"/>
</p:tagLst>
</file>

<file path=ppt/tags/tag250.xml><?xml version="1.0" encoding="utf-8"?>
<p:tagLst xmlns:p="http://schemas.openxmlformats.org/presentationml/2006/main">
  <p:tag name="KSO_WM_UNIT_INDEX" val="20"/>
  <p:tag name="KSO_WM_UNIT_TYPE" val="f"/>
  <p:tag name="KSO_WM_UNIT_SUBTYPE" val="a"/>
  <p:tag name="KSO_WM_BEAUTIFY_FLAG" val="#wm#"/>
</p:tagLst>
</file>

<file path=ppt/tags/tag251.xml><?xml version="1.0" encoding="utf-8"?>
<p:tagLst xmlns:p="http://schemas.openxmlformats.org/presentationml/2006/main">
  <p:tag name="KSO_WM_UNIT_INDEX" val="8"/>
  <p:tag name="KSO_WM_UNIT_TYPE" val="f"/>
  <p:tag name="KSO_WM_UNIT_SUBTYPE" val="a"/>
  <p:tag name="KSO_WM_BEAUTIFY_FLAG" val="#wm#"/>
</p:tagLst>
</file>

<file path=ppt/tags/tag252.xml><?xml version="1.0" encoding="utf-8"?>
<p:tagLst xmlns:p="http://schemas.openxmlformats.org/presentationml/2006/main">
  <p:tag name="KSO_WM_UNIT_INDEX" val="16"/>
  <p:tag name="KSO_WM_UNIT_TYPE" val="f"/>
  <p:tag name="KSO_WM_UNIT_SUBTYPE" val="a"/>
  <p:tag name="KSO_WM_BEAUTIFY_FLAG" val="#wm#"/>
</p:tagLst>
</file>

<file path=ppt/tags/tag253.xml><?xml version="1.0" encoding="utf-8"?>
<p:tagLst xmlns:p="http://schemas.openxmlformats.org/presentationml/2006/main">
  <p:tag name="KSO_WM_UNIT_INDEX" val="21"/>
  <p:tag name="KSO_WM_UNIT_TYPE" val="f"/>
  <p:tag name="KSO_WM_UNIT_SUBTYPE" val="a"/>
  <p:tag name="KSO_WM_BEAUTIFY_FLAG" val="#wm#"/>
</p:tagLst>
</file>

<file path=ppt/tags/tag254.xml><?xml version="1.0" encoding="utf-8"?>
<p:tagLst xmlns:p="http://schemas.openxmlformats.org/presentationml/2006/main">
  <p:tag name="KSO_WM_UNIT_INDEX" val="2"/>
  <p:tag name="KSO_WM_UNIT_TYPE" val="f"/>
  <p:tag name="KSO_WM_UNIT_SUBTYPE" val="a"/>
  <p:tag name="KSO_WM_BEAUTIFY_FLAG" val="#wm#"/>
</p:tagLst>
</file>

<file path=ppt/tags/tag255.xml><?xml version="1.0" encoding="utf-8"?>
<p:tagLst xmlns:p="http://schemas.openxmlformats.org/presentationml/2006/main">
  <p:tag name="KSO_WM_UNIT_INDEX" val="3"/>
  <p:tag name="KSO_WM_UNIT_TYPE" val="f"/>
  <p:tag name="KSO_WM_UNIT_SUBTYPE" val="a"/>
  <p:tag name="KSO_WM_BEAUTIFY_FLAG" val="#wm#"/>
</p:tagLst>
</file>

<file path=ppt/tags/tag256.xml><?xml version="1.0" encoding="utf-8"?>
<p:tagLst xmlns:p="http://schemas.openxmlformats.org/presentationml/2006/main">
  <p:tag name="KSO_WM_UNIT_INDEX" val="9"/>
  <p:tag name="KSO_WM_UNIT_TYPE" val="f"/>
  <p:tag name="KSO_WM_UNIT_SUBTYPE" val="a"/>
  <p:tag name="KSO_WM_BEAUTIFY_FLAG" val="#wm#"/>
</p:tagLst>
</file>

<file path=ppt/tags/tag257.xml><?xml version="1.0" encoding="utf-8"?>
<p:tagLst xmlns:p="http://schemas.openxmlformats.org/presentationml/2006/main">
  <p:tag name="KSO_WM_UNIT_INDEX" val="17"/>
  <p:tag name="KSO_WM_UNIT_TYPE" val="f"/>
  <p:tag name="KSO_WM_UNIT_SUBTYPE" val="a"/>
  <p:tag name="KSO_WM_BEAUTIFY_FLAG" val="#wm#"/>
</p:tagLst>
</file>

<file path=ppt/tags/tag258.xml><?xml version="1.0" encoding="utf-8"?>
<p:tagLst xmlns:p="http://schemas.openxmlformats.org/presentationml/2006/main">
  <p:tag name="KSO_WM_UNIT_INDEX" val="22"/>
  <p:tag name="KSO_WM_UNIT_TYPE" val="f"/>
  <p:tag name="KSO_WM_UNIT_SUBTYPE" val="a"/>
  <p:tag name="KSO_WM_BEAUTIFY_FLAG" val="#wm#"/>
</p:tagLst>
</file>

<file path=ppt/tags/tag259.xml><?xml version="1.0" encoding="utf-8"?>
<p:tagLst xmlns:p="http://schemas.openxmlformats.org/presentationml/2006/main">
  <p:tag name="KSO_WM_UNIT_INDEX" val="31"/>
  <p:tag name="KSO_WM_UNIT_TYPE" val="a"/>
  <p:tag name="KSO_WM_BEAUTIFY_FLAG" val="#wm#"/>
</p:tagLst>
</file>

<file path=ppt/tags/tag260.xml><?xml version="1.0" encoding="utf-8"?>
<p:tagLst xmlns:p="http://schemas.openxmlformats.org/presentationml/2006/main">
  <p:tag name="KSO_WM_UNIT_INDEX" val="38"/>
  <p:tag name="KSO_WM_UNIT_TYPE" val="f"/>
  <p:tag name="KSO_WM_UNIT_SUBTYPE" val="a"/>
  <p:tag name="KSO_WM_BEAUTIFY_FLAG" val="#wm#"/>
</p:tagLst>
</file>

<file path=ppt/tags/tag261.xml><?xml version="1.0" encoding="utf-8"?>
<p:tagLst xmlns:p="http://schemas.openxmlformats.org/presentationml/2006/main">
  <p:tag name="KSO_WM_UNIT_INDEX" val="48"/>
  <p:tag name="KSO_WM_UNIT_TYPE" val="f"/>
  <p:tag name="KSO_WM_UNIT_SUBTYPE" val="a"/>
  <p:tag name="KSO_WM_BEAUTIFY_FLAG" val="#wm#"/>
</p:tagLst>
</file>

<file path=ppt/tags/tag262.xml><?xml version="1.0" encoding="utf-8"?>
<p:tagLst xmlns:p="http://schemas.openxmlformats.org/presentationml/2006/main">
  <p:tag name="KSO_WM_UNIT_INDEX" val="32"/>
  <p:tag name="KSO_WM_UNIT_TYPE" val="i"/>
  <p:tag name="KSO_WM_BEAUTIFY_FLAG" val="#wm#"/>
</p:tagLst>
</file>

<file path=ppt/tags/tag263.xml><?xml version="1.0" encoding="utf-8"?>
<p:tagLst xmlns:p="http://schemas.openxmlformats.org/presentationml/2006/main">
  <p:tag name="KSO_WM_UNIT_INDEX" val="27"/>
  <p:tag name="KSO_WM_UNIT_TYPE" val="i"/>
  <p:tag name="KSO_WM_BEAUTIFY_FLAG" val="#wm#"/>
</p:tagLst>
</file>

<file path=ppt/tags/tag264.xml><?xml version="1.0" encoding="utf-8"?>
<p:tagLst xmlns:p="http://schemas.openxmlformats.org/presentationml/2006/main">
  <p:tag name="KSO_WM_UNIT_INDEX" val="28"/>
  <p:tag name="KSO_WM_UNIT_TYPE" val="i"/>
  <p:tag name="KSO_WM_BEAUTIFY_FLAG" val="#wm#"/>
</p:tagLst>
</file>

<file path=ppt/tags/tag265.xml><?xml version="1.0" encoding="utf-8"?>
<p:tagLst xmlns:p="http://schemas.openxmlformats.org/presentationml/2006/main">
  <p:tag name="KSO_WM_UNIT_INDEX" val="29"/>
  <p:tag name="KSO_WM_UNIT_TYPE" val="i"/>
  <p:tag name="KSO_WM_BEAUTIFY_FLAG" val="#wm#"/>
</p:tagLst>
</file>

<file path=ppt/tags/tag266.xml><?xml version="1.0" encoding="utf-8"?>
<p:tagLst xmlns:p="http://schemas.openxmlformats.org/presentationml/2006/main">
  <p:tag name="KSO_WM_UNIT_INDEX" val="30"/>
  <p:tag name="KSO_WM_UNIT_TYPE" val="i"/>
  <p:tag name="KSO_WM_BEAUTIFY_FLAG" val="#wm#"/>
</p:tagLst>
</file>

<file path=ppt/tags/tag267.xml><?xml version="1.0" encoding="utf-8"?>
<p:tagLst xmlns:p="http://schemas.openxmlformats.org/presentationml/2006/main">
  <p:tag name="KSO_WM_UNIT_INDEX" val="26"/>
  <p:tag name="KSO_WM_UNIT_TYPE" val="f"/>
  <p:tag name="KSO_WM_UNIT_SUBTYPE" val="a"/>
  <p:tag name="KSO_WM_BEAUTIFY_FLAG" val="#wm#"/>
</p:tagLst>
</file>

<file path=ppt/tags/tag268.xml><?xml version="1.0" encoding="utf-8"?>
<p:tagLst xmlns:p="http://schemas.openxmlformats.org/presentationml/2006/main">
  <p:tag name="KSO_WM_UNIT_INDEX" val="39"/>
  <p:tag name="KSO_WM_UNIT_TYPE" val="i"/>
  <p:tag name="KSO_WM_BEAUTIFY_FLAG" val="#wm#"/>
</p:tagLst>
</file>

<file path=ppt/tags/tag269.xml><?xml version="1.0" encoding="utf-8"?>
<p:tagLst xmlns:p="http://schemas.openxmlformats.org/presentationml/2006/main">
  <p:tag name="KSO_WM_UNIT_INDEX" val="40"/>
  <p:tag name="KSO_WM_UNIT_TYPE" val="i"/>
  <p:tag name="KSO_WM_BEAUTIFY_FLAG" val="#wm#"/>
</p:tagLst>
</file>

<file path=ppt/tags/tag270.xml><?xml version="1.0" encoding="utf-8"?>
<p:tagLst xmlns:p="http://schemas.openxmlformats.org/presentationml/2006/main">
  <p:tag name="KSO_WM_UNIT_INDEX" val="34"/>
  <p:tag name="KSO_WM_UNIT_TYPE" val="i"/>
  <p:tag name="KSO_WM_BEAUTIFY_FLAG" val="#wm#"/>
</p:tagLst>
</file>

<file path=ppt/tags/tag271.xml><?xml version="1.0" encoding="utf-8"?>
<p:tagLst xmlns:p="http://schemas.openxmlformats.org/presentationml/2006/main">
  <p:tag name="KSO_WM_UNIT_INDEX" val="35"/>
  <p:tag name="KSO_WM_UNIT_TYPE" val="i"/>
  <p:tag name="KSO_WM_BEAUTIFY_FLAG" val="#wm#"/>
</p:tagLst>
</file>

<file path=ppt/tags/tag272.xml><?xml version="1.0" encoding="utf-8"?>
<p:tagLst xmlns:p="http://schemas.openxmlformats.org/presentationml/2006/main">
  <p:tag name="KSO_WM_UNIT_INDEX" val="33"/>
  <p:tag name="KSO_WM_UNIT_TYPE" val="f"/>
  <p:tag name="KSO_WM_UNIT_SUBTYPE" val="a"/>
  <p:tag name="KSO_WM_BEAUTIFY_FLAG" val="#wm#"/>
</p:tagLst>
</file>

<file path=ppt/tags/tag273.xml><?xml version="1.0" encoding="utf-8"?>
<p:tagLst xmlns:p="http://schemas.openxmlformats.org/presentationml/2006/main">
  <p:tag name="KSO_WM_UNIT_INDEX" val="36"/>
  <p:tag name="KSO_WM_UNIT_TYPE" val="i"/>
  <p:tag name="KSO_WM_BEAUTIFY_FLAG" val="#wm#"/>
</p:tagLst>
</file>

<file path=ppt/tags/tag274.xml><?xml version="1.0" encoding="utf-8"?>
<p:tagLst xmlns:p="http://schemas.openxmlformats.org/presentationml/2006/main">
  <p:tag name="KSO_WM_UNIT_INDEX" val="37"/>
  <p:tag name="KSO_WM_UNIT_TYPE" val="i"/>
  <p:tag name="KSO_WM_BEAUTIFY_FLAG" val="#wm#"/>
</p:tagLst>
</file>

<file path=ppt/tags/tag275.xml><?xml version="1.0" encoding="utf-8"?>
<p:tagLst xmlns:p="http://schemas.openxmlformats.org/presentationml/2006/main">
  <p:tag name="KSO_WM_UNIT_INDEX" val="51"/>
  <p:tag name="KSO_WM_UNIT_TYPE" val="i"/>
  <p:tag name="KSO_WM_BEAUTIFY_FLAG" val="#wm#"/>
</p:tagLst>
</file>

<file path=ppt/tags/tag276.xml><?xml version="1.0" encoding="utf-8"?>
<p:tagLst xmlns:p="http://schemas.openxmlformats.org/presentationml/2006/main">
  <p:tag name="KSO_WM_UNIT_INDEX" val="49"/>
  <p:tag name="KSO_WM_UNIT_TYPE" val="i"/>
  <p:tag name="KSO_WM_BEAUTIFY_FLAG" val="#wm#"/>
</p:tagLst>
</file>

<file path=ppt/tags/tag277.xml><?xml version="1.0" encoding="utf-8"?>
<p:tagLst xmlns:p="http://schemas.openxmlformats.org/presentationml/2006/main">
  <p:tag name="KSO_WM_UNIT_INDEX" val="50"/>
  <p:tag name="KSO_WM_UNIT_TYPE" val="i"/>
  <p:tag name="KSO_WM_BEAUTIFY_FLAG" val="#wm#"/>
</p:tagLst>
</file>

<file path=ppt/tags/tag278.xml><?xml version="1.0" encoding="utf-8"?>
<p:tagLst xmlns:p="http://schemas.openxmlformats.org/presentationml/2006/main">
  <p:tag name="KSO_WM_UNIT_INDEX" val="44"/>
  <p:tag name="KSO_WM_UNIT_TYPE" val="i"/>
  <p:tag name="KSO_WM_BEAUTIFY_FLAG" val="#wm#"/>
</p:tagLst>
</file>

<file path=ppt/tags/tag279.xml><?xml version="1.0" encoding="utf-8"?>
<p:tagLst xmlns:p="http://schemas.openxmlformats.org/presentationml/2006/main">
  <p:tag name="KSO_WM_UNIT_INDEX" val="45"/>
  <p:tag name="KSO_WM_UNIT_TYPE" val="i"/>
  <p:tag name="KSO_WM_BEAUTIFY_FLAG" val="#wm#"/>
</p:tagLst>
</file>

<file path=ppt/tags/tag280.xml><?xml version="1.0" encoding="utf-8"?>
<p:tagLst xmlns:p="http://schemas.openxmlformats.org/presentationml/2006/main">
  <p:tag name="KSO_WM_UNIT_INDEX" val="43"/>
  <p:tag name="KSO_WM_UNIT_TYPE" val="f"/>
  <p:tag name="KSO_WM_UNIT_SUBTYPE" val="a"/>
  <p:tag name="KSO_WM_BEAUTIFY_FLAG" val="#wm#"/>
</p:tagLst>
</file>

<file path=ppt/tags/tag281.xml><?xml version="1.0" encoding="utf-8"?>
<p:tagLst xmlns:p="http://schemas.openxmlformats.org/presentationml/2006/main">
  <p:tag name="KSO_WM_UNIT_INDEX" val="46"/>
  <p:tag name="KSO_WM_UNIT_TYPE" val="i"/>
  <p:tag name="KSO_WM_BEAUTIFY_FLAG" val="#wm#"/>
</p:tagLst>
</file>

<file path=ppt/tags/tag282.xml><?xml version="1.0" encoding="utf-8"?>
<p:tagLst xmlns:p="http://schemas.openxmlformats.org/presentationml/2006/main">
  <p:tag name="KSO_WM_UNIT_INDEX" val="47"/>
  <p:tag name="KSO_WM_UNIT_TYPE" val="i"/>
  <p:tag name="KSO_WM_BEAUTIFY_FLAG" val="#wm#"/>
</p:tagLst>
</file>

<file path=ppt/tags/tag283.xml><?xml version="1.0" encoding="utf-8"?>
<p:tagLst xmlns:p="http://schemas.openxmlformats.org/presentationml/2006/main">
  <p:tag name="KSO_WM_UNIT_INDEX" val="42"/>
  <p:tag name="KSO_WM_UNIT_TYPE" val="i"/>
  <p:tag name="KSO_WM_BEAUTIFY_FLAG" val="#wm#"/>
</p:tagLst>
</file>

<file path=ppt/tags/tag284.xml><?xml version="1.0" encoding="utf-8"?>
<p:tagLst xmlns:p="http://schemas.openxmlformats.org/presentationml/2006/main">
  <p:tag name="KSO_WM_UNIT_INDEX" val="41"/>
  <p:tag name="KSO_WM_UNIT_TYPE" val="f"/>
  <p:tag name="KSO_WM_UNIT_SUBTYPE" val="a"/>
  <p:tag name="KSO_WM_BEAUTIFY_FLAG" val="#wm#"/>
</p:tagLst>
</file>

<file path=ppt/tags/tag285.xml><?xml version="1.0" encoding="utf-8"?>
<p:tagLst xmlns:p="http://schemas.openxmlformats.org/presentationml/2006/main">
  <p:tag name="KSO_WM_UNIT_INDEX" val="52"/>
  <p:tag name="KSO_WM_UNIT_TYPE" val="i"/>
  <p:tag name="KSO_WM_BEAUTIFY_FLAG" val="#wm#"/>
</p:tagLst>
</file>

<file path=ppt/tags/tag286.xml><?xml version="1.0" encoding="utf-8"?>
<p:tagLst xmlns:p="http://schemas.openxmlformats.org/presentationml/2006/main">
  <p:tag name="KSO_WM_UNIT_INDEX" val="54"/>
  <p:tag name="KSO_WM_UNIT_TYPE" val="i"/>
  <p:tag name="KSO_WM_BEAUTIFY_FLAG" val="#wm#"/>
</p:tagLst>
</file>

<file path=ppt/tags/tag287.xml><?xml version="1.0" encoding="utf-8"?>
<p:tagLst xmlns:p="http://schemas.openxmlformats.org/presentationml/2006/main">
  <p:tag name="KSO_WM_UNIT_INDEX" val="53"/>
  <p:tag name="KSO_WM_UNIT_TYPE" val="f"/>
  <p:tag name="KSO_WM_UNIT_SUBTYPE" val="a"/>
  <p:tag name="KSO_WM_BEAUTIFY_FLAG" val="#wm#"/>
</p:tagLst>
</file>

<file path=ppt/tags/tag288.xml><?xml version="1.0" encoding="utf-8"?>
<p:tagLst xmlns:p="http://schemas.openxmlformats.org/presentationml/2006/main">
  <p:tag name="KSO_WM_UNIT_INDEX" val="6"/>
  <p:tag name="KSO_WM_UNIT_TYPE" val="f"/>
  <p:tag name="KSO_WM_UNIT_SUBTYPE" val="a"/>
  <p:tag name="KSO_WM_BEAUTIFY_FLAG" val="#wm#"/>
</p:tagLst>
</file>

<file path=ppt/tags/tag289.xml><?xml version="1.0" encoding="utf-8"?>
<p:tagLst xmlns:p="http://schemas.openxmlformats.org/presentationml/2006/main">
  <p:tag name="KSO_WM_UNIT_INDEX" val="18"/>
  <p:tag name="KSO_WM_UNIT_TYPE" val="f"/>
  <p:tag name="KSO_WM_UNIT_SUBTYPE" val="a"/>
  <p:tag name="KSO_WM_BEAUTIFY_FLAG" val="#wm#"/>
</p:tagLst>
</file>

<file path=ppt/tags/tag290.xml><?xml version="1.0" encoding="utf-8"?>
<p:tagLst xmlns:p="http://schemas.openxmlformats.org/presentationml/2006/main">
  <p:tag name="KSO_WM_UNIT_INDEX" val="23"/>
  <p:tag name="KSO_WM_UNIT_TYPE" val="f"/>
  <p:tag name="KSO_WM_UNIT_SUBTYPE" val="a"/>
  <p:tag name="KSO_WM_BEAUTIFY_FLAG" val="#wm#"/>
</p:tagLst>
</file>

<file path=ppt/tags/tag291.xml><?xml version="1.0" encoding="utf-8"?>
<p:tagLst xmlns:p="http://schemas.openxmlformats.org/presentationml/2006/main">
  <p:tag name="KSO_WM_UNIT_INDEX" val="1"/>
  <p:tag name="KSO_WM_UNIT_TYPE" val="a"/>
  <p:tag name="KSO_WM_BEAUTIFY_FLAG" val="#wm#"/>
</p:tagLst>
</file>

<file path=ppt/tags/tag292.xml><?xml version="1.0" encoding="utf-8"?>
<p:tagLst xmlns:p="http://schemas.openxmlformats.org/presentationml/2006/main">
  <p:tag name="KSO_WM_SLIDE_TYPE" val="text"/>
  <p:tag name="KSO_WM_BEAUTIFY_FLAG" val="#wm#"/>
  <p:tag name="KSO_WM_SLIDE_ID" val="custom20230314_8"/>
  <p:tag name="KSO_WM_TEMPLATE_SUBCATEGORY" val="29"/>
  <p:tag name="KSO_WM_TEMPLATE_MASTER_TYPE" val="0"/>
  <p:tag name="KSO_WM_TEMPLATE_COLOR_TYPE" val="0"/>
  <p:tag name="KSO_WM_SLIDE_ITEM_CNT" val="0"/>
  <p:tag name="KSO_WM_SLIDE_INDEX" val="8"/>
  <p:tag name="KSO_WM_TAG_VERSION" val="3.0"/>
  <p:tag name="KSO_WM_TEMPLATE_CATEGORY" val="custom"/>
  <p:tag name="KSO_WM_TEMPLATE_INDEX" val="20230314"/>
  <p:tag name="KSO_WM_SLIDE_SUBTYPE" val="pureTxt"/>
  <p:tag name="KSO_WM_SLIDE_SIZE" val="850*458"/>
  <p:tag name="KSO_WM_SLIDE_POSITION" val="54*28"/>
  <p:tag name="KSO_WM_SLIDE_LAYOUT" val="a_f"/>
  <p:tag name="KSO_WM_SLIDE_LAYOUT_CNT" val="1_1"/>
  <p:tag name="KSO_WM_SPECIAL_SOURCE" val="bdnull"/>
  <p:tag name="KSO_WM_SLIDE_LAYOUT_NAME" val="标题和内容"/>
</p:tagLst>
</file>

<file path=ppt/tags/tag293.xml><?xml version="1.0" encoding="utf-8"?>
<p:tagLst xmlns:p="http://schemas.openxmlformats.org/presentationml/2006/main">
  <p:tag name="KSO_WM_UNIT_INDEX" val="4"/>
  <p:tag name="KSO_WM_UNIT_TYPE" val="i"/>
  <p:tag name="KSO_WM_BEAUTIFY_FLAG" val="#wm#"/>
</p:tagLst>
</file>

<file path=ppt/tags/tag294.xml><?xml version="1.0" encoding="utf-8"?>
<p:tagLst xmlns:p="http://schemas.openxmlformats.org/presentationml/2006/main">
  <p:tag name="KSO_WM_UNIT_INDEX" val="7"/>
  <p:tag name="KSO_WM_UNIT_TYPE" val="i"/>
  <p:tag name="KSO_WM_BEAUTIFY_FLAG" val="#wm#"/>
</p:tagLst>
</file>

<file path=ppt/tags/tag295.xml><?xml version="1.0" encoding="utf-8"?>
<p:tagLst xmlns:p="http://schemas.openxmlformats.org/presentationml/2006/main">
  <p:tag name="KSO_WM_UNIT_INDEX" val="5"/>
  <p:tag name="KSO_WM_UNIT_TYPE" val="i"/>
  <p:tag name="KSO_WM_BEAUTIFY_FLAG" val="#wm#"/>
</p:tagLst>
</file>

<file path=ppt/tags/tag296.xml><?xml version="1.0" encoding="utf-8"?>
<p:tagLst xmlns:p="http://schemas.openxmlformats.org/presentationml/2006/main">
  <p:tag name="KSO_WM_UNIT_INDEX" val="6"/>
  <p:tag name="KSO_WM_UNIT_TYPE" val="i"/>
  <p:tag name="KSO_WM_BEAUTIFY_FLAG" val="#wm#"/>
</p:tagLst>
</file>

<file path=ppt/tags/tag297.xml><?xml version="1.0" encoding="utf-8"?>
<p:tagLst xmlns:p="http://schemas.openxmlformats.org/presentationml/2006/main">
  <p:tag name="KSO_WM_UNIT_INDEX" val="8"/>
  <p:tag name="KSO_WM_UNIT_TYPE" val="i"/>
  <p:tag name="KSO_WM_BEAUTIFY_FLAG" val="#wm#"/>
</p:tagLst>
</file>

<file path=ppt/tags/tag298.xml><?xml version="1.0" encoding="utf-8"?>
<p:tagLst xmlns:p="http://schemas.openxmlformats.org/presentationml/2006/main">
  <p:tag name="KSO_WM_UNIT_INDEX" val="2"/>
  <p:tag name="KSO_WM_UNIT_TYPE" val="i"/>
  <p:tag name="KSO_WM_BEAUTIFY_FLAG" val="#wm#"/>
</p:tagLst>
</file>

<file path=ppt/tags/tag299.xml><?xml version="1.0" encoding="utf-8"?>
<p:tagLst xmlns:p="http://schemas.openxmlformats.org/presentationml/2006/main">
  <p:tag name="KSO_WM_UNIT_INDEX" val="3"/>
  <p:tag name="KSO_WM_UNIT_TYPE" val="a"/>
  <p:tag name="KSO_WM_BEAUTIFY_FLAG" val="#wm#"/>
</p:tagLst>
</file>

<file path=ppt/tags/tag300.xml><?xml version="1.0" encoding="utf-8"?>
<p:tagLst xmlns:p="http://schemas.openxmlformats.org/presentationml/2006/main">
  <p:tag name="KSO_WM_UNIT_INDEX" val="10"/>
  <p:tag name="KSO_WM_UNIT_TYPE" val="f"/>
  <p:tag name="KSO_WM_UNIT_SUBTYPE" val="a"/>
  <p:tag name="KSO_WM_BEAUTIFY_FLAG" val="#wm#"/>
</p:tagLst>
</file>

<file path=ppt/tags/tag301.xml><?xml version="1.0" encoding="utf-8"?>
<p:tagLst xmlns:p="http://schemas.openxmlformats.org/presentationml/2006/main">
  <p:tag name="KSO_WM_UNIT_INDEX" val="9"/>
  <p:tag name="KSO_WM_UNIT_TYPE" val="f"/>
  <p:tag name="KSO_WM_UNIT_SUBTYPE" val="a"/>
  <p:tag name="KSO_WM_BEAUTIFY_FLAG" val="#wm#"/>
</p:tagLst>
</file>

<file path=ppt/tags/tag302.xml><?xml version="1.0" encoding="utf-8"?>
<p:tagLst xmlns:p="http://schemas.openxmlformats.org/presentationml/2006/main">
  <p:tag name="KSO_WM_UNIT_INDEX" val="11"/>
  <p:tag name="KSO_WM_UNIT_TYPE" val="f"/>
  <p:tag name="KSO_WM_UNIT_SUBTYPE" val="a"/>
  <p:tag name="KSO_WM_BEAUTIFY_FLAG" val="#wm#"/>
</p:tagLst>
</file>

<file path=ppt/tags/tag303.xml><?xml version="1.0" encoding="utf-8"?>
<p:tagLst xmlns:p="http://schemas.openxmlformats.org/presentationml/2006/main">
  <p:tag name="KSO_WM_UNIT_INDEX" val="1"/>
  <p:tag name="KSO_WM_UNIT_TYPE" val="a"/>
  <p:tag name="KSO_WM_BEAUTIFY_FLAG" val="#wm#"/>
  <p:tag name="KSO_WM_UNIT_ISCONTENTSTITLE" val="0"/>
  <p:tag name="KSO_WM_UNIT_ISNUMDGMTITLE" val="0"/>
  <p:tag name="KSO_WM_UNIT_PRESET_TEXT" val="单击此处添加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ID" val="_2*a*1"/>
  <p:tag name="KSO_WM_UNIT_LAYERLEVEL" val="1"/>
  <p:tag name="KSO_WM_TAG_VERSION" val="3.0"/>
  <p:tag name="KSO_WM_UNIT_CONTENT_GROUP_TYPE" val="titlestyle"/>
</p:tagLst>
</file>

<file path=ppt/tags/tag304.xml><?xml version="1.0" encoding="utf-8"?>
<p:tagLst xmlns:p="http://schemas.openxmlformats.org/presentationml/2006/main">
  <p:tag name="KSO_WM_SLIDE_TYPE" val="text"/>
  <p:tag name="KSO_WM_BEAUTIFY_FLAG" val="#wm#"/>
  <p:tag name="KSO_WM_SLIDE_ID" val="custom20230314_8"/>
  <p:tag name="KSO_WM_TEMPLATE_SUBCATEGORY" val="29"/>
  <p:tag name="KSO_WM_TEMPLATE_MASTER_TYPE" val="0"/>
  <p:tag name="KSO_WM_TEMPLATE_COLOR_TYPE" val="0"/>
  <p:tag name="KSO_WM_SLIDE_ITEM_CNT" val="0"/>
  <p:tag name="KSO_WM_SLIDE_INDEX" val="8"/>
  <p:tag name="KSO_WM_TAG_VERSION" val="3.0"/>
  <p:tag name="KSO_WM_TEMPLATE_CATEGORY" val="custom"/>
  <p:tag name="KSO_WM_TEMPLATE_INDEX" val="20230314"/>
  <p:tag name="KSO_WM_SLIDE_SUBTYPE" val="pureTxt"/>
  <p:tag name="KSO_WM_SLIDE_SIZE" val="850*458"/>
  <p:tag name="KSO_WM_SLIDE_POSITION" val="54*28"/>
  <p:tag name="KSO_WM_SLIDE_LAYOUT" val="a_f"/>
  <p:tag name="KSO_WM_SLIDE_LAYOUT_CNT" val="1_1"/>
  <p:tag name="KSO_WM_SPECIAL_SOURCE" val="bdnull"/>
  <p:tag name="KSO_WM_SLIDE_LAYOUT_NAME" val="标题和内容"/>
</p:tagLst>
</file>

<file path=ppt/tags/tag305.xml><?xml version="1.0" encoding="utf-8"?>
<p:tagLst xmlns:p="http://schemas.openxmlformats.org/presentationml/2006/main">
  <p:tag name="KSO_WM_UNIT_INDEX" val="30"/>
  <p:tag name="KSO_WM_UNIT_TYPE" val="f"/>
  <p:tag name="KSO_WM_UNIT_SUBTYPE" val="a"/>
  <p:tag name="KSO_WM_BEAUTIFY_FLAG" val="#wm#"/>
</p:tagLst>
</file>

<file path=ppt/tags/tag306.xml><?xml version="1.0" encoding="utf-8"?>
<p:tagLst xmlns:p="http://schemas.openxmlformats.org/presentationml/2006/main">
  <p:tag name="KSO_WM_UNIT_INDEX" val="33"/>
  <p:tag name="KSO_WM_UNIT_TYPE" val="i"/>
  <p:tag name="KSO_WM_BEAUTIFY_FLAG" val="#wm#"/>
</p:tagLst>
</file>

<file path=ppt/tags/tag307.xml><?xml version="1.0" encoding="utf-8"?>
<p:tagLst xmlns:p="http://schemas.openxmlformats.org/presentationml/2006/main">
  <p:tag name="KSO_WM_UNIT_INDEX" val="36"/>
  <p:tag name="KSO_WM_UNIT_TYPE" val="f"/>
  <p:tag name="KSO_WM_UNIT_SUBTYPE" val="a"/>
  <p:tag name="KSO_WM_BEAUTIFY_FLAG" val="#wm#"/>
</p:tagLst>
</file>

<file path=ppt/tags/tag308.xml><?xml version="1.0" encoding="utf-8"?>
<p:tagLst xmlns:p="http://schemas.openxmlformats.org/presentationml/2006/main">
  <p:tag name="KSO_WM_UNIT_INDEX" val="37"/>
  <p:tag name="KSO_WM_UNIT_TYPE" val="f"/>
  <p:tag name="KSO_WM_UNIT_SUBTYPE" val="a"/>
  <p:tag name="KSO_WM_BEAUTIFY_FLAG" val="#wm#"/>
</p:tagLst>
</file>

<file path=ppt/tags/tag309.xml><?xml version="1.0" encoding="utf-8"?>
<p:tagLst xmlns:p="http://schemas.openxmlformats.org/presentationml/2006/main">
  <p:tag name="KSO_WM_UNIT_INDEX" val="38"/>
  <p:tag name="KSO_WM_UNIT_TYPE" val="f"/>
  <p:tag name="KSO_WM_UNIT_SUBTYPE" val="a"/>
  <p:tag name="KSO_WM_BEAUTIFY_FLAG" val="#wm#"/>
</p:tagLst>
</file>

<file path=ppt/tags/tag310.xml><?xml version="1.0" encoding="utf-8"?>
<p:tagLst xmlns:p="http://schemas.openxmlformats.org/presentationml/2006/main">
  <p:tag name="KSO_WM_UNIT_INDEX" val="43"/>
  <p:tag name="KSO_WM_UNIT_TYPE" val="f"/>
  <p:tag name="KSO_WM_UNIT_SUBTYPE" val="a"/>
  <p:tag name="KSO_WM_BEAUTIFY_FLAG" val="#wm#"/>
</p:tagLst>
</file>

<file path=ppt/tags/tag311.xml><?xml version="1.0" encoding="utf-8"?>
<p:tagLst xmlns:p="http://schemas.openxmlformats.org/presentationml/2006/main">
  <p:tag name="KSO_WM_UNIT_INDEX" val="39"/>
  <p:tag name="KSO_WM_UNIT_TYPE" val="f"/>
  <p:tag name="KSO_WM_UNIT_SUBTYPE" val="a"/>
  <p:tag name="KSO_WM_BEAUTIFY_FLAG" val="#wm#"/>
</p:tagLst>
</file>

<file path=ppt/tags/tag312.xml><?xml version="1.0" encoding="utf-8"?>
<p:tagLst xmlns:p="http://schemas.openxmlformats.org/presentationml/2006/main">
  <p:tag name="KSO_WM_UNIT_INDEX" val="40"/>
  <p:tag name="KSO_WM_UNIT_TYPE" val="f"/>
  <p:tag name="KSO_WM_UNIT_SUBTYPE" val="a"/>
  <p:tag name="KSO_WM_BEAUTIFY_FLAG" val="#wm#"/>
</p:tagLst>
</file>

<file path=ppt/tags/tag313.xml><?xml version="1.0" encoding="utf-8"?>
<p:tagLst xmlns:p="http://schemas.openxmlformats.org/presentationml/2006/main">
  <p:tag name="KSO_WM_UNIT_INDEX" val="41"/>
  <p:tag name="KSO_WM_UNIT_TYPE" val="i"/>
  <p:tag name="KSO_WM_BEAUTIFY_FLAG" val="#wm#"/>
</p:tagLst>
</file>

<file path=ppt/tags/tag314.xml><?xml version="1.0" encoding="utf-8"?>
<p:tagLst xmlns:p="http://schemas.openxmlformats.org/presentationml/2006/main">
  <p:tag name="KSO_WM_UNIT_INDEX" val="42"/>
  <p:tag name="KSO_WM_UNIT_TYPE" val="i"/>
  <p:tag name="KSO_WM_BEAUTIFY_FLAG" val="#wm#"/>
</p:tagLst>
</file>

<file path=ppt/tags/tag315.xml><?xml version="1.0" encoding="utf-8"?>
<p:tagLst xmlns:p="http://schemas.openxmlformats.org/presentationml/2006/main">
  <p:tag name="KSO_WM_UNIT_INDEX" val="44"/>
  <p:tag name="KSO_WM_UNIT_TYPE" val="f"/>
  <p:tag name="KSO_WM_UNIT_SUBTYPE" val="a"/>
  <p:tag name="KSO_WM_BEAUTIFY_FLAG" val="#wm#"/>
</p:tagLst>
</file>

<file path=ppt/tags/tag316.xml><?xml version="1.0" encoding="utf-8"?>
<p:tagLst xmlns:p="http://schemas.openxmlformats.org/presentationml/2006/main">
  <p:tag name="KSO_WM_UNIT_INDEX" val="34"/>
  <p:tag name="KSO_WM_UNIT_TYPE" val="i"/>
  <p:tag name="KSO_WM_BEAUTIFY_FLAG" val="#wm#"/>
</p:tagLst>
</file>

<file path=ppt/tags/tag317.xml><?xml version="1.0" encoding="utf-8"?>
<p:tagLst xmlns:p="http://schemas.openxmlformats.org/presentationml/2006/main">
  <p:tag name="KSO_WM_UNIT_INDEX" val="35"/>
  <p:tag name="KSO_WM_UNIT_TYPE" val="i"/>
  <p:tag name="KSO_WM_BEAUTIFY_FLAG" val="#wm#"/>
</p:tagLst>
</file>

<file path=ppt/tags/tag318.xml><?xml version="1.0" encoding="utf-8"?>
<p:tagLst xmlns:p="http://schemas.openxmlformats.org/presentationml/2006/main">
  <p:tag name="KSO_WM_UNIT_INDEX" val="45"/>
  <p:tag name="KSO_WM_UNIT_TYPE" val="i"/>
  <p:tag name="KSO_WM_BEAUTIFY_FLAG" val="#wm#"/>
</p:tagLst>
</file>

<file path=ppt/tags/tag319.xml><?xml version="1.0" encoding="utf-8"?>
<p:tagLst xmlns:p="http://schemas.openxmlformats.org/presentationml/2006/main">
  <p:tag name="KSO_WM_UNIT_INDEX" val="46"/>
  <p:tag name="KSO_WM_UNIT_TYPE" val="i"/>
  <p:tag name="KSO_WM_BEAUTIFY_FLAG" val="#wm#"/>
</p:tagLst>
</file>

<file path=ppt/tags/tag320.xml><?xml version="1.0" encoding="utf-8"?>
<p:tagLst xmlns:p="http://schemas.openxmlformats.org/presentationml/2006/main">
  <p:tag name="KSO_WM_UNIT_INDEX" val="10"/>
  <p:tag name="KSO_WM_UNIT_TYPE" val="f"/>
  <p:tag name="KSO_WM_UNIT_SUBTYPE" val="a"/>
  <p:tag name="KSO_WM_BEAUTIFY_FLAG" val="#wm#"/>
</p:tagLst>
</file>

<file path=ppt/tags/tag321.xml><?xml version="1.0" encoding="utf-8"?>
<p:tagLst xmlns:p="http://schemas.openxmlformats.org/presentationml/2006/main">
  <p:tag name="KSO_WM_UNIT_INDEX" val="6"/>
  <p:tag name="KSO_WM_UNIT_TYPE" val="i"/>
  <p:tag name="KSO_WM_BEAUTIFY_FLAG" val="#wm#"/>
</p:tagLst>
</file>

<file path=ppt/tags/tag322.xml><?xml version="1.0" encoding="utf-8"?>
<p:tagLst xmlns:p="http://schemas.openxmlformats.org/presentationml/2006/main">
  <p:tag name="KSO_WM_UNIT_INDEX" val="8"/>
  <p:tag name="KSO_WM_UNIT_TYPE" val="f"/>
  <p:tag name="KSO_WM_UNIT_SUBTYPE" val="a"/>
  <p:tag name="KSO_WM_BEAUTIFY_FLAG" val="#wm#"/>
</p:tagLst>
</file>

<file path=ppt/tags/tag323.xml><?xml version="1.0" encoding="utf-8"?>
<p:tagLst xmlns:p="http://schemas.openxmlformats.org/presentationml/2006/main">
  <p:tag name="KSO_WM_UNIT_INDEX" val="4"/>
  <p:tag name="KSO_WM_UNIT_TYPE" val="i"/>
  <p:tag name="KSO_WM_BEAUTIFY_FLAG" val="#wm#"/>
</p:tagLst>
</file>

<file path=ppt/tags/tag324.xml><?xml version="1.0" encoding="utf-8"?>
<p:tagLst xmlns:p="http://schemas.openxmlformats.org/presentationml/2006/main">
  <p:tag name="KSO_WM_UNIT_INDEX" val="9"/>
  <p:tag name="KSO_WM_UNIT_TYPE" val="f"/>
  <p:tag name="KSO_WM_UNIT_SUBTYPE" val="a"/>
  <p:tag name="KSO_WM_BEAUTIFY_FLAG" val="#wm#"/>
</p:tagLst>
</file>

<file path=ppt/tags/tag325.xml><?xml version="1.0" encoding="utf-8"?>
<p:tagLst xmlns:p="http://schemas.openxmlformats.org/presentationml/2006/main">
  <p:tag name="KSO_WM_UNIT_INDEX" val="5"/>
  <p:tag name="KSO_WM_UNIT_TYPE" val="i"/>
  <p:tag name="KSO_WM_BEAUTIFY_FLAG" val="#wm#"/>
</p:tagLst>
</file>

<file path=ppt/tags/tag326.xml><?xml version="1.0" encoding="utf-8"?>
<p:tagLst xmlns:p="http://schemas.openxmlformats.org/presentationml/2006/main">
  <p:tag name="KSO_WM_UNIT_INDEX" val="7"/>
  <p:tag name="KSO_WM_UNIT_TYPE" val="f"/>
  <p:tag name="KSO_WM_UNIT_SUBTYPE" val="a"/>
  <p:tag name="KSO_WM_BEAUTIFY_FLAG" val="#wm#"/>
</p:tagLst>
</file>

<file path=ppt/tags/tag327.xml><?xml version="1.0" encoding="utf-8"?>
<p:tagLst xmlns:p="http://schemas.openxmlformats.org/presentationml/2006/main">
  <p:tag name="KSO_WM_UNIT_INDEX" val="2"/>
  <p:tag name="KSO_WM_UNIT_TYPE" val="f"/>
  <p:tag name="KSO_WM_UNIT_SUBTYPE" val="a"/>
  <p:tag name="KSO_WM_BEAUTIFY_FLAG" val="#wm#"/>
</p:tagLst>
</file>

<file path=ppt/tags/tag328.xml><?xml version="1.0" encoding="utf-8"?>
<p:tagLst xmlns:p="http://schemas.openxmlformats.org/presentationml/2006/main">
  <p:tag name="KSO_WM_UNIT_INDEX" val="3"/>
  <p:tag name="KSO_WM_UNIT_TYPE" val="f"/>
  <p:tag name="KSO_WM_UNIT_SUBTYPE" val="a"/>
  <p:tag name="KSO_WM_BEAUTIFY_FLAG" val="#wm#"/>
</p:tagLst>
</file>

<file path=ppt/tags/tag329.xml><?xml version="1.0" encoding="utf-8"?>
<p:tagLst xmlns:p="http://schemas.openxmlformats.org/presentationml/2006/main">
  <p:tag name="KSO_WM_UNIT_INDEX" val="16"/>
  <p:tag name="KSO_WM_UNIT_TYPE" val="i"/>
  <p:tag name="KSO_WM_BEAUTIFY_FLAG" val="#wm#"/>
</p:tagLst>
</file>

<file path=ppt/tags/tag330.xml><?xml version="1.0" encoding="utf-8"?>
<p:tagLst xmlns:p="http://schemas.openxmlformats.org/presentationml/2006/main">
  <p:tag name="KSO_WM_UNIT_INDEX" val="47"/>
  <p:tag name="KSO_WM_UNIT_TYPE" val="f"/>
  <p:tag name="KSO_WM_UNIT_SUBTYPE" val="a"/>
  <p:tag name="KSO_WM_BEAUTIFY_FLAG" val="#wm#"/>
</p:tagLst>
</file>

<file path=ppt/tags/tag331.xml><?xml version="1.0" encoding="utf-8"?>
<p:tagLst xmlns:p="http://schemas.openxmlformats.org/presentationml/2006/main">
  <p:tag name="KSO_WM_UNIT_INDEX" val="48"/>
  <p:tag name="KSO_WM_UNIT_TYPE" val="f"/>
  <p:tag name="KSO_WM_UNIT_SUBTYPE" val="a"/>
  <p:tag name="KSO_WM_BEAUTIFY_FLAG" val="#wm#"/>
</p:tagLst>
</file>

<file path=ppt/tags/tag332.xml><?xml version="1.0" encoding="utf-8"?>
<p:tagLst xmlns:p="http://schemas.openxmlformats.org/presentationml/2006/main">
  <p:tag name="KSO_WM_UNIT_INDEX" val="49"/>
  <p:tag name="KSO_WM_UNIT_TYPE" val="f"/>
  <p:tag name="KSO_WM_UNIT_SUBTYPE" val="a"/>
  <p:tag name="KSO_WM_BEAUTIFY_FLAG" val="#wm#"/>
</p:tagLst>
</file>

<file path=ppt/tags/tag333.xml><?xml version="1.0" encoding="utf-8"?>
<p:tagLst xmlns:p="http://schemas.openxmlformats.org/presentationml/2006/main">
  <p:tag name="KSO_WM_UNIT_INDEX" val="17"/>
  <p:tag name="KSO_WM_UNIT_TYPE" val="i"/>
  <p:tag name="KSO_WM_BEAUTIFY_FLAG" val="#wm#"/>
</p:tagLst>
</file>

<file path=ppt/tags/tag334.xml><?xml version="1.0" encoding="utf-8"?>
<p:tagLst xmlns:p="http://schemas.openxmlformats.org/presentationml/2006/main">
  <p:tag name="KSO_WM_UNIT_INDEX" val="18"/>
  <p:tag name="KSO_WM_UNIT_TYPE" val="i"/>
  <p:tag name="KSO_WM_BEAUTIFY_FLAG" val="#wm#"/>
</p:tagLst>
</file>

<file path=ppt/tags/tag335.xml><?xml version="1.0" encoding="utf-8"?>
<p:tagLst xmlns:p="http://schemas.openxmlformats.org/presentationml/2006/main">
  <p:tag name="KSO_WM_UNIT_INDEX" val="20"/>
  <p:tag name="KSO_WM_UNIT_TYPE" val="f"/>
  <p:tag name="KSO_WM_UNIT_SUBTYPE" val="a"/>
  <p:tag name="KSO_WM_BEAUTIFY_FLAG" val="#wm#"/>
</p:tagLst>
</file>

<file path=ppt/tags/tag336.xml><?xml version="1.0" encoding="utf-8"?>
<p:tagLst xmlns:p="http://schemas.openxmlformats.org/presentationml/2006/main">
  <p:tag name="KSO_WM_UNIT_INDEX" val="21"/>
  <p:tag name="KSO_WM_UNIT_TYPE" val="f"/>
  <p:tag name="KSO_WM_UNIT_SUBTYPE" val="a"/>
  <p:tag name="KSO_WM_BEAUTIFY_FLAG" val="#wm#"/>
</p:tagLst>
</file>

<file path=ppt/tags/tag337.xml><?xml version="1.0" encoding="utf-8"?>
<p:tagLst xmlns:p="http://schemas.openxmlformats.org/presentationml/2006/main">
  <p:tag name="KSO_WM_UNIT_INDEX" val="22"/>
  <p:tag name="KSO_WM_UNIT_TYPE" val="f"/>
  <p:tag name="KSO_WM_UNIT_SUBTYPE" val="a"/>
  <p:tag name="KSO_WM_BEAUTIFY_FLAG" val="#wm#"/>
</p:tagLst>
</file>

<file path=ppt/tags/tag338.xml><?xml version="1.0" encoding="utf-8"?>
<p:tagLst xmlns:p="http://schemas.openxmlformats.org/presentationml/2006/main">
  <p:tag name="KSO_WM_UNIT_INDEX" val="23"/>
  <p:tag name="KSO_WM_UNIT_TYPE" val="f"/>
  <p:tag name="KSO_WM_UNIT_SUBTYPE" val="a"/>
  <p:tag name="KSO_WM_BEAUTIFY_FLAG" val="#wm#"/>
</p:tagLst>
</file>

<file path=ppt/tags/tag339.xml><?xml version="1.0" encoding="utf-8"?>
<p:tagLst xmlns:p="http://schemas.openxmlformats.org/presentationml/2006/main">
  <p:tag name="KSO_WM_UNIT_INDEX" val="24"/>
  <p:tag name="KSO_WM_UNIT_TYPE" val="f"/>
  <p:tag name="KSO_WM_UNIT_SUBTYPE" val="a"/>
  <p:tag name="KSO_WM_BEAUTIFY_FLAG" val="#wm#"/>
</p:tagLst>
</file>

<file path=ppt/tags/tag340.xml><?xml version="1.0" encoding="utf-8"?>
<p:tagLst xmlns:p="http://schemas.openxmlformats.org/presentationml/2006/main">
  <p:tag name="KSO_WM_UNIT_INDEX" val="25"/>
  <p:tag name="KSO_WM_UNIT_TYPE" val="f"/>
  <p:tag name="KSO_WM_UNIT_SUBTYPE" val="a"/>
  <p:tag name="KSO_WM_BEAUTIFY_FLAG" val="#wm#"/>
</p:tagLst>
</file>

<file path=ppt/tags/tag341.xml><?xml version="1.0" encoding="utf-8"?>
<p:tagLst xmlns:p="http://schemas.openxmlformats.org/presentationml/2006/main">
  <p:tag name="KSO_WM_UNIT_INDEX" val="19"/>
  <p:tag name="KSO_WM_UNIT_TYPE" val="i"/>
  <p:tag name="KSO_WM_BEAUTIFY_FLAG" val="#wm#"/>
</p:tagLst>
</file>

<file path=ppt/tags/tag342.xml><?xml version="1.0" encoding="utf-8"?>
<p:tagLst xmlns:p="http://schemas.openxmlformats.org/presentationml/2006/main">
  <p:tag name="KSO_WM_UNIT_INDEX" val="26"/>
  <p:tag name="KSO_WM_UNIT_TYPE" val="i"/>
  <p:tag name="KSO_WM_BEAUTIFY_FLAG" val="#wm#"/>
</p:tagLst>
</file>

<file path=ppt/tags/tag343.xml><?xml version="1.0" encoding="utf-8"?>
<p:tagLst xmlns:p="http://schemas.openxmlformats.org/presentationml/2006/main">
  <p:tag name="KSO_WM_UNIT_INDEX" val="28"/>
  <p:tag name="KSO_WM_UNIT_TYPE" val="f"/>
  <p:tag name="KSO_WM_UNIT_SUBTYPE" val="a"/>
  <p:tag name="KSO_WM_BEAUTIFY_FLAG" val="#wm#"/>
</p:tagLst>
</file>

<file path=ppt/tags/tag344.xml><?xml version="1.0" encoding="utf-8"?>
<p:tagLst xmlns:p="http://schemas.openxmlformats.org/presentationml/2006/main">
  <p:tag name="KSO_WM_UNIT_INDEX" val="29"/>
  <p:tag name="KSO_WM_UNIT_TYPE" val="f"/>
  <p:tag name="KSO_WM_UNIT_SUBTYPE" val="a"/>
  <p:tag name="KSO_WM_BEAUTIFY_FLAG" val="#wm#"/>
</p:tagLst>
</file>

<file path=ppt/tags/tag345.xml><?xml version="1.0" encoding="utf-8"?>
<p:tagLst xmlns:p="http://schemas.openxmlformats.org/presentationml/2006/main">
  <p:tag name="KSO_WM_UNIT_INDEX" val="32"/>
  <p:tag name="KSO_WM_UNIT_TYPE" val="f"/>
  <p:tag name="KSO_WM_UNIT_SUBTYPE" val="a"/>
  <p:tag name="KSO_WM_BEAUTIFY_FLAG" val="#wm#"/>
</p:tagLst>
</file>

<file path=ppt/tags/tag346.xml><?xml version="1.0" encoding="utf-8"?>
<p:tagLst xmlns:p="http://schemas.openxmlformats.org/presentationml/2006/main">
  <p:tag name="KSO_WM_UNIT_INDEX" val="31"/>
  <p:tag name="KSO_WM_UNIT_TYPE" val="f"/>
  <p:tag name="KSO_WM_UNIT_SUBTYPE" val="a"/>
  <p:tag name="KSO_WM_BEAUTIFY_FLAG" val="#wm#"/>
</p:tagLst>
</file>

<file path=ppt/tags/tag347.xml><?xml version="1.0" encoding="utf-8"?>
<p:tagLst xmlns:p="http://schemas.openxmlformats.org/presentationml/2006/main">
  <p:tag name="KSO_WM_UNIT_INDEX" val="27"/>
  <p:tag name="KSO_WM_UNIT_TYPE" val="i"/>
  <p:tag name="KSO_WM_BEAUTIFY_FLAG" val="#wm#"/>
</p:tagLst>
</file>

<file path=ppt/tags/tag348.xml><?xml version="1.0" encoding="utf-8"?>
<p:tagLst xmlns:p="http://schemas.openxmlformats.org/presentationml/2006/main">
  <p:tag name="KSO_WM_UNIT_INDEX" val="13"/>
  <p:tag name="KSO_WM_UNIT_TYPE" val="i"/>
  <p:tag name="KSO_WM_BEAUTIFY_FLAG" val="#wm#"/>
</p:tagLst>
</file>

<file path=ppt/tags/tag349.xml><?xml version="1.0" encoding="utf-8"?>
<p:tagLst xmlns:p="http://schemas.openxmlformats.org/presentationml/2006/main">
  <p:tag name="KSO_WM_UNIT_INDEX" val="11"/>
  <p:tag name="KSO_WM_UNIT_TYPE" val="f"/>
  <p:tag name="KSO_WM_UNIT_SUBTYPE" val="a"/>
  <p:tag name="KSO_WM_BEAUTIFY_FLAG" val="#wm#"/>
</p:tagLst>
</file>

<file path=ppt/tags/tag350.xml><?xml version="1.0" encoding="utf-8"?>
<p:tagLst xmlns:p="http://schemas.openxmlformats.org/presentationml/2006/main">
  <p:tag name="KSO_WM_UNIT_INDEX" val="14"/>
  <p:tag name="KSO_WM_UNIT_TYPE" val="i"/>
  <p:tag name="KSO_WM_BEAUTIFY_FLAG" val="#wm#"/>
</p:tagLst>
</file>

<file path=ppt/tags/tag351.xml><?xml version="1.0" encoding="utf-8"?>
<p:tagLst xmlns:p="http://schemas.openxmlformats.org/presentationml/2006/main">
  <p:tag name="KSO_WM_UNIT_INDEX" val="15"/>
  <p:tag name="KSO_WM_UNIT_TYPE" val="i"/>
  <p:tag name="KSO_WM_BEAUTIFY_FLAG" val="#wm#"/>
</p:tagLst>
</file>

<file path=ppt/tags/tag352.xml><?xml version="1.0" encoding="utf-8"?>
<p:tagLst xmlns:p="http://schemas.openxmlformats.org/presentationml/2006/main">
  <p:tag name="KSO_WM_UNIT_INDEX" val="12"/>
  <p:tag name="KSO_WM_UNIT_TYPE" val="i"/>
  <p:tag name="KSO_WM_BEAUTIFY_FLAG" val="#wm#"/>
</p:tagLst>
</file>

<file path=ppt/tags/tag353.xml><?xml version="1.0" encoding="utf-8"?>
<p:tagLst xmlns:p="http://schemas.openxmlformats.org/presentationml/2006/main">
  <p:tag name="KSO_WM_UNIT_INDEX" val="1"/>
  <p:tag name="KSO_WM_UNIT_TYPE" val="a"/>
  <p:tag name="KSO_WM_BEAUTIFY_FLAG" val="#wm#"/>
  <p:tag name="KSO_WM_UNIT_ISCONTENTSTITLE" val="0"/>
  <p:tag name="KSO_WM_UNIT_ISNUMDGMTITLE" val="0"/>
  <p:tag name="KSO_WM_UNIT_PRESET_TEXT" val="正文页-预设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ID" val="_7*a*1"/>
  <p:tag name="KSO_WM_UNIT_LAYERLEVEL" val="1"/>
  <p:tag name="KSO_WM_TAG_VERSION" val="3.0"/>
  <p:tag name="KSO_WM_UNIT_CONTENT_GROUP_TYPE" val="titlestyle"/>
</p:tagLst>
</file>

<file path=ppt/tags/tag354.xml><?xml version="1.0" encoding="utf-8"?>
<p:tagLst xmlns:p="http://schemas.openxmlformats.org/presentationml/2006/main">
  <p:tag name="KSO_WM_SLIDE_TYPE" val="text"/>
  <p:tag name="KSO_WM_BEAUTIFY_FLAG" val="#wm#"/>
  <p:tag name="KSO_WM_SLIDE_ID" val="custom20230314_8"/>
  <p:tag name="KSO_WM_TEMPLATE_SUBCATEGORY" val="29"/>
  <p:tag name="KSO_WM_TEMPLATE_MASTER_TYPE" val="0"/>
  <p:tag name="KSO_WM_TEMPLATE_COLOR_TYPE" val="0"/>
  <p:tag name="KSO_WM_SLIDE_ITEM_CNT" val="0"/>
  <p:tag name="KSO_WM_SLIDE_INDEX" val="8"/>
  <p:tag name="KSO_WM_TAG_VERSION" val="3.0"/>
  <p:tag name="KSO_WM_TEMPLATE_CATEGORY" val="custom"/>
  <p:tag name="KSO_WM_TEMPLATE_INDEX" val="20230314"/>
  <p:tag name="KSO_WM_SLIDE_SUBTYPE" val="pureTxt"/>
  <p:tag name="KSO_WM_SLIDE_SIZE" val="850*458"/>
  <p:tag name="KSO_WM_SLIDE_POSITION" val="54*28"/>
  <p:tag name="KSO_WM_SLIDE_LAYOUT" val="a_f"/>
  <p:tag name="KSO_WM_SLIDE_LAYOUT_CNT" val="1_1"/>
  <p:tag name="KSO_WM_SPECIAL_SOURCE" val="bdnull"/>
  <p:tag name="KSO_WM_SLIDE_LAYOUT_NAME" val="标题和内容"/>
</p:tagLst>
</file>

<file path=ppt/tags/tag355.xml><?xml version="1.0" encoding="utf-8"?>
<p:tagLst xmlns:p="http://schemas.openxmlformats.org/presentationml/2006/main">
  <p:tag name="KSO_WM_UNIT_INDEX" val="3"/>
  <p:tag name="KSO_WM_UNIT_TYPE" val="f"/>
  <p:tag name="KSO_WM_UNIT_SUBTYPE" val="a"/>
  <p:tag name="KSO_WM_BEAUTIFY_FLAG" val="#wm#"/>
</p:tagLst>
</file>

<file path=ppt/tags/tag356.xml><?xml version="1.0" encoding="utf-8"?>
<p:tagLst xmlns:p="http://schemas.openxmlformats.org/presentationml/2006/main">
  <p:tag name="KSO_WM_UNIT_INDEX" val="2"/>
  <p:tag name="KSO_WM_UNIT_TYPE" val="f"/>
  <p:tag name="KSO_WM_UNIT_SUBTYPE" val="a"/>
  <p:tag name="KSO_WM_BEAUTIFY_FLAG" val="#wm#"/>
</p:tagLst>
</file>

<file path=ppt/tags/tag357.xml><?xml version="1.0" encoding="utf-8"?>
<p:tagLst xmlns:p="http://schemas.openxmlformats.org/presentationml/2006/main">
  <p:tag name="KSO_WM_UNIT_INDEX" val="7"/>
  <p:tag name="KSO_WM_UNIT_TYPE" val="f"/>
  <p:tag name="KSO_WM_UNIT_SUBTYPE" val="a"/>
  <p:tag name="KSO_WM_BEAUTIFY_FLAG" val="#wm#"/>
</p:tagLst>
</file>

<file path=ppt/tags/tag358.xml><?xml version="1.0" encoding="utf-8"?>
<p:tagLst xmlns:p="http://schemas.openxmlformats.org/presentationml/2006/main">
  <p:tag name="KSO_WM_UNIT_INDEX" val="1"/>
  <p:tag name="KSO_WM_UNIT_TYPE" val="a"/>
  <p:tag name="KSO_WM_BEAUTIFY_FLAG" val="#wm#"/>
  <p:tag name="KSO_WM_UNIT_ISCONTENTSTITLE" val="0"/>
  <p:tag name="KSO_WM_UNIT_ISNUMDGMTITLE" val="0"/>
  <p:tag name="KSO_WM_UNIT_PRESET_TEXT" val="单击此处添加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ID" val="_2*a*1"/>
  <p:tag name="KSO_WM_UNIT_LAYERLEVEL" val="1"/>
  <p:tag name="KSO_WM_TAG_VERSION" val="3.0"/>
  <p:tag name="KSO_WM_UNIT_CONTENT_GROUP_TYPE" val="titlestyle"/>
</p:tagLst>
</file>

<file path=ppt/tags/tag359.xml><?xml version="1.0" encoding="utf-8"?>
<p:tagLst xmlns:p="http://schemas.openxmlformats.org/presentationml/2006/main">
  <p:tag name="KSO_WM_SLIDE_TYPE" val="text"/>
  <p:tag name="KSO_WM_BEAUTIFY_FLAG" val="#wm#"/>
  <p:tag name="KSO_WM_SLIDE_ID" val="custom20230314_8"/>
  <p:tag name="KSO_WM_TEMPLATE_SUBCATEGORY" val="29"/>
  <p:tag name="KSO_WM_TEMPLATE_MASTER_TYPE" val="0"/>
  <p:tag name="KSO_WM_TEMPLATE_COLOR_TYPE" val="0"/>
  <p:tag name="KSO_WM_SLIDE_ITEM_CNT" val="0"/>
  <p:tag name="KSO_WM_SLIDE_INDEX" val="8"/>
  <p:tag name="KSO_WM_TAG_VERSION" val="3.0"/>
  <p:tag name="KSO_WM_TEMPLATE_CATEGORY" val="custom"/>
  <p:tag name="KSO_WM_TEMPLATE_INDEX" val="20230314"/>
  <p:tag name="KSO_WM_SLIDE_SUBTYPE" val="pureTxt"/>
  <p:tag name="KSO_WM_SLIDE_SIZE" val="850*458"/>
  <p:tag name="KSO_WM_SLIDE_POSITION" val="54*28"/>
  <p:tag name="KSO_WM_SLIDE_LAYOUT" val="a_f"/>
  <p:tag name="KSO_WM_SLIDE_LAYOUT_CNT" val="1_1"/>
  <p:tag name="KSO_WM_SPECIAL_SOURCE" val="bdnull"/>
  <p:tag name="KSO_WM_SLIDE_LAYOUT_NAME" val="标题和内容"/>
</p:tagLst>
</file>

<file path=ppt/tags/tag360.xml><?xml version="1.0" encoding="utf-8"?>
<p:tagLst xmlns:p="http://schemas.openxmlformats.org/presentationml/2006/main">
  <p:tag name="KSO_WM_UNIT_INDEX" val="3"/>
  <p:tag name="KSO_WM_UNIT_TYPE" val="f"/>
  <p:tag name="KSO_WM_UNIT_SUBTYPE" val="a"/>
  <p:tag name="KSO_WM_BEAUTIFY_FLAG" val="#wm#"/>
</p:tagLst>
</file>

<file path=ppt/tags/tag361.xml><?xml version="1.0" encoding="utf-8"?>
<p:tagLst xmlns:p="http://schemas.openxmlformats.org/presentationml/2006/main">
  <p:tag name="KSO_WM_UNIT_INDEX" val="2"/>
  <p:tag name="KSO_WM_UNIT_TYPE" val="a"/>
  <p:tag name="KSO_WM_BEAUTIFY_FLAG" val="#wm#"/>
</p:tagLst>
</file>

<file path=ppt/tags/tag362.xml><?xml version="1.0" encoding="utf-8"?>
<p:tagLst xmlns:p="http://schemas.openxmlformats.org/presentationml/2006/main">
  <p:tag name="KSO_WM_UNIT_INDEX" val="4"/>
  <p:tag name="KSO_WM_UNIT_TYPE" val="f"/>
  <p:tag name="KSO_WM_UNIT_SUBTYPE" val="a"/>
  <p:tag name="KSO_WM_BEAUTIFY_FLAG" val="#wm#"/>
</p:tagLst>
</file>

<file path=ppt/tags/tag363.xml><?xml version="1.0" encoding="utf-8"?>
<p:tagLst xmlns:p="http://schemas.openxmlformats.org/presentationml/2006/main">
  <p:tag name="KSO_WM_UNIT_INDEX" val="1"/>
  <p:tag name="KSO_WM_UNIT_TYPE" val="a"/>
  <p:tag name="KSO_WM_BEAUTIFY_FLAG" val="#wm#"/>
  <p:tag name="KSO_WM_UNIT_ISCONTENTSTITLE" val="0"/>
  <p:tag name="KSO_WM_UNIT_ISNUMDGMTITLE" val="0"/>
  <p:tag name="KSO_WM_UNIT_PRESET_TEXT" val="单击此处添加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ID" val="_2*a*1"/>
  <p:tag name="KSO_WM_UNIT_LAYERLEVEL" val="1"/>
  <p:tag name="KSO_WM_TAG_VERSION" val="3.0"/>
  <p:tag name="KSO_WM_UNIT_CONTENT_GROUP_TYPE" val="titlestyle"/>
</p:tagLst>
</file>

<file path=ppt/tags/tag364.xml><?xml version="1.0" encoding="utf-8"?>
<p:tagLst xmlns:p="http://schemas.openxmlformats.org/presentationml/2006/main">
  <p:tag name="KSO_WM_UNIT_INDEX" val="3"/>
  <p:tag name="KSO_WM_UNIT_TYPE" val="f"/>
  <p:tag name="KSO_WM_UNIT_SUBTYPE" val="a"/>
  <p:tag name="KSO_WM_BEAUTIFY_FLAG" val="#wm#"/>
</p:tagLst>
</file>

<file path=ppt/tags/tag365.xml><?xml version="1.0" encoding="utf-8"?>
<p:tagLst xmlns:p="http://schemas.openxmlformats.org/presentationml/2006/main">
  <p:tag name="KSO_WM_UNIT_INDEX" val="2"/>
  <p:tag name="KSO_WM_UNIT_TYPE" val="f"/>
  <p:tag name="KSO_WM_UNIT_SUBTYPE" val="a"/>
  <p:tag name="KSO_WM_BEAUTIFY_FLAG" val="#wm#"/>
</p:tagLst>
</file>

<file path=ppt/tags/tag366.xml><?xml version="1.0" encoding="utf-8"?>
<p:tagLst xmlns:p="http://schemas.openxmlformats.org/presentationml/2006/main">
  <p:tag name="KSO_WM_SLIDE_TYPE" val="text"/>
  <p:tag name="KSO_WM_BEAUTIFY_FLAG" val="#wm#"/>
  <p:tag name="KSO_WM_SLIDE_ID" val="custom20230314_8"/>
  <p:tag name="KSO_WM_TEMPLATE_SUBCATEGORY" val="29"/>
  <p:tag name="KSO_WM_TEMPLATE_MASTER_TYPE" val="0"/>
  <p:tag name="KSO_WM_TEMPLATE_COLOR_TYPE" val="0"/>
  <p:tag name="KSO_WM_SLIDE_ITEM_CNT" val="0"/>
  <p:tag name="KSO_WM_SLIDE_INDEX" val="8"/>
  <p:tag name="KSO_WM_TAG_VERSION" val="3.0"/>
  <p:tag name="KSO_WM_TEMPLATE_CATEGORY" val="custom"/>
  <p:tag name="KSO_WM_TEMPLATE_INDEX" val="20230314"/>
  <p:tag name="KSO_WM_SLIDE_SUBTYPE" val="pureTxt"/>
  <p:tag name="KSO_WM_SLIDE_SIZE" val="850*458"/>
  <p:tag name="KSO_WM_SLIDE_POSITION" val="54*28"/>
  <p:tag name="KSO_WM_SLIDE_LAYOUT" val="a_f"/>
  <p:tag name="KSO_WM_SLIDE_LAYOUT_CNT" val="1_1"/>
  <p:tag name="KSO_WM_SPECIAL_SOURCE" val="bdnull"/>
  <p:tag name="KSO_WM_SLIDE_LAYOUT_NAME" val="标题和内容"/>
</p:tagLst>
</file>

<file path=ppt/tags/tag367.xml><?xml version="1.0" encoding="utf-8"?>
<p:tagLst xmlns:p="http://schemas.openxmlformats.org/presentationml/2006/main">
  <p:tag name="KSO_WM_UNIT_INDEX" val="3"/>
  <p:tag name="KSO_WM_UNIT_TYPE" val="f"/>
  <p:tag name="KSO_WM_UNIT_SUBTYPE" val="a"/>
  <p:tag name="KSO_WM_BEAUTIFY_FLAG" val="#wm#"/>
</p:tagLst>
</file>

<file path=ppt/tags/tag368.xml><?xml version="1.0" encoding="utf-8"?>
<p:tagLst xmlns:p="http://schemas.openxmlformats.org/presentationml/2006/main">
  <p:tag name="KSO_WM_UNIT_INDEX" val="2"/>
  <p:tag name="KSO_WM_UNIT_TYPE" val="f"/>
  <p:tag name="KSO_WM_UNIT_SUBTYPE" val="a"/>
  <p:tag name="KSO_WM_BEAUTIFY_FLAG" val="#wm#"/>
</p:tagLst>
</file>

<file path=ppt/tags/tag369.xml><?xml version="1.0" encoding="utf-8"?>
<p:tagLst xmlns:p="http://schemas.openxmlformats.org/presentationml/2006/main">
  <p:tag name="KSO_WM_UNIT_INDEX" val="4"/>
  <p:tag name="KSO_WM_UNIT_TYPE" val="f"/>
  <p:tag name="KSO_WM_UNIT_SUBTYPE" val="a"/>
  <p:tag name="KSO_WM_BEAUTIFY_FLAG" val="#wm#"/>
</p:tagLst>
</file>

<file path=ppt/tags/tag370.xml><?xml version="1.0" encoding="utf-8"?>
<p:tagLst xmlns:p="http://schemas.openxmlformats.org/presentationml/2006/main">
  <p:tag name="KSO_WM_UNIT_INDEX" val="5"/>
  <p:tag name="KSO_WM_UNIT_TYPE" val="f"/>
  <p:tag name="KSO_WM_UNIT_SUBTYPE" val="a"/>
  <p:tag name="KSO_WM_BEAUTIFY_FLAG" val="#wm#"/>
</p:tagLst>
</file>

<file path=ppt/tags/tag371.xml><?xml version="1.0" encoding="utf-8"?>
<p:tagLst xmlns:p="http://schemas.openxmlformats.org/presentationml/2006/main">
  <p:tag name="KSO_WM_UNIT_INDEX" val="1"/>
  <p:tag name="KSO_WM_UNIT_TYPE" val="a"/>
  <p:tag name="KSO_WM_BEAUTIFY_FLAG" val="#wm#"/>
  <p:tag name="KSO_WM_UNIT_ISCONTENTSTITLE" val="0"/>
  <p:tag name="KSO_WM_UNIT_ISNUMDGMTITLE" val="0"/>
  <p:tag name="KSO_WM_UNIT_PRESET_TEXT" val="单击此处添加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ID" val="_2*a*1"/>
  <p:tag name="KSO_WM_UNIT_LAYERLEVEL" val="1"/>
  <p:tag name="KSO_WM_TAG_VERSION" val="3.0"/>
  <p:tag name="KSO_WM_UNIT_CONTENT_GROUP_TYPE" val="titlestyle"/>
</p:tagLst>
</file>

<file path=ppt/tags/tag372.xml><?xml version="1.0" encoding="utf-8"?>
<p:tagLst xmlns:p="http://schemas.openxmlformats.org/presentationml/2006/main">
  <p:tag name="KSO_WM_UNIT_INDEX" val="3"/>
  <p:tag name="KSO_WM_UNIT_TYPE" val="f"/>
  <p:tag name="KSO_WM_UNIT_SUBTYPE" val="a"/>
  <p:tag name="KSO_WM_BEAUTIFY_FLAG" val="#wm#"/>
</p:tagLst>
</file>

<file path=ppt/tags/tag373.xml><?xml version="1.0" encoding="utf-8"?>
<p:tagLst xmlns:p="http://schemas.openxmlformats.org/presentationml/2006/main">
  <p:tag name="KSO_WM_SLIDE_TYPE" val="text"/>
  <p:tag name="KSO_WM_BEAUTIFY_FLAG" val="#wm#"/>
  <p:tag name="KSO_WM_SLIDE_ID" val="custom20230314_8"/>
  <p:tag name="KSO_WM_TEMPLATE_SUBCATEGORY" val="29"/>
  <p:tag name="KSO_WM_TEMPLATE_MASTER_TYPE" val="0"/>
  <p:tag name="KSO_WM_TEMPLATE_COLOR_TYPE" val="0"/>
  <p:tag name="KSO_WM_SLIDE_ITEM_CNT" val="0"/>
  <p:tag name="KSO_WM_SLIDE_INDEX" val="8"/>
  <p:tag name="KSO_WM_TAG_VERSION" val="3.0"/>
  <p:tag name="KSO_WM_TEMPLATE_CATEGORY" val="custom"/>
  <p:tag name="KSO_WM_TEMPLATE_INDEX" val="20230314"/>
  <p:tag name="KSO_WM_SLIDE_SUBTYPE" val="pureTxt"/>
  <p:tag name="KSO_WM_SLIDE_SIZE" val="850*458"/>
  <p:tag name="KSO_WM_SLIDE_POSITION" val="54*28"/>
  <p:tag name="KSO_WM_SLIDE_LAYOUT" val="a_f"/>
  <p:tag name="KSO_WM_SLIDE_LAYOUT_CNT" val="1_1"/>
  <p:tag name="KSO_WM_SPECIAL_SOURCE" val="bdnull"/>
  <p:tag name="KSO_WM_SLIDE_LAYOUT_NAME" val="标题和内容"/>
</p:tagLst>
</file>

<file path=ppt/tags/tag374.xml><?xml version="1.0" encoding="utf-8"?>
<p:tagLst xmlns:p="http://schemas.openxmlformats.org/presentationml/2006/main">
  <p:tag name="KSO_WM_UNIT_INDEX" val="2"/>
  <p:tag name="KSO_WM_UNIT_TYPE" val="a"/>
  <p:tag name="KSO_WM_BEAUTIFY_FLAG" val="#wm#"/>
</p:tagLst>
</file>

<file path=ppt/tags/tag375.xml><?xml version="1.0" encoding="utf-8"?>
<p:tagLst xmlns:p="http://schemas.openxmlformats.org/presentationml/2006/main">
  <p:tag name="KSO_WM_UNIT_INDEX" val="3"/>
  <p:tag name="KSO_WM_UNIT_TYPE" val="i"/>
  <p:tag name="KSO_WM_BEAUTIFY_FLAG" val="#wm#"/>
</p:tagLst>
</file>

<file path=ppt/tags/tag376.xml><?xml version="1.0" encoding="utf-8"?>
<p:tagLst xmlns:p="http://schemas.openxmlformats.org/presentationml/2006/main">
  <p:tag name="KSO_WM_UNIT_INDEX" val="4"/>
  <p:tag name="KSO_WM_UNIT_TYPE" val="f"/>
  <p:tag name="KSO_WM_UNIT_SUBTYPE" val="a"/>
  <p:tag name="KSO_WM_BEAUTIFY_FLAG" val="#wm#"/>
</p:tagLst>
</file>

<file path=ppt/tags/tag377.xml><?xml version="1.0" encoding="utf-8"?>
<p:tagLst xmlns:p="http://schemas.openxmlformats.org/presentationml/2006/main">
  <p:tag name="KSO_WM_UNIT_INDEX" val="5"/>
  <p:tag name="KSO_WM_UNIT_TYPE" val="f"/>
  <p:tag name="KSO_WM_UNIT_SUBTYPE" val="a"/>
  <p:tag name="KSO_WM_BEAUTIFY_FLAG" val="#wm#"/>
</p:tagLst>
</file>

<file path=ppt/tags/tag378.xml><?xml version="1.0" encoding="utf-8"?>
<p:tagLst xmlns:p="http://schemas.openxmlformats.org/presentationml/2006/main">
  <p:tag name="KSO_WM_UNIT_INDEX" val="6"/>
  <p:tag name="KSO_WM_UNIT_TYPE" val="f"/>
  <p:tag name="KSO_WM_UNIT_SUBTYPE" val="a"/>
  <p:tag name="KSO_WM_BEAUTIFY_FLAG" val="#wm#"/>
</p:tagLst>
</file>

<file path=ppt/tags/tag379.xml><?xml version="1.0" encoding="utf-8"?>
<p:tagLst xmlns:p="http://schemas.openxmlformats.org/presentationml/2006/main">
  <p:tag name="KSO_WM_UNIT_INDEX" val="1"/>
  <p:tag name="KSO_WM_UNIT_TYPE" val="a"/>
  <p:tag name="KSO_WM_BEAUTIFY_FLAG" val="#wm#"/>
  <p:tag name="KSO_WM_UNIT_ISCONTENTSTITLE" val="0"/>
  <p:tag name="KSO_WM_UNIT_ISNUMDGMTITLE" val="0"/>
  <p:tag name="KSO_WM_UNIT_PRESET_TEXT" val="单击此处添加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ID" val="_2*a*1"/>
  <p:tag name="KSO_WM_UNIT_LAYERLEVEL" val="1"/>
  <p:tag name="KSO_WM_TAG_VERSION" val="3.0"/>
  <p:tag name="KSO_WM_UNIT_CONTENT_GROUP_TYPE" val="titlestyle"/>
</p:tagLst>
</file>

<file path=ppt/tags/tag380.xml><?xml version="1.0" encoding="utf-8"?>
<p:tagLst xmlns:p="http://schemas.openxmlformats.org/presentationml/2006/main">
  <p:tag name="KSO_WM_UNIT_INDEX" val="7"/>
  <p:tag name="KSO_WM_UNIT_TYPE" val="f"/>
  <p:tag name="KSO_WM_UNIT_SUBTYPE" val="a"/>
  <p:tag name="KSO_WM_BEAUTIFY_FLAG" val="#wm#"/>
</p:tagLst>
</file>

<file path=ppt/tags/tag381.xml><?xml version="1.0" encoding="utf-8"?>
<p:tagLst xmlns:p="http://schemas.openxmlformats.org/presentationml/2006/main">
  <p:tag name="KSO_WM_SLIDE_TYPE" val="text"/>
  <p:tag name="KSO_WM_BEAUTIFY_FLAG" val="#wm#"/>
  <p:tag name="KSO_WM_SLIDE_ID" val="custom20230314_8"/>
  <p:tag name="KSO_WM_TEMPLATE_SUBCATEGORY" val="29"/>
  <p:tag name="KSO_WM_TEMPLATE_MASTER_TYPE" val="0"/>
  <p:tag name="KSO_WM_TEMPLATE_COLOR_TYPE" val="0"/>
  <p:tag name="KSO_WM_SLIDE_ITEM_CNT" val="0"/>
  <p:tag name="KSO_WM_SLIDE_INDEX" val="8"/>
  <p:tag name="KSO_WM_TAG_VERSION" val="3.0"/>
  <p:tag name="KSO_WM_TEMPLATE_CATEGORY" val="custom"/>
  <p:tag name="KSO_WM_TEMPLATE_INDEX" val="20230314"/>
  <p:tag name="KSO_WM_SLIDE_SUBTYPE" val="pureTxt"/>
  <p:tag name="KSO_WM_SLIDE_SIZE" val="850*458"/>
  <p:tag name="KSO_WM_SLIDE_POSITION" val="54*28"/>
  <p:tag name="KSO_WM_SLIDE_LAYOUT" val="a_f"/>
  <p:tag name="KSO_WM_SLIDE_LAYOUT_CNT" val="1_1"/>
  <p:tag name="KSO_WM_SPECIAL_SOURCE" val="bdnull"/>
  <p:tag name="KSO_WM_SLIDE_LAYOUT_NAME" val="标题和内容"/>
</p:tagLst>
</file>

<file path=ppt/tags/tag382.xml><?xml version="1.0" encoding="utf-8"?>
<p:tagLst xmlns:p="http://schemas.openxmlformats.org/presentationml/2006/main">
  <p:tag name="KSO_WM_UNIT_INDEX" val="1"/>
  <p:tag name="KSO_WM_UNIT_TYPE" val="a"/>
  <p:tag name="KSO_WM_BEAUTIFY_FLAG" val="#wm#"/>
  <p:tag name="KSO_WM_UNIT_ISCONTENTSTITLE" val="0"/>
  <p:tag name="KSO_WM_UNIT_ISNUMDGMTITLE" val="0"/>
  <p:tag name="KSO_WM_UNIT_PRESET_TEXT" val="单击此处添加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ID" val="_2*a*1"/>
  <p:tag name="KSO_WM_UNIT_LAYERLEVEL" val="1"/>
  <p:tag name="KSO_WM_TAG_VERSION" val="3.0"/>
  <p:tag name="KSO_WM_UNIT_CONTENT_GROUP_TYPE" val="titlestyle"/>
</p:tagLst>
</file>

<file path=ppt/tags/tag383.xml><?xml version="1.0" encoding="utf-8"?>
<p:tagLst xmlns:p="http://schemas.openxmlformats.org/presentationml/2006/main">
  <p:tag name="KSO_WM_UNIT_INDEX" val="6"/>
  <p:tag name="KSO_WM_UNIT_TYPE" val="f"/>
  <p:tag name="KSO_WM_UNIT_SUBTYPE" val="a"/>
  <p:tag name="KSO_WM_BEAUTIFY_FLAG" val="#wm#"/>
</p:tagLst>
</file>

<file path=ppt/tags/tag384.xml><?xml version="1.0" encoding="utf-8"?>
<p:tagLst xmlns:p="http://schemas.openxmlformats.org/presentationml/2006/main">
  <p:tag name="KSO_WM_SLIDE_TYPE" val="text"/>
  <p:tag name="KSO_WM_BEAUTIFY_FLAG" val="#wm#"/>
  <p:tag name="KSO_WM_SLIDE_ID" val="custom20230314_8"/>
  <p:tag name="KSO_WM_TEMPLATE_SUBCATEGORY" val="29"/>
  <p:tag name="KSO_WM_TEMPLATE_MASTER_TYPE" val="0"/>
  <p:tag name="KSO_WM_TEMPLATE_COLOR_TYPE" val="0"/>
  <p:tag name="KSO_WM_SLIDE_ITEM_CNT" val="0"/>
  <p:tag name="KSO_WM_SLIDE_INDEX" val="8"/>
  <p:tag name="KSO_WM_TAG_VERSION" val="3.0"/>
  <p:tag name="KSO_WM_TEMPLATE_CATEGORY" val="custom"/>
  <p:tag name="KSO_WM_TEMPLATE_INDEX" val="20230314"/>
  <p:tag name="KSO_WM_SLIDE_SUBTYPE" val="pureTxt"/>
  <p:tag name="KSO_WM_SLIDE_SIZE" val="850*458"/>
  <p:tag name="KSO_WM_SLIDE_POSITION" val="54*28"/>
  <p:tag name="KSO_WM_SLIDE_LAYOUT" val="a_f"/>
  <p:tag name="KSO_WM_SLIDE_LAYOUT_CNT" val="1_1"/>
  <p:tag name="KSO_WM_SPECIAL_SOURCE" val="bdnull"/>
  <p:tag name="KSO_WM_SLIDE_LAYOUT_NAME" val="标题和内容"/>
</p:tagLst>
</file>

<file path=ppt/tags/tag385.xml><?xml version="1.0" encoding="utf-8"?>
<p:tagLst xmlns:p="http://schemas.openxmlformats.org/presentationml/2006/main">
  <p:tag name="KSO_WM_UNIT_INDEX" val="1"/>
  <p:tag name="KSO_WM_UNIT_TYPE" val="a"/>
  <p:tag name="KSO_WM_BEAUTIFY_FLAG" val="#wm#"/>
  <p:tag name="KSO_WM_UNIT_ISCONTENTSTITLE" val="0"/>
  <p:tag name="KSO_WM_UNIT_ISNUMDGMTITLE" val="0"/>
  <p:tag name="KSO_WM_UNIT_PRESET_TEXT" val="单击此处添加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ID" val="_2*a*1"/>
  <p:tag name="KSO_WM_UNIT_LAYERLEVEL" val="1"/>
  <p:tag name="KSO_WM_TAG_VERSION" val="3.0"/>
  <p:tag name="KSO_WM_UNIT_CONTENT_GROUP_TYPE" val="titlestyle"/>
</p:tagLst>
</file>

<file path=ppt/tags/tag386.xml><?xml version="1.0" encoding="utf-8"?>
<p:tagLst xmlns:p="http://schemas.openxmlformats.org/presentationml/2006/main">
  <p:tag name="KSO_WM_UNIT_INDEX" val="6"/>
  <p:tag name="KSO_WM_UNIT_TYPE" val="f"/>
  <p:tag name="KSO_WM_UNIT_SUBTYPE" val="a"/>
  <p:tag name="KSO_WM_BEAUTIFY_FLAG" val="#wm#"/>
</p:tagLst>
</file>

<file path=ppt/tags/tag387.xml><?xml version="1.0" encoding="utf-8"?>
<p:tagLst xmlns:p="http://schemas.openxmlformats.org/presentationml/2006/main">
  <p:tag name="KSO_WM_SLIDE_TYPE" val="text"/>
  <p:tag name="KSO_WM_BEAUTIFY_FLAG" val="#wm#"/>
  <p:tag name="KSO_WM_SLIDE_ID" val="custom20230314_8"/>
  <p:tag name="KSO_WM_TEMPLATE_SUBCATEGORY" val="29"/>
  <p:tag name="KSO_WM_TEMPLATE_MASTER_TYPE" val="0"/>
  <p:tag name="KSO_WM_TEMPLATE_COLOR_TYPE" val="0"/>
  <p:tag name="KSO_WM_SLIDE_ITEM_CNT" val="0"/>
  <p:tag name="KSO_WM_SLIDE_INDEX" val="8"/>
  <p:tag name="KSO_WM_TAG_VERSION" val="3.0"/>
  <p:tag name="KSO_WM_TEMPLATE_CATEGORY" val="custom"/>
  <p:tag name="KSO_WM_TEMPLATE_INDEX" val="20230314"/>
  <p:tag name="KSO_WM_SLIDE_SUBTYPE" val="pureTxt"/>
  <p:tag name="KSO_WM_SLIDE_SIZE" val="850*458"/>
  <p:tag name="KSO_WM_SLIDE_POSITION" val="54*28"/>
  <p:tag name="KSO_WM_SLIDE_LAYOUT" val="a_f"/>
  <p:tag name="KSO_WM_SLIDE_LAYOUT_CNT" val="1_1"/>
  <p:tag name="KSO_WM_SPECIAL_SOURCE" val="bdnull"/>
  <p:tag name="KSO_WM_SLIDE_LAYOUT_NAME" val="标题和内容"/>
</p:tagLst>
</file>

<file path=ppt/tags/tag388.xml><?xml version="1.0" encoding="utf-8"?>
<p:tagLst xmlns:p="http://schemas.openxmlformats.org/presentationml/2006/main">
  <p:tag name="KSO_WM_UNIT_INDEX" val="1"/>
  <p:tag name="KSO_WM_UNIT_TYPE" val="a"/>
  <p:tag name="KSO_WM_BEAUTIFY_FLAG" val="#wm#"/>
  <p:tag name="KSO_WM_UNIT_ISCONTENTSTITLE" val="0"/>
  <p:tag name="KSO_WM_UNIT_ISNUMDGMTITLE" val="0"/>
  <p:tag name="KSO_WM_UNIT_PRESET_TEXT" val="单击此处添加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ID" val="_2*a*1"/>
  <p:tag name="KSO_WM_UNIT_LAYERLEVEL" val="1"/>
  <p:tag name="KSO_WM_TAG_VERSION" val="3.0"/>
  <p:tag name="KSO_WM_UNIT_CONTENT_GROUP_TYPE" val="titlestyle"/>
</p:tagLst>
</file>

<file path=ppt/tags/tag389.xml><?xml version="1.0" encoding="utf-8"?>
<p:tagLst xmlns:p="http://schemas.openxmlformats.org/presentationml/2006/main">
  <p:tag name="KSO_WM_UNIT_INDEX" val="3"/>
  <p:tag name="KSO_WM_UNIT_TYPE" val="f"/>
  <p:tag name="KSO_WM_UNIT_SUBTYPE" val="a"/>
  <p:tag name="KSO_WM_BEAUTIFY_FLAG" val="#wm#"/>
</p:tagLst>
</file>

<file path=ppt/tags/tag390.xml><?xml version="1.0" encoding="utf-8"?>
<p:tagLst xmlns:p="http://schemas.openxmlformats.org/presentationml/2006/main">
  <p:tag name="KSO_WM_SLIDE_TYPE" val="text"/>
  <p:tag name="KSO_WM_BEAUTIFY_FLAG" val="#wm#"/>
  <p:tag name="KSO_WM_SLIDE_ID" val="custom20230314_8"/>
  <p:tag name="KSO_WM_TEMPLATE_SUBCATEGORY" val="29"/>
  <p:tag name="KSO_WM_TEMPLATE_MASTER_TYPE" val="0"/>
  <p:tag name="KSO_WM_TEMPLATE_COLOR_TYPE" val="0"/>
  <p:tag name="KSO_WM_SLIDE_ITEM_CNT" val="0"/>
  <p:tag name="KSO_WM_SLIDE_INDEX" val="8"/>
  <p:tag name="KSO_WM_TAG_VERSION" val="3.0"/>
  <p:tag name="KSO_WM_TEMPLATE_CATEGORY" val="custom"/>
  <p:tag name="KSO_WM_TEMPLATE_INDEX" val="20230314"/>
  <p:tag name="KSO_WM_SLIDE_SUBTYPE" val="pureTxt"/>
  <p:tag name="KSO_WM_SLIDE_SIZE" val="850*458"/>
  <p:tag name="KSO_WM_SLIDE_POSITION" val="54*28"/>
  <p:tag name="KSO_WM_SLIDE_LAYOUT" val="a_f"/>
  <p:tag name="KSO_WM_SLIDE_LAYOUT_CNT" val="1_1"/>
  <p:tag name="KSO_WM_SPECIAL_SOURCE" val="bdnull"/>
  <p:tag name="KSO_WM_SLIDE_LAYOUT_NAME" val="标题和内容"/>
</p:tagLst>
</file>

<file path=ppt/tags/tag391.xml><?xml version="1.0" encoding="utf-8"?>
<p:tagLst xmlns:p="http://schemas.openxmlformats.org/presentationml/2006/main">
  <p:tag name="KSO_WM_UNIT_INDEX" val="3"/>
  <p:tag name="KSO_WM_UNIT_TYPE" val="f"/>
  <p:tag name="KSO_WM_UNIT_SUBTYPE" val="a"/>
  <p:tag name="KSO_WM_BEAUTIFY_FLAG" val="#wm#"/>
</p:tagLst>
</file>

<file path=ppt/tags/tag392.xml><?xml version="1.0" encoding="utf-8"?>
<p:tagLst xmlns:p="http://schemas.openxmlformats.org/presentationml/2006/main">
  <p:tag name="KSO_WM_UNIT_INDEX" val="2"/>
  <p:tag name="KSO_WM_UNIT_TYPE" val="f"/>
  <p:tag name="KSO_WM_UNIT_SUBTYPE" val="a"/>
  <p:tag name="KSO_WM_BEAUTIFY_FLAG" val="#wm#"/>
</p:tagLst>
</file>

<file path=ppt/tags/tag393.xml><?xml version="1.0" encoding="utf-8"?>
<p:tagLst xmlns:p="http://schemas.openxmlformats.org/presentationml/2006/main">
  <p:tag name="KSO_WM_UNIT_INDEX" val="1"/>
  <p:tag name="KSO_WM_UNIT_TYPE" val="a"/>
  <p:tag name="KSO_WM_BEAUTIFY_FLAG" val="#wm#"/>
  <p:tag name="KSO_WM_UNIT_ISCONTENTSTITLE" val="0"/>
  <p:tag name="KSO_WM_UNIT_ISNUMDGMTITLE" val="0"/>
  <p:tag name="KSO_WM_UNIT_PRESET_TEXT" val="单击此处添加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ID" val="_2*a*1"/>
  <p:tag name="KSO_WM_UNIT_LAYERLEVEL" val="1"/>
  <p:tag name="KSO_WM_TAG_VERSION" val="3.0"/>
  <p:tag name="KSO_WM_UNIT_CONTENT_GROUP_TYPE" val="titlestyle"/>
</p:tagLst>
</file>

<file path=ppt/tags/tag394.xml><?xml version="1.0" encoding="utf-8"?>
<p:tagLst xmlns:p="http://schemas.openxmlformats.org/presentationml/2006/main">
  <p:tag name="KSO_WM_UNIT_INDEX" val="2"/>
  <p:tag name="KSO_WM_UNIT_TYPE" val="f"/>
  <p:tag name="KSO_WM_UNIT_SUBTYPE" val="a"/>
  <p:tag name="KSO_WM_BEAUTIFY_FLAG" val="#wm#"/>
</p:tagLst>
</file>

<file path=ppt/tags/tag395.xml><?xml version="1.0" encoding="utf-8"?>
<p:tagLst xmlns:p="http://schemas.openxmlformats.org/presentationml/2006/main">
  <p:tag name="KSO_WM_UNIT_INDEX" val="3"/>
  <p:tag name="KSO_WM_UNIT_TYPE" val="f"/>
  <p:tag name="KSO_WM_UNIT_SUBTYPE" val="a"/>
  <p:tag name="KSO_WM_BEAUTIFY_FLAG" val="#wm#"/>
</p:tagLst>
</file>

<file path=ppt/tags/tag396.xml><?xml version="1.0" encoding="utf-8"?>
<p:tagLst xmlns:p="http://schemas.openxmlformats.org/presentationml/2006/main">
  <p:tag name="KSO_WM_UNIT_INDEX" val="4"/>
  <p:tag name="KSO_WM_UNIT_TYPE" val="f"/>
  <p:tag name="KSO_WM_UNIT_SUBTYPE" val="a"/>
  <p:tag name="KSO_WM_BEAUTIFY_FLAG" val="#wm#"/>
</p:tagLst>
</file>

<file path=ppt/tags/tag397.xml><?xml version="1.0" encoding="utf-8"?>
<p:tagLst xmlns:p="http://schemas.openxmlformats.org/presentationml/2006/main">
  <p:tag name="KSO_WM_SLIDE_TYPE" val="text"/>
  <p:tag name="KSO_WM_BEAUTIFY_FLAG" val="#wm#"/>
  <p:tag name="KSO_WM_SLIDE_ID" val="custom20230314_8"/>
  <p:tag name="KSO_WM_TEMPLATE_SUBCATEGORY" val="29"/>
  <p:tag name="KSO_WM_TEMPLATE_MASTER_TYPE" val="0"/>
  <p:tag name="KSO_WM_TEMPLATE_COLOR_TYPE" val="0"/>
  <p:tag name="KSO_WM_SLIDE_ITEM_CNT" val="0"/>
  <p:tag name="KSO_WM_SLIDE_INDEX" val="8"/>
  <p:tag name="KSO_WM_TAG_VERSION" val="3.0"/>
  <p:tag name="KSO_WM_TEMPLATE_CATEGORY" val="custom"/>
  <p:tag name="KSO_WM_TEMPLATE_INDEX" val="20230314"/>
  <p:tag name="KSO_WM_SLIDE_SUBTYPE" val="pureTxt"/>
  <p:tag name="KSO_WM_SLIDE_SIZE" val="850*458"/>
  <p:tag name="KSO_WM_SLIDE_POSITION" val="54*28"/>
  <p:tag name="KSO_WM_SLIDE_LAYOUT" val="a_f"/>
  <p:tag name="KSO_WM_SLIDE_LAYOUT_CNT" val="1_1"/>
  <p:tag name="KSO_WM_SPECIAL_SOURCE" val="bdnull"/>
  <p:tag name="KSO_WM_SLIDE_LAYOUT_NAME" val="标题和内容"/>
</p:tagLst>
</file>

<file path=ppt/tags/tag398.xml><?xml version="1.0" encoding="utf-8"?>
<p:tagLst xmlns:p="http://schemas.openxmlformats.org/presentationml/2006/main">
  <p:tag name="KSO_WM_UNIT_INDEX" val="2"/>
  <p:tag name="KSO_WM_UNIT_TYPE" val="f"/>
  <p:tag name="KSO_WM_UNIT_SUBTYPE" val="a"/>
  <p:tag name="KSO_WM_BEAUTIFY_FLAG" val="#wm#"/>
</p:tagLst>
</file>

<file path=ppt/tags/tag399.xml><?xml version="1.0" encoding="utf-8"?>
<p:tagLst xmlns:p="http://schemas.openxmlformats.org/presentationml/2006/main">
  <p:tag name="KSO_WM_UNIT_INDEX" val="4"/>
  <p:tag name="KSO_WM_UNIT_TYPE" val="f"/>
  <p:tag name="KSO_WM_UNIT_SUBTYPE" val="a"/>
  <p:tag name="KSO_WM_BEAUTIFY_FLAG" val="#wm#"/>
</p:tagLst>
</file>

<file path=ppt/tags/tag400.xml><?xml version="1.0" encoding="utf-8"?>
<p:tagLst xmlns:p="http://schemas.openxmlformats.org/presentationml/2006/main">
  <p:tag name="KSO_WM_UNIT_INDEX" val="3"/>
  <p:tag name="KSO_WM_UNIT_TYPE" val="f"/>
  <p:tag name="KSO_WM_UNIT_SUBTYPE" val="a"/>
  <p:tag name="KSO_WM_BEAUTIFY_FLAG" val="#wm#"/>
</p:tagLst>
</file>

<file path=ppt/tags/tag401.xml><?xml version="1.0" encoding="utf-8"?>
<p:tagLst xmlns:p="http://schemas.openxmlformats.org/presentationml/2006/main">
  <p:tag name="KSO_WM_UNIT_INDEX" val="1"/>
  <p:tag name="KSO_WM_UNIT_TYPE" val="a"/>
  <p:tag name="KSO_WM_BEAUTIFY_FLAG" val="#wm#"/>
  <p:tag name="KSO_WM_UNIT_ISCONTENTSTITLE" val="0"/>
  <p:tag name="KSO_WM_UNIT_ISNUMDGMTITLE" val="0"/>
  <p:tag name="KSO_WM_UNIT_PRESET_TEXT" val="单击此处添加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ID" val="_2*a*1"/>
  <p:tag name="KSO_WM_UNIT_LAYERLEVEL" val="1"/>
  <p:tag name="KSO_WM_TAG_VERSION" val="3.0"/>
  <p:tag name="KSO_WM_UNIT_CONTENT_GROUP_TYPE" val="titlestyle"/>
</p:tagLst>
</file>

<file path=ppt/tags/tag402.xml><?xml version="1.0" encoding="utf-8"?>
<p:tagLst xmlns:p="http://schemas.openxmlformats.org/presentationml/2006/main">
  <p:tag name="KSO_WM_SLIDE_TYPE" val="text"/>
  <p:tag name="KSO_WM_BEAUTIFY_FLAG" val="#wm#"/>
  <p:tag name="KSO_WM_SLIDE_ID" val="custom20230314_8"/>
  <p:tag name="KSO_WM_TEMPLATE_SUBCATEGORY" val="29"/>
  <p:tag name="KSO_WM_TEMPLATE_MASTER_TYPE" val="0"/>
  <p:tag name="KSO_WM_TEMPLATE_COLOR_TYPE" val="0"/>
  <p:tag name="KSO_WM_SLIDE_ITEM_CNT" val="0"/>
  <p:tag name="KSO_WM_SLIDE_INDEX" val="8"/>
  <p:tag name="KSO_WM_TAG_VERSION" val="3.0"/>
  <p:tag name="KSO_WM_TEMPLATE_CATEGORY" val="custom"/>
  <p:tag name="KSO_WM_TEMPLATE_INDEX" val="20230314"/>
  <p:tag name="KSO_WM_SLIDE_SUBTYPE" val="pureTxt"/>
  <p:tag name="KSO_WM_SLIDE_SIZE" val="850*458"/>
  <p:tag name="KSO_WM_SLIDE_POSITION" val="54*28"/>
  <p:tag name="KSO_WM_SLIDE_LAYOUT" val="a_f"/>
  <p:tag name="KSO_WM_SLIDE_LAYOUT_CNT" val="1_1"/>
  <p:tag name="KSO_WM_SPECIAL_SOURCE" val="bdnull"/>
  <p:tag name="KSO_WM_SLIDE_LAYOUT_NAME" val="标题和内容"/>
</p:tagLst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凸显">
  <a:themeElements>
    <a:clrScheme name="凸显">
      <a:dk1>
        <a:sysClr val="windowText" lastClr="000000"/>
      </a:dk1>
      <a:lt1>
        <a:sysClr val="window" lastClr="FFFFFF"/>
      </a:lt1>
      <a:dk2>
        <a:srgbClr val="575F6D"/>
      </a:dk2>
      <a:lt2>
        <a:srgbClr val="FFF39D"/>
      </a:lt2>
      <a:accent1>
        <a:srgbClr val="FE8637"/>
      </a:accent1>
      <a:accent2>
        <a:srgbClr val="7598D9"/>
      </a:accent2>
      <a:accent3>
        <a:srgbClr val="B32C16"/>
      </a:accent3>
      <a:accent4>
        <a:srgbClr val="F5CD2D"/>
      </a:accent4>
      <a:accent5>
        <a:srgbClr val="AEBAD5"/>
      </a:accent5>
      <a:accent6>
        <a:srgbClr val="777C84"/>
      </a:accent6>
      <a:hlink>
        <a:srgbClr val="D2611C"/>
      </a:hlink>
      <a:folHlink>
        <a:srgbClr val="3B435B"/>
      </a:folHlink>
    </a:clrScheme>
    <a:fontScheme name="凸显">
      <a:majorFont>
        <a:latin typeface="Century Schoolbook"/>
        <a:ea typeface=""/>
        <a:cs typeface=""/>
        <a:font script="Jpan" typeface="ＭＳ Ｐ明朝"/>
        <a:font script="Hang" typeface="휴먼매직체"/>
        <a:font script="Hans" typeface="华文楷体"/>
        <a:font script="Hant" typeface="新細明體"/>
        <a:font script="Arab" typeface="Times New Roman"/>
        <a:font script="Hebr" typeface="Times New Roman"/>
        <a:font script="Thai" typeface="Kodchiang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entury Schoolbook"/>
        <a:ea typeface=""/>
        <a:cs typeface=""/>
        <a:font script="Jpan" typeface="ＭＳ Ｐ明朝"/>
        <a:font script="Hang" typeface="휴먼매직체"/>
        <a:font script="Hans" typeface="宋体"/>
        <a:font script="Hant" typeface="新細明體"/>
        <a:font script="Arab" typeface="Times New Roman"/>
        <a:font script="Hebr" typeface="Times New Roman"/>
        <a:font script="Thai" typeface="Kodchiang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凸显">
      <a:fillStyleLst>
        <a:solidFill>
          <a:schemeClr val="phClr"/>
        </a:solidFill>
        <a:gradFill rotWithShape="1">
          <a:gsLst>
            <a:gs pos="0">
              <a:schemeClr val="phClr">
                <a:tint val="35000"/>
                <a:satMod val="260000"/>
              </a:schemeClr>
            </a:gs>
            <a:gs pos="30000">
              <a:schemeClr val="phClr">
                <a:tint val="38000"/>
                <a:satMod val="260000"/>
              </a:schemeClr>
            </a:gs>
            <a:gs pos="75000">
              <a:schemeClr val="phClr">
                <a:tint val="55000"/>
                <a:satMod val="255000"/>
              </a:schemeClr>
            </a:gs>
            <a:gs pos="100000">
              <a:schemeClr val="phClr">
                <a:tint val="70000"/>
                <a:satMod val="255000"/>
              </a:schemeClr>
            </a:gs>
          </a:gsLst>
          <a:path path="circle">
            <a:fillToRect l="5000" t="100000" r="120000" b="10000"/>
          </a:path>
        </a:gradFill>
        <a:gradFill rotWithShape="1">
          <a:gsLst>
            <a:gs pos="0">
              <a:schemeClr val="phClr">
                <a:shade val="63000"/>
                <a:satMod val="165000"/>
              </a:schemeClr>
            </a:gs>
            <a:gs pos="30000">
              <a:schemeClr val="phClr">
                <a:shade val="58000"/>
                <a:satMod val="165000"/>
              </a:schemeClr>
            </a:gs>
            <a:gs pos="75000">
              <a:schemeClr val="phClr">
                <a:shade val="30000"/>
                <a:satMod val="175000"/>
              </a:schemeClr>
            </a:gs>
            <a:gs pos="100000">
              <a:schemeClr val="phClr">
                <a:shade val="15000"/>
                <a:satMod val="175000"/>
              </a:schemeClr>
            </a:gs>
          </a:gsLst>
          <a:path path="circle">
            <a:fillToRect l="5000" t="100000" r="120000" b="10000"/>
          </a:path>
        </a:gradFill>
      </a:fillStyleLst>
      <a:lnStyleLst>
        <a:ln w="12700" cap="flat" cmpd="sng" algn="ctr">
          <a:solidFill>
            <a:schemeClr val="phClr">
              <a:shade val="70000"/>
              <a:satMod val="15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4925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0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20000" dir="5400000" rotWithShape="0">
              <a:srgbClr val="000000">
                <a:alpha val="42000"/>
              </a:srgbClr>
            </a:outerShdw>
          </a:effectLst>
        </a:effectStyle>
        <a:effectStyle>
          <a:effectLst>
            <a:outerShdw blurRad="50800" dist="20000" dir="5400000" rotWithShape="0">
              <a:srgbClr val="000000">
                <a:alpha val="4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0"/>
            </a:lightRig>
          </a:scene3d>
          <a:sp3d>
            <a:bevelT w="47625" h="69850"/>
            <a:contourClr>
              <a:schemeClr val="lt1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58000"/>
                <a:satMod val="125000"/>
              </a:schemeClr>
            </a:gs>
            <a:gs pos="40000">
              <a:schemeClr val="phClr">
                <a:tint val="90000"/>
                <a:shade val="90000"/>
                <a:satMod val="120000"/>
              </a:schemeClr>
            </a:gs>
            <a:gs pos="100000">
              <a:schemeClr val="phClr">
                <a:tint val="5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shade val="80000"/>
              </a:schemeClr>
              <a:schemeClr val="phClr">
                <a:tint val="91000"/>
              </a:schemeClr>
            </a:duotone>
          </a:blip>
          <a:tile tx="0" ty="0" sx="40000" sy="50000" flip="y" algn="tl"/>
        </a:blip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主题">
  <a:themeElements>
    <a:clrScheme name="自定义 23">
      <a:dk1>
        <a:srgbClr val="000000"/>
      </a:dk1>
      <a:lt1>
        <a:srgbClr val="FFFFFF"/>
      </a:lt1>
      <a:dk2>
        <a:srgbClr val="011163"/>
      </a:dk2>
      <a:lt2>
        <a:srgbClr val="FFFFFF"/>
      </a:lt2>
      <a:accent1>
        <a:srgbClr val="4864FC"/>
      </a:accent1>
      <a:accent2>
        <a:srgbClr val="6C5EDE"/>
      </a:accent2>
      <a:accent3>
        <a:srgbClr val="9059BF"/>
      </a:accent3>
      <a:accent4>
        <a:srgbClr val="B453A1"/>
      </a:accent4>
      <a:accent5>
        <a:srgbClr val="D84E82"/>
      </a:accent5>
      <a:accent6>
        <a:srgbClr val="FC4864"/>
      </a:accent6>
      <a:hlink>
        <a:srgbClr val="0563C1"/>
      </a:hlink>
      <a:folHlink>
        <a:srgbClr val="954D72"/>
      </a:folHlink>
    </a:clrScheme>
    <a:fontScheme name="自定义 18">
      <a:majorFont>
        <a:latin typeface="MiSans Heavy"/>
        <a:ea typeface="MiSans Heavy"/>
        <a:cs typeface=""/>
      </a:majorFont>
      <a:minorFont>
        <a:latin typeface="MiSans Normal"/>
        <a:ea typeface="MiSans Normal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Oriel</Template>
  <TotalTime>0</TotalTime>
  <Words>2944</Words>
  <Application>WPS 演示</Application>
  <PresentationFormat>全屏显示(4:3)</PresentationFormat>
  <Paragraphs>417</Paragraphs>
  <Slides>29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29</vt:i4>
      </vt:variant>
    </vt:vector>
  </HeadingPairs>
  <TitlesOfParts>
    <vt:vector size="44" baseType="lpstr">
      <vt:lpstr>Arial</vt:lpstr>
      <vt:lpstr>宋体</vt:lpstr>
      <vt:lpstr>Wingdings</vt:lpstr>
      <vt:lpstr>Wingdings</vt:lpstr>
      <vt:lpstr>Wingdings 2</vt:lpstr>
      <vt:lpstr>MiSans Normal</vt:lpstr>
      <vt:lpstr>Wingdings</vt:lpstr>
      <vt:lpstr>MiSans Heavy</vt:lpstr>
      <vt:lpstr>Times New Roman</vt:lpstr>
      <vt:lpstr>微软雅黑</vt:lpstr>
      <vt:lpstr>Arial Unicode MS</vt:lpstr>
      <vt:lpstr>Century Schoolbook</vt:lpstr>
      <vt:lpstr>Century</vt:lpstr>
      <vt:lpstr>凸显</vt:lpstr>
      <vt:lpstr>1_Office 主题</vt:lpstr>
      <vt:lpstr>计算机组成原理 重点难点复习</vt:lpstr>
      <vt:lpstr>考试</vt:lpstr>
      <vt:lpstr>第１章   计算机系统概论</vt:lpstr>
      <vt:lpstr>第１章   计算机系统概论</vt:lpstr>
      <vt:lpstr>第１章   计算机系统概论</vt:lpstr>
      <vt:lpstr>第１章   计算机系统概论</vt:lpstr>
      <vt:lpstr>第2章  数据信息的表示</vt:lpstr>
      <vt:lpstr>第2章  数据信息的表示</vt:lpstr>
      <vt:lpstr>第2章  数据信息的表示</vt:lpstr>
      <vt:lpstr>第2章  数据信息的表示</vt:lpstr>
      <vt:lpstr>第3章  运算方法与运算器</vt:lpstr>
      <vt:lpstr>第４章  存储系统</vt:lpstr>
      <vt:lpstr>第４章  存储系统</vt:lpstr>
      <vt:lpstr>技术指标</vt:lpstr>
      <vt:lpstr>第４章  存储系统</vt:lpstr>
      <vt:lpstr>  存储器与 CPU 的连接</vt:lpstr>
      <vt:lpstr>第４章  存储系统</vt:lpstr>
      <vt:lpstr>如 16 MB （227位）的存储器</vt:lpstr>
      <vt:lpstr>第４章  存储系统</vt:lpstr>
      <vt:lpstr>总结：</vt:lpstr>
      <vt:lpstr>第5章  指令系统</vt:lpstr>
      <vt:lpstr>第5章  指令系统</vt:lpstr>
      <vt:lpstr>第6章  中央处理器</vt:lpstr>
      <vt:lpstr>第8章  系统总线</vt:lpstr>
      <vt:lpstr> （1） 集中式判优控制方式一 链式查询</vt:lpstr>
      <vt:lpstr>（2）集中式判优控制方式二 计数器定时查询</vt:lpstr>
      <vt:lpstr>（3）集中式判优控制方式三 独立请求</vt:lpstr>
      <vt:lpstr>第9章  输入输出系统</vt:lpstr>
      <vt:lpstr>第9章  输入输出系统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sandy</dc:creator>
  <cp:lastModifiedBy>郭婧</cp:lastModifiedBy>
  <cp:revision>1955</cp:revision>
  <dcterms:created xsi:type="dcterms:W3CDTF">2113-01-01T00:00:00Z</dcterms:created>
  <dcterms:modified xsi:type="dcterms:W3CDTF">2026-06-09T07:49:29Z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81F18257A42B4248A5C7AE7349A31152_13</vt:lpwstr>
  </property>
  <property fmtid="{D5CDD505-2E9C-101B-9397-08002B2CF9AE}" pid="3" name="KSOProductBuildVer">
    <vt:lpwstr>2052-12.1.0.26375</vt:lpwstr>
  </property>
</Properties>
</file>