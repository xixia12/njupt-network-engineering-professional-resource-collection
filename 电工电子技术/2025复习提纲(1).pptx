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64" r:id="rId5"/>
    <p:sldId id="266" r:id="rId6"/>
    <p:sldId id="267" r:id="rId7"/>
    <p:sldId id="269" r:id="rId8"/>
    <p:sldId id="270" r:id="rId9"/>
  </p:sldIdLst>
  <p:sldSz cx="9144000" cy="6858000" type="screen4x3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C9B39-AEDD-4516-B962-28BE63BF0D79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3B2F6-FBF6-43AB-AF18-552B9C099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48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3B2F6-FBF6-43AB-AF18-552B9C0991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847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3B2F6-FBF6-43AB-AF18-552B9C0991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8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7504" y="127518"/>
            <a:ext cx="9144000" cy="674136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考试题型结构及复习提纲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、填空题和选择题</a:t>
            </a:r>
            <a:r>
              <a:rPr lang="en-US" altLang="zh-CN" dirty="0">
                <a:solidFill>
                  <a:schemeClr val="tx1"/>
                </a:solidFill>
              </a:rPr>
              <a:t>28</a:t>
            </a:r>
            <a:r>
              <a:rPr lang="zh-CN" altLang="en-US" dirty="0">
                <a:solidFill>
                  <a:schemeClr val="tx1"/>
                </a:solidFill>
              </a:rPr>
              <a:t>（ </a:t>
            </a:r>
            <a:r>
              <a:rPr lang="en-US" altLang="zh-CN" dirty="0">
                <a:solidFill>
                  <a:schemeClr val="tx1"/>
                </a:solidFill>
              </a:rPr>
              <a:t>14</a:t>
            </a:r>
            <a:r>
              <a:rPr lang="zh-CN" altLang="en-US" dirty="0">
                <a:solidFill>
                  <a:schemeClr val="tx1"/>
                </a:solidFill>
              </a:rPr>
              <a:t>空，每空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分）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、简单题</a:t>
            </a:r>
            <a:r>
              <a:rPr lang="en-US" altLang="zh-CN" dirty="0">
                <a:solidFill>
                  <a:schemeClr val="tx1"/>
                </a:solidFill>
              </a:rPr>
              <a:t>32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 4</a:t>
            </a:r>
            <a:r>
              <a:rPr lang="zh-CN" altLang="en-US" dirty="0">
                <a:solidFill>
                  <a:schemeClr val="tx1"/>
                </a:solidFill>
              </a:rPr>
              <a:t>题，</a:t>
            </a:r>
            <a:r>
              <a:rPr lang="en-US" altLang="zh-CN" dirty="0">
                <a:solidFill>
                  <a:schemeClr val="tx1"/>
                </a:solidFill>
              </a:rPr>
              <a:t>8</a:t>
            </a:r>
            <a:r>
              <a:rPr lang="zh-CN" altLang="en-US" dirty="0">
                <a:solidFill>
                  <a:schemeClr val="tx1"/>
                </a:solidFill>
              </a:rPr>
              <a:t>分）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、综合题</a:t>
            </a:r>
            <a:r>
              <a:rPr lang="en-US" altLang="zh-CN" dirty="0">
                <a:solidFill>
                  <a:schemeClr val="tx1"/>
                </a:solidFill>
              </a:rPr>
              <a:t>40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 4</a:t>
            </a:r>
            <a:r>
              <a:rPr lang="zh-CN" altLang="en-US" dirty="0">
                <a:solidFill>
                  <a:schemeClr val="tx1"/>
                </a:solidFill>
              </a:rPr>
              <a:t>题，每题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en-US" dirty="0">
                <a:solidFill>
                  <a:schemeClr val="tx1"/>
                </a:solidFill>
              </a:rPr>
              <a:t>分）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l"/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 ）电路的化简、网孔法节点法、叠加定理，戴维南定理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l"/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）一阶电路的三要素法求时域电路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l"/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）正弦稳态电路相量分析、谐振及功率求解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l"/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）二极管电路分析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l"/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）晶体管放大电路分析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l"/>
            <a:r>
              <a:rPr lang="en-US" altLang="zh-CN" dirty="0">
                <a:solidFill>
                  <a:schemeClr val="tx1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）集成运放电路分析</a:t>
            </a:r>
          </a:p>
        </p:txBody>
      </p:sp>
    </p:spTree>
    <p:extLst>
      <p:ext uri="{BB962C8B-B14F-4D97-AF65-F5344CB8AC3E}">
        <p14:creationId xmlns:p14="http://schemas.microsoft.com/office/powerpoint/2010/main" val="49210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、熟悉电路分析的基本概念，会计算基本电路的电压、电流、功率以及电位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、熟悉关联和非关联参考方向</a:t>
            </a:r>
            <a:r>
              <a:rPr lang="en-US" altLang="zh-CN" dirty="0"/>
              <a:t>,</a:t>
            </a:r>
            <a:r>
              <a:rPr lang="zh-CN" altLang="en-US" dirty="0"/>
              <a:t>会用</a:t>
            </a:r>
            <a:r>
              <a:rPr lang="en-US" altLang="zh-CN" dirty="0"/>
              <a:t>KVL, KCL</a:t>
            </a:r>
            <a:r>
              <a:rPr lang="zh-CN" altLang="en-US" dirty="0"/>
              <a:t>算电压电流，含受控源电流的功率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1-6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1-8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1-15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64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、会求等效电阻，会分析混联电阻电路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、掌握含源网络的等效化简规则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、掌握网孔分析法，要求会按直接列写规则列写网孔方程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、掌握节点分析法，要求会按直接列写规则列写节点方程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、掌握叠加定理，戴维南定理，会求简单电路和含受控源电路的戴维南等效电路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、掌握含受控源电路的分析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2-1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2-5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2-12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2-13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2-16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2-17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060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、掌握动态电路的基本概念（零输入、零状态、全响应）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 、掌握电容和电感的伏安关系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、会利用换路定则求初始值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、会用三要素法求解电路的电压、电流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3-10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3-11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3-15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3-18</a:t>
            </a:r>
          </a:p>
        </p:txBody>
      </p:sp>
    </p:spTree>
    <p:extLst>
      <p:ext uri="{BB962C8B-B14F-4D97-AF65-F5344CB8AC3E}">
        <p14:creationId xmlns:p14="http://schemas.microsoft.com/office/powerpoint/2010/main" val="210154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7476" y="1268760"/>
            <a:ext cx="8507288" cy="4525963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、正弦量的表示形式、三要素、相位差、有效值，相量表示、直角坐标表示，阻抗及导纳的定义以及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三种元件的阻抗、导纳，三种元件电压、电流的相位关系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、会用相量法分析电路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、会求正弦稳态电路的</a:t>
            </a:r>
            <a:r>
              <a:rPr lang="en-US" altLang="zh-CN" dirty="0" err="1"/>
              <a:t>P,Q,S,λ</a:t>
            </a:r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、知道串联谐振和并联谐振概念，会求串、并联谐振电路的谐振角频率、品质因数、谐振时电压或电流。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4-5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4-7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4-11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4-17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4-22</a:t>
            </a:r>
          </a:p>
        </p:txBody>
      </p:sp>
    </p:spTree>
    <p:extLst>
      <p:ext uri="{BB962C8B-B14F-4D97-AF65-F5344CB8AC3E}">
        <p14:creationId xmlns:p14="http://schemas.microsoft.com/office/powerpoint/2010/main" val="2996306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7476" y="1268760"/>
            <a:ext cx="8507288" cy="5400600"/>
          </a:xfrm>
        </p:spPr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 熟悉本征半导体、杂质半导体导电的原理及特点；熟悉</a:t>
            </a:r>
            <a:r>
              <a:rPr lang="en-US" altLang="zh-CN" dirty="0"/>
              <a:t>PN</a:t>
            </a:r>
            <a:r>
              <a:rPr lang="zh-CN" altLang="en-US" dirty="0"/>
              <a:t>结加正向电压和反向偏置电压时，空间电荷区的是变宽还是变窄以及其单向导电特性和温度影响。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、熟悉二极管电路的分析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en-US" altLang="zh-CN" dirty="0"/>
              <a:t>3</a:t>
            </a:r>
            <a:r>
              <a:rPr lang="zh-CN" altLang="en-US" dirty="0"/>
              <a:t>、熟悉稳压管电路的分析，掌握其伏安特性，理解稳压管击穿的概念，掌握稳压管电路的分析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5-2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5-4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 5-7</a:t>
            </a:r>
            <a:r>
              <a:rPr lang="zh-CN" altLang="en-US" b="1" dirty="0">
                <a:solidFill>
                  <a:srgbClr val="FF0000"/>
                </a:solidFill>
              </a:rPr>
              <a:t>， </a:t>
            </a:r>
            <a:r>
              <a:rPr lang="en-US" altLang="zh-CN" b="1" dirty="0">
                <a:solidFill>
                  <a:srgbClr val="FF0000"/>
                </a:solidFill>
              </a:rPr>
              <a:t>5-10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FF0000"/>
                </a:solidFill>
              </a:rPr>
              <a:t>），</a:t>
            </a:r>
            <a:r>
              <a:rPr lang="en-US" altLang="zh-CN" b="1" dirty="0">
                <a:solidFill>
                  <a:srgbClr val="FF0000"/>
                </a:solidFill>
              </a:rPr>
              <a:t>5-14</a:t>
            </a:r>
          </a:p>
        </p:txBody>
      </p:sp>
    </p:spTree>
    <p:extLst>
      <p:ext uri="{BB962C8B-B14F-4D97-AF65-F5344CB8AC3E}">
        <p14:creationId xmlns:p14="http://schemas.microsoft.com/office/powerpoint/2010/main" val="343309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第六章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29200"/>
          </a:xfrm>
        </p:spPr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、熟悉晶体管的结构特点；熟悉晶体管的工作状态，会判断不同类型晶体管的工作状态（饱和、截至、和放大）及放大区工作时三个电极的电流</a:t>
            </a:r>
            <a:r>
              <a:rPr lang="zh-CN" altLang="en-US"/>
              <a:t>关系；理解失真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、掌握放大电路的工作原理，掌握基本放大电路的组成条件及计算（会画直流通路、微变等效电路，静态工作点，放大倍数、输入、输出电阻的具体计算）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3</a:t>
            </a:r>
            <a:r>
              <a:rPr lang="zh-CN" altLang="en-US" dirty="0"/>
              <a:t>、掌握三种组态放大电路基本特性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6-3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6-4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6-7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FF0000"/>
                </a:solidFill>
              </a:rPr>
              <a:t>），</a:t>
            </a:r>
            <a:r>
              <a:rPr lang="en-US" altLang="zh-CN" b="1" dirty="0">
                <a:solidFill>
                  <a:srgbClr val="FF0000"/>
                </a:solidFill>
              </a:rPr>
              <a:t>6-11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74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、掌握反馈极性及反馈组态（类型）的判别，掌握负反馈放大倍数的一般表达式。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、掌握理想运放的特点、虚断和虚短特性、电路符号及各符号的含义。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、掌握理想运放的线性应用，即掌握反相比例电路、同相比例电路、反相求和运算电路、同相求和运算电路的输入输出关系的计算。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7-7</a:t>
            </a:r>
            <a:r>
              <a:rPr lang="zh-CN" altLang="en-US" b="1" dirty="0">
                <a:solidFill>
                  <a:srgbClr val="FF0000"/>
                </a:solidFill>
              </a:rPr>
              <a:t> ，</a:t>
            </a:r>
            <a:r>
              <a:rPr lang="en-US" altLang="zh-CN" b="1" dirty="0">
                <a:solidFill>
                  <a:srgbClr val="FF0000"/>
                </a:solidFill>
              </a:rPr>
              <a:t>7-8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7-11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7-14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40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713</Words>
  <Application>Microsoft Office PowerPoint</Application>
  <PresentationFormat>全屏显示(4:3)</PresentationFormat>
  <Paragraphs>56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Arial</vt:lpstr>
      <vt:lpstr>Calibri</vt:lpstr>
      <vt:lpstr>Office 主题</vt:lpstr>
      <vt:lpstr>PowerPoint 演示文稿</vt:lpstr>
      <vt:lpstr>第一章 </vt:lpstr>
      <vt:lpstr>第二章</vt:lpstr>
      <vt:lpstr>第三章</vt:lpstr>
      <vt:lpstr>第四章</vt:lpstr>
      <vt:lpstr>第五章</vt:lpstr>
      <vt:lpstr>第六章</vt:lpstr>
      <vt:lpstr>第七章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</dc:creator>
  <cp:lastModifiedBy>FU</cp:lastModifiedBy>
  <cp:revision>184</cp:revision>
  <cp:lastPrinted>2019-06-10T12:18:14Z</cp:lastPrinted>
  <dcterms:created xsi:type="dcterms:W3CDTF">2019-06-05T14:12:23Z</dcterms:created>
  <dcterms:modified xsi:type="dcterms:W3CDTF">2025-06-09T03:37:16Z</dcterms:modified>
</cp:coreProperties>
</file>